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2.xml" ContentType="application/vnd.openxmlformats-officedocument.drawingml.chart+xml"/>
  <Override PartName="/ppt/notesSlides/notesSlide7.xml" ContentType="application/vnd.openxmlformats-officedocument.presentationml.notesSlide+xml"/>
  <Override PartName="/ppt/charts/chart3.xml" ContentType="application/vnd.openxmlformats-officedocument.drawingml.chart+xml"/>
  <Override PartName="/ppt/notesSlides/notesSlide8.xml" ContentType="application/vnd.openxmlformats-officedocument.presentationml.notesSlide+xml"/>
  <Override PartName="/ppt/charts/chart4.xml" ContentType="application/vnd.openxmlformats-officedocument.drawingml.chart+xml"/>
  <Override PartName="/ppt/notesSlides/notesSlide9.xml" ContentType="application/vnd.openxmlformats-officedocument.presentationml.notesSlide+xml"/>
  <Override PartName="/ppt/charts/chart5.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6.xml" ContentType="application/vnd.openxmlformats-officedocument.drawingml.chart+xml"/>
  <Override PartName="/ppt/charts/chart7.xml" ContentType="application/vnd.openxmlformats-officedocument.drawingml.chart+xml"/>
  <Override PartName="/ppt/notesSlides/notesSlide12.xml" ContentType="application/vnd.openxmlformats-officedocument.presentationml.notesSlide+xml"/>
  <Override PartName="/ppt/charts/chart8.xml" ContentType="application/vnd.openxmlformats-officedocument.drawingml.chart+xml"/>
  <Override PartName="/ppt/notesSlides/notesSlide13.xml" ContentType="application/vnd.openxmlformats-officedocument.presentationml.notesSlide+xml"/>
  <Override PartName="/ppt/charts/chart9.xml" ContentType="application/vnd.openxmlformats-officedocument.drawingml.chart+xml"/>
  <Override PartName="/ppt/notesSlides/notesSlide14.xml" ContentType="application/vnd.openxmlformats-officedocument.presentationml.notesSlide+xml"/>
  <Override PartName="/ppt/charts/chart10.xml" ContentType="application/vnd.openxmlformats-officedocument.drawingml.chart+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rts/chart11.xml" ContentType="application/vnd.openxmlformats-officedocument.drawingml.chart+xml"/>
  <Override PartName="/ppt/notesSlides/notesSlide17.xml" ContentType="application/vnd.openxmlformats-officedocument.presentationml.notesSlide+xml"/>
  <Override PartName="/ppt/charts/chart12.xml" ContentType="application/vnd.openxmlformats-officedocument.drawingml.chart+xml"/>
  <Override PartName="/ppt/notesSlides/notesSlide18.xml" ContentType="application/vnd.openxmlformats-officedocument.presentationml.notesSlide+xml"/>
  <Override PartName="/ppt/charts/chart13.xml" ContentType="application/vnd.openxmlformats-officedocument.drawingml.chart+xml"/>
  <Override PartName="/ppt/notesSlides/notesSlide19.xml" ContentType="application/vnd.openxmlformats-officedocument.presentationml.notesSlide+xml"/>
  <Override PartName="/ppt/charts/chart14.xml" ContentType="application/vnd.openxmlformats-officedocument.drawingml.chart+xml"/>
  <Override PartName="/ppt/notesSlides/notesSlide20.xml" ContentType="application/vnd.openxmlformats-officedocument.presentationml.notesSlide+xml"/>
  <Override PartName="/ppt/charts/chart15.xml" ContentType="application/vnd.openxmlformats-officedocument.drawingml.chart+xml"/>
  <Override PartName="/ppt/notesSlides/notesSlide21.xml" ContentType="application/vnd.openxmlformats-officedocument.presentationml.notesSlide+xml"/>
  <Override PartName="/ppt/charts/chart16.xml" ContentType="application/vnd.openxmlformats-officedocument.drawingml.chart+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53873"/>
  </p:normalViewPr>
  <p:slideViewPr>
    <p:cSldViewPr snapToGrid="0">
      <p:cViewPr varScale="1">
        <p:scale>
          <a:sx n="64" d="100"/>
          <a:sy n="64" d="100"/>
        </p:scale>
        <p:origin x="2936"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Feuille_de_calcul_Microsoft_Excel.xlsx"/></Relationships>
</file>

<file path=ppt/charts/_rels/chart2.xml.rels><?xml version="1.0" encoding="UTF-8" standalone="yes"?>
<Relationships xmlns="http://schemas.openxmlformats.org/package/2006/relationships"><Relationship Id="rId1" Type="http://schemas.openxmlformats.org/officeDocument/2006/relationships/package" Target="../embeddings/Feuille_de_calcul_Microsoft_Excel1.xlsx"/></Relationships>
</file>

<file path=ppt/charts/_rels/chart3.xml.rels><?xml version="1.0" encoding="UTF-8" standalone="yes"?>
<Relationships xmlns="http://schemas.openxmlformats.org/package/2006/relationships"><Relationship Id="rId1" Type="http://schemas.openxmlformats.org/officeDocument/2006/relationships/package" Target="../embeddings/Feuille_de_calcul_Microsoft_Excel2.xlsx"/></Relationships>
</file>

<file path=ppt/charts/_rels/chart4.xml.rels><?xml version="1.0" encoding="UTF-8" standalone="yes"?>
<Relationships xmlns="http://schemas.openxmlformats.org/package/2006/relationships"><Relationship Id="rId1" Type="http://schemas.openxmlformats.org/officeDocument/2006/relationships/package" Target="../embeddings/Feuille_de_calcul_Microsoft_Excel3.xlsx"/></Relationships>
</file>

<file path=ppt/charts/_rels/chart5.xml.rels><?xml version="1.0" encoding="UTF-8" standalone="yes"?>
<Relationships xmlns="http://schemas.openxmlformats.org/package/2006/relationships"><Relationship Id="rId1" Type="http://schemas.openxmlformats.org/officeDocument/2006/relationships/package" Target="../embeddings/Feuille_de_calcul_Microsoft_Excel4.xlsx"/></Relationships>
</file>

<file path=ppt/charts/_rels/chart6.xml.rels><?xml version="1.0" encoding="UTF-8" standalone="yes"?>
<Relationships xmlns="http://schemas.openxmlformats.org/package/2006/relationships"><Relationship Id="rId1" Type="http://schemas.openxmlformats.org/officeDocument/2006/relationships/package" Target="../embeddings/Feuille_de_calcul_Microsoft_Excel5.xlsx"/></Relationships>
</file>

<file path=ppt/charts/_rels/chart7.xml.rels><?xml version="1.0" encoding="UTF-8" standalone="yes"?>
<Relationships xmlns="http://schemas.openxmlformats.org/package/2006/relationships"><Relationship Id="rId1" Type="http://schemas.openxmlformats.org/officeDocument/2006/relationships/package" Target="../embeddings/Feuille_de_calcul_Microsoft_Excel6.xlsx"/></Relationships>
</file>

<file path=ppt/charts/_rels/chart8.xml.rels><?xml version="1.0" encoding="UTF-8" standalone="yes"?>
<Relationships xmlns="http://schemas.openxmlformats.org/package/2006/relationships"><Relationship Id="rId1" Type="http://schemas.openxmlformats.org/officeDocument/2006/relationships/package" Target="../embeddings/Feuille_de_calcul_Microsoft_Excel7.xlsx"/></Relationships>
</file>

<file path=ppt/charts/_rels/chart9.xml.rels><?xml version="1.0" encoding="UTF-8" standalone="yes"?>
<Relationships xmlns="http://schemas.openxmlformats.org/package/2006/relationships"><Relationship Id="rId1" Type="http://schemas.openxmlformats.org/officeDocument/2006/relationships/package" Target="../embeddings/Feuille_de_calcul_Microsoft_Excel8.xlsx"/></Relationships>
</file>

<file path=ppt/charts/_rels/chart10.xml.rels><?xml version="1.0" encoding="UTF-8" standalone="yes"?>
<Relationships xmlns="http://schemas.openxmlformats.org/package/2006/relationships"><Relationship Id="rId1" Type="http://schemas.openxmlformats.org/officeDocument/2006/relationships/package" Target="../embeddings/Feuille_de_calcul_Microsoft_Excel9.xlsx"/></Relationships>
</file>

<file path=ppt/charts/_rels/chart11.xml.rels><?xml version="1.0" encoding="UTF-8" standalone="yes"?>
<Relationships xmlns="http://schemas.openxmlformats.org/package/2006/relationships"><Relationship Id="rId1" Type="http://schemas.openxmlformats.org/officeDocument/2006/relationships/package" Target="../embeddings/Feuille_de_calcul_Microsoft_Excel10.xlsx"/></Relationships>
</file>

<file path=ppt/charts/_rels/chart12.xml.rels><?xml version="1.0" encoding="UTF-8" standalone="yes"?>
<Relationships xmlns="http://schemas.openxmlformats.org/package/2006/relationships"><Relationship Id="rId1" Type="http://schemas.openxmlformats.org/officeDocument/2006/relationships/package" Target="../embeddings/Feuille_de_calcul_Microsoft_Excel11.xlsx"/></Relationships>
</file>

<file path=ppt/charts/_rels/chart13.xml.rels><?xml version="1.0" encoding="UTF-8" standalone="yes"?>
<Relationships xmlns="http://schemas.openxmlformats.org/package/2006/relationships"><Relationship Id="rId1" Type="http://schemas.openxmlformats.org/officeDocument/2006/relationships/package" Target="../embeddings/Feuille_de_calcul_Microsoft_Excel12.xlsx"/></Relationships>
</file>

<file path=ppt/charts/_rels/chart14.xml.rels><?xml version="1.0" encoding="UTF-8" standalone="yes"?>
<Relationships xmlns="http://schemas.openxmlformats.org/package/2006/relationships"><Relationship Id="rId1" Type="http://schemas.openxmlformats.org/officeDocument/2006/relationships/package" Target="../embeddings/Feuille_de_calcul_Microsoft_Excel13.xlsx"/></Relationships>
</file>

<file path=ppt/charts/_rels/chart15.xml.rels><?xml version="1.0" encoding="UTF-8" standalone="yes"?>
<Relationships xmlns="http://schemas.openxmlformats.org/package/2006/relationships"><Relationship Id="rId1" Type="http://schemas.openxmlformats.org/officeDocument/2006/relationships/package" Target="../embeddings/Feuille_de_calcul_Microsoft_Excel14.xlsx"/></Relationships>
</file>

<file path=ppt/charts/_rels/chart16.xml.rels><?xml version="1.0" encoding="UTF-8" standalone="yes"?>
<Relationships xmlns="http://schemas.openxmlformats.org/package/2006/relationships"><Relationship Id="rId1" Type="http://schemas.openxmlformats.org/officeDocument/2006/relationships/package" Target="../embeddings/Feuille_de_calcul_Microsoft_Excel15.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fr-FR"/>
  <c:roundedCorners val="1"/>
  <c:style val="2"/>
  <c:chart>
    <c:autoTitleDeleted val="1"/>
    <c:plotArea>
      <c:layout/>
      <c:barChart>
        <c:barDir val="col"/>
        <c:grouping val="clustered"/>
        <c:varyColors val="0"/>
        <c:ser>
          <c:idx val="0"/>
          <c:order val="0"/>
          <c:tx>
            <c:v>Variantes</c:v>
          </c:tx>
          <c:spPr>
            <a:solidFill>
              <a:srgbClr val="008C85"/>
            </a:solidFill>
          </c:spPr>
          <c:invertIfNegative val="0"/>
          <c:cat>
            <c:strRef>
              <c:f>'Chart Data'!$A$2:$A$9</c:f>
              <c:strCache>
                <c:ptCount val="8"/>
                <c:pt idx="0">
                  <c:v>0-50</c:v>
                </c:pt>
                <c:pt idx="1">
                  <c:v>50-100</c:v>
                </c:pt>
                <c:pt idx="2">
                  <c:v>100-150</c:v>
                </c:pt>
                <c:pt idx="3">
                  <c:v>150-200</c:v>
                </c:pt>
                <c:pt idx="4">
                  <c:v>200-250</c:v>
                </c:pt>
                <c:pt idx="5">
                  <c:v>250-300</c:v>
                </c:pt>
                <c:pt idx="6">
                  <c:v>300-350</c:v>
                </c:pt>
                <c:pt idx="7">
                  <c:v>350-400</c:v>
                </c:pt>
              </c:strCache>
            </c:strRef>
          </c:cat>
          <c:val>
            <c:numRef>
              <c:f>'Chart Data'!$B$2:$B$9</c:f>
              <c:numCache>
                <c:formatCode>0</c:formatCode>
                <c:ptCount val="8"/>
                <c:pt idx="0">
                  <c:v>19</c:v>
                </c:pt>
                <c:pt idx="1">
                  <c:v>725</c:v>
                </c:pt>
                <c:pt idx="2">
                  <c:v>10364</c:v>
                </c:pt>
                <c:pt idx="3">
                  <c:v>7052</c:v>
                </c:pt>
                <c:pt idx="4">
                  <c:v>2007</c:v>
                </c:pt>
                <c:pt idx="5">
                  <c:v>466</c:v>
                </c:pt>
                <c:pt idx="6">
                  <c:v>128</c:v>
                </c:pt>
                <c:pt idx="7">
                  <c:v>63</c:v>
                </c:pt>
              </c:numCache>
            </c:numRef>
          </c:val>
          <c:extLst>
            <c:ext xmlns:c16="http://schemas.microsoft.com/office/drawing/2014/chart" uri="{C3380CC4-5D6E-409C-BE32-E72D297353CC}">
              <c16:uniqueId val="{00000000-CD17-D348-A0D8-014E51E9ED41}"/>
            </c:ext>
          </c:extLst>
        </c:ser>
        <c:dLbls>
          <c:showLegendKey val="0"/>
          <c:showVal val="0"/>
          <c:showCatName val="0"/>
          <c:showSerName val="0"/>
          <c:showPercent val="0"/>
          <c:showBubbleSize val="0"/>
        </c:dLbls>
        <c:gapWidth val="70"/>
        <c:axId val="48650112"/>
        <c:axId val="48672768"/>
      </c:barChart>
      <c:catAx>
        <c:axId val="48650112"/>
        <c:scaling>
          <c:orientation val="minMax"/>
        </c:scaling>
        <c:delete val="0"/>
        <c:axPos val="b"/>
        <c:title>
          <c:tx>
            <c:rich>
              <a:bodyPr/>
              <a:lstStyle/>
              <a:p>
                <a:r>
                  <a:rPr lang="fr-FR" sz="1575">
                    <a:solidFill>
                      <a:srgbClr val="5A6E71"/>
                    </a:solidFill>
                    <a:latin typeface="Arial"/>
                    <a:ea typeface="Arial"/>
                    <a:cs typeface="Arial"/>
                  </a:rPr>
                  <a:t>CO₂ déclaré (g/km)</a:t>
                </a:r>
              </a:p>
            </c:rich>
          </c:tx>
          <c:overlay val="0"/>
        </c:title>
        <c:numFmt formatCode="General" sourceLinked="1"/>
        <c:majorTickMark val="none"/>
        <c:minorTickMark val="none"/>
        <c:tickLblPos val="nextTo"/>
        <c:spPr>
          <a:ln w="9525">
            <a:solidFill>
              <a:srgbClr val="DCE6E5"/>
            </a:solidFill>
          </a:ln>
        </c:spPr>
        <c:txPr>
          <a:bodyPr anchorCtr="1"/>
          <a:lstStyle/>
          <a:p>
            <a:pPr>
              <a:defRPr sz="1575">
                <a:solidFill>
                  <a:srgbClr val="5A6E71"/>
                </a:solidFill>
                <a:latin typeface="Arial"/>
                <a:ea typeface="Arial"/>
                <a:cs typeface="Arial"/>
              </a:defRPr>
            </a:pPr>
            <a:endParaRPr lang="fr-FR"/>
          </a:p>
        </c:txPr>
        <c:crossAx val="48672768"/>
        <c:crosses val="autoZero"/>
        <c:auto val="1"/>
        <c:lblAlgn val="ctr"/>
        <c:lblOffset val="100"/>
        <c:noMultiLvlLbl val="1"/>
      </c:catAx>
      <c:valAx>
        <c:axId val="48672768"/>
        <c:scaling>
          <c:orientation val="minMax"/>
          <c:min val="0"/>
        </c:scaling>
        <c:delete val="0"/>
        <c:axPos val="l"/>
        <c:majorGridlines>
          <c:spPr>
            <a:ln w="9525">
              <a:solidFill>
                <a:srgbClr val="DCE6E5"/>
              </a:solidFill>
            </a:ln>
          </c:spPr>
        </c:majorGridlines>
        <c:title>
          <c:tx>
            <c:rich>
              <a:bodyPr/>
              <a:lstStyle/>
              <a:p>
                <a:r>
                  <a:rPr lang="fr-FR" sz="1575">
                    <a:solidFill>
                      <a:srgbClr val="5A6E71"/>
                    </a:solidFill>
                    <a:latin typeface="Arial"/>
                    <a:ea typeface="Arial"/>
                    <a:cs typeface="Arial"/>
                  </a:rPr>
                  <a:t>Nombre de variantes</a:t>
                </a:r>
              </a:p>
            </c:rich>
          </c:tx>
          <c:overlay val="0"/>
        </c:title>
        <c:numFmt formatCode="0" sourceLinked="1"/>
        <c:majorTickMark val="none"/>
        <c:minorTickMark val="none"/>
        <c:tickLblPos val="nextTo"/>
        <c:spPr>
          <a:ln w="0">
            <a:noFill/>
          </a:ln>
        </c:spPr>
        <c:txPr>
          <a:bodyPr anchorCtr="1"/>
          <a:lstStyle/>
          <a:p>
            <a:pPr>
              <a:defRPr sz="1575">
                <a:solidFill>
                  <a:srgbClr val="5A6E71"/>
                </a:solidFill>
                <a:latin typeface="Arial"/>
                <a:ea typeface="Arial"/>
                <a:cs typeface="Arial"/>
              </a:defRPr>
            </a:pPr>
            <a:endParaRPr lang="fr-FR"/>
          </a:p>
        </c:txPr>
        <c:crossAx val="48650112"/>
        <c:crosses val="autoZero"/>
        <c:crossBetween val="between"/>
      </c:valAx>
      <c:spPr>
        <a:noFill/>
      </c:spPr>
    </c:plotArea>
    <c:plotVisOnly val="1"/>
    <c:dispBlanksAs val="zero"/>
    <c:showDLblsOverMax val="1"/>
  </c:chart>
  <c:spPr>
    <a:noFill/>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fr-FR"/>
  <c:roundedCorners val="1"/>
  <c:style val="2"/>
  <c:chart>
    <c:autoTitleDeleted val="1"/>
    <c:plotArea>
      <c:layout/>
      <c:barChart>
        <c:barDir val="bar"/>
        <c:grouping val="clustered"/>
        <c:varyColors val="0"/>
        <c:ser>
          <c:idx val="0"/>
          <c:order val="0"/>
          <c:tx>
            <c:v>MAE moyenne</c:v>
          </c:tx>
          <c:spPr>
            <a:solidFill>
              <a:srgbClr val="008C85"/>
            </a:solidFill>
          </c:spPr>
          <c:invertIfNegative val="0"/>
          <c:dLbls>
            <c:numFmt formatCode="0.0" sourceLinked="0"/>
            <c:spPr>
              <a:noFill/>
              <a:ln>
                <a:noFill/>
              </a:ln>
              <a:effectLst/>
            </c:spPr>
            <c:txPr>
              <a:bodyPr anchorCtr="1"/>
              <a:lstStyle/>
              <a:p>
                <a:pPr>
                  <a:defRPr sz="1575" b="1">
                    <a:solidFill>
                      <a:srgbClr val="17363A"/>
                    </a:solidFill>
                    <a:latin typeface="Arial"/>
                    <a:ea typeface="Arial"/>
                    <a:cs typeface="Arial"/>
                  </a:defRPr>
                </a:pPr>
                <a:endParaRPr lang="fr-F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Data'!$A$2:$A$6</c:f>
              <c:strCache>
                <c:ptCount val="5"/>
                <c:pt idx="0">
                  <c:v>KNN 7 voisins</c:v>
                </c:pt>
                <c:pt idx="1">
                  <c:v>Régression linéaire</c:v>
                </c:pt>
                <c:pt idx="2">
                  <c:v>Forêt profondeur 12</c:v>
                </c:pt>
                <c:pt idx="3">
                  <c:v>Arbre profondeur 6</c:v>
                </c:pt>
                <c:pt idx="4">
                  <c:v>Moyenne constante</c:v>
                </c:pt>
              </c:strCache>
            </c:strRef>
          </c:cat>
          <c:val>
            <c:numRef>
              <c:f>'Chart Data'!$B$2:$B$6</c:f>
              <c:numCache>
                <c:formatCode>General</c:formatCode>
                <c:ptCount val="5"/>
                <c:pt idx="0">
                  <c:v>12.3371175274</c:v>
                </c:pt>
                <c:pt idx="1">
                  <c:v>12.3924110333</c:v>
                </c:pt>
                <c:pt idx="2">
                  <c:v>12.435746806099999</c:v>
                </c:pt>
                <c:pt idx="3">
                  <c:v>14.5871537824</c:v>
                </c:pt>
                <c:pt idx="4">
                  <c:v>32.2736777764</c:v>
                </c:pt>
              </c:numCache>
            </c:numRef>
          </c:val>
          <c:extLst>
            <c:ext xmlns:c16="http://schemas.microsoft.com/office/drawing/2014/chart" uri="{C3380CC4-5D6E-409C-BE32-E72D297353CC}">
              <c16:uniqueId val="{00000000-AC07-9342-8461-600ECD41FCF5}"/>
            </c:ext>
          </c:extLst>
        </c:ser>
        <c:dLbls>
          <c:dLblPos val="outEnd"/>
          <c:showLegendKey val="0"/>
          <c:showVal val="1"/>
          <c:showCatName val="0"/>
          <c:showSerName val="0"/>
          <c:showPercent val="0"/>
          <c:showBubbleSize val="0"/>
        </c:dLbls>
        <c:gapWidth val="70"/>
        <c:axId val="48650112"/>
        <c:axId val="48672768"/>
      </c:barChart>
      <c:catAx>
        <c:axId val="48650112"/>
        <c:scaling>
          <c:orientation val="minMax"/>
        </c:scaling>
        <c:delete val="0"/>
        <c:axPos val="l"/>
        <c:majorGridlines>
          <c:spPr>
            <a:ln w="9525">
              <a:solidFill>
                <a:srgbClr val="DCE6E5"/>
              </a:solidFill>
            </a:ln>
          </c:spPr>
        </c:majorGridlines>
        <c:title>
          <c:overlay val="1"/>
          <c:txPr>
            <a:bodyPr anchorCtr="1"/>
            <a:lstStyle/>
            <a:p>
              <a:pPr>
                <a:defRPr>
                  <a:latin typeface="Arial"/>
                  <a:ea typeface="Arial"/>
                  <a:cs typeface="Arial"/>
                </a:defRPr>
              </a:pPr>
              <a:endParaRPr lang="fr-FR"/>
            </a:p>
          </c:txPr>
        </c:title>
        <c:numFmt formatCode="General" sourceLinked="1"/>
        <c:majorTickMark val="none"/>
        <c:minorTickMark val="none"/>
        <c:tickLblPos val="nextTo"/>
        <c:spPr>
          <a:ln w="9525">
            <a:solidFill>
              <a:srgbClr val="D4D4D4"/>
            </a:solidFill>
            <a:prstDash val="solid"/>
          </a:ln>
        </c:spPr>
        <c:txPr>
          <a:bodyPr anchorCtr="1"/>
          <a:lstStyle/>
          <a:p>
            <a:pPr>
              <a:defRPr sz="1725">
                <a:solidFill>
                  <a:srgbClr val="5A6E71"/>
                </a:solidFill>
                <a:latin typeface="Arial"/>
                <a:ea typeface="Arial"/>
                <a:cs typeface="Arial"/>
              </a:defRPr>
            </a:pPr>
            <a:endParaRPr lang="fr-FR"/>
          </a:p>
        </c:txPr>
        <c:crossAx val="48672768"/>
        <c:crosses val="autoZero"/>
        <c:auto val="1"/>
        <c:lblAlgn val="ctr"/>
        <c:lblOffset val="100"/>
        <c:noMultiLvlLbl val="1"/>
      </c:catAx>
      <c:valAx>
        <c:axId val="48672768"/>
        <c:scaling>
          <c:orientation val="minMax"/>
        </c:scaling>
        <c:delete val="0"/>
        <c:axPos val="b"/>
        <c:title>
          <c:overlay val="1"/>
          <c:txPr>
            <a:bodyPr anchorCtr="1"/>
            <a:lstStyle/>
            <a:p>
              <a:pPr>
                <a:defRPr>
                  <a:latin typeface="Arial"/>
                  <a:ea typeface="Arial"/>
                  <a:cs typeface="Arial"/>
                </a:defRPr>
              </a:pPr>
              <a:endParaRPr lang="fr-FR"/>
            </a:p>
          </c:txPr>
        </c:title>
        <c:numFmt formatCode="General" sourceLinked="1"/>
        <c:majorTickMark val="none"/>
        <c:minorTickMark val="none"/>
        <c:tickLblPos val="nextTo"/>
        <c:spPr>
          <a:ln w="9525">
            <a:solidFill>
              <a:srgbClr val="D4D4D4"/>
            </a:solidFill>
            <a:prstDash val="solid"/>
          </a:ln>
        </c:spPr>
        <c:txPr>
          <a:bodyPr anchorCtr="1"/>
          <a:lstStyle/>
          <a:p>
            <a:pPr>
              <a:defRPr sz="1725">
                <a:solidFill>
                  <a:srgbClr val="5A6E71"/>
                </a:solidFill>
                <a:latin typeface="Arial"/>
                <a:ea typeface="Arial"/>
                <a:cs typeface="Arial"/>
              </a:defRPr>
            </a:pPr>
            <a:endParaRPr lang="fr-FR"/>
          </a:p>
        </c:txPr>
        <c:crossAx val="48650112"/>
        <c:crosses val="autoZero"/>
        <c:crossBetween val="between"/>
      </c:valAx>
      <c:spPr>
        <a:noFill/>
      </c:spPr>
    </c:plotArea>
    <c:plotVisOnly val="1"/>
    <c:dispBlanksAs val="zero"/>
    <c:showDLblsOverMax val="1"/>
  </c:chart>
  <c:spPr>
    <a:noFill/>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fr-FR"/>
  <c:roundedCorners val="1"/>
  <c:style val="2"/>
  <c:chart>
    <c:autoTitleDeleted val="1"/>
    <c:plotArea>
      <c:layout/>
      <c:scatterChart>
        <c:scatterStyle val="lineMarker"/>
        <c:varyColors val="0"/>
        <c:ser>
          <c:idx val="0"/>
          <c:order val="0"/>
          <c:tx>
            <c:v>Prédictions</c:v>
          </c:tx>
          <c:spPr>
            <a:ln w="0">
              <a:noFill/>
            </a:ln>
          </c:spPr>
          <c:marker>
            <c:symbol val="circle"/>
            <c:size val="5"/>
            <c:spPr>
              <a:solidFill>
                <a:srgbClr val="008C85"/>
              </a:solidFill>
            </c:spPr>
          </c:marker>
          <c:xVal>
            <c:numRef>
              <c:f>'Chart Data'!$A$2:$A$601</c:f>
              <c:numCache>
                <c:formatCode>General</c:formatCode>
                <c:ptCount val="600"/>
                <c:pt idx="0">
                  <c:v>99</c:v>
                </c:pt>
                <c:pt idx="1">
                  <c:v>261</c:v>
                </c:pt>
                <c:pt idx="2">
                  <c:v>197</c:v>
                </c:pt>
                <c:pt idx="3">
                  <c:v>113</c:v>
                </c:pt>
                <c:pt idx="4">
                  <c:v>205</c:v>
                </c:pt>
                <c:pt idx="5">
                  <c:v>187</c:v>
                </c:pt>
                <c:pt idx="6">
                  <c:v>195</c:v>
                </c:pt>
                <c:pt idx="7">
                  <c:v>138</c:v>
                </c:pt>
                <c:pt idx="8">
                  <c:v>142</c:v>
                </c:pt>
                <c:pt idx="9">
                  <c:v>194</c:v>
                </c:pt>
                <c:pt idx="10">
                  <c:v>94</c:v>
                </c:pt>
                <c:pt idx="11">
                  <c:v>137</c:v>
                </c:pt>
                <c:pt idx="12">
                  <c:v>217</c:v>
                </c:pt>
                <c:pt idx="13">
                  <c:v>195</c:v>
                </c:pt>
                <c:pt idx="14">
                  <c:v>204</c:v>
                </c:pt>
                <c:pt idx="15">
                  <c:v>197</c:v>
                </c:pt>
                <c:pt idx="16">
                  <c:v>197</c:v>
                </c:pt>
                <c:pt idx="17">
                  <c:v>220</c:v>
                </c:pt>
                <c:pt idx="18">
                  <c:v>102</c:v>
                </c:pt>
                <c:pt idx="19">
                  <c:v>169</c:v>
                </c:pt>
                <c:pt idx="20">
                  <c:v>194</c:v>
                </c:pt>
                <c:pt idx="21">
                  <c:v>134</c:v>
                </c:pt>
                <c:pt idx="22">
                  <c:v>142</c:v>
                </c:pt>
                <c:pt idx="23">
                  <c:v>227</c:v>
                </c:pt>
                <c:pt idx="24">
                  <c:v>119</c:v>
                </c:pt>
                <c:pt idx="25">
                  <c:v>186</c:v>
                </c:pt>
                <c:pt idx="26">
                  <c:v>176</c:v>
                </c:pt>
                <c:pt idx="27">
                  <c:v>187</c:v>
                </c:pt>
                <c:pt idx="28">
                  <c:v>129</c:v>
                </c:pt>
                <c:pt idx="29">
                  <c:v>102</c:v>
                </c:pt>
                <c:pt idx="30">
                  <c:v>186</c:v>
                </c:pt>
                <c:pt idx="31">
                  <c:v>186</c:v>
                </c:pt>
                <c:pt idx="32">
                  <c:v>119</c:v>
                </c:pt>
                <c:pt idx="33">
                  <c:v>307</c:v>
                </c:pt>
                <c:pt idx="34">
                  <c:v>197</c:v>
                </c:pt>
                <c:pt idx="35">
                  <c:v>187</c:v>
                </c:pt>
                <c:pt idx="36">
                  <c:v>192</c:v>
                </c:pt>
                <c:pt idx="37">
                  <c:v>209</c:v>
                </c:pt>
                <c:pt idx="38">
                  <c:v>184</c:v>
                </c:pt>
                <c:pt idx="39">
                  <c:v>195</c:v>
                </c:pt>
                <c:pt idx="40">
                  <c:v>195</c:v>
                </c:pt>
                <c:pt idx="41">
                  <c:v>152</c:v>
                </c:pt>
                <c:pt idx="42">
                  <c:v>149</c:v>
                </c:pt>
                <c:pt idx="43">
                  <c:v>189</c:v>
                </c:pt>
                <c:pt idx="44">
                  <c:v>114</c:v>
                </c:pt>
                <c:pt idx="45">
                  <c:v>173</c:v>
                </c:pt>
                <c:pt idx="46">
                  <c:v>347</c:v>
                </c:pt>
                <c:pt idx="47">
                  <c:v>116</c:v>
                </c:pt>
                <c:pt idx="48">
                  <c:v>110</c:v>
                </c:pt>
                <c:pt idx="49">
                  <c:v>134</c:v>
                </c:pt>
                <c:pt idx="50">
                  <c:v>231</c:v>
                </c:pt>
                <c:pt idx="51">
                  <c:v>115</c:v>
                </c:pt>
                <c:pt idx="52">
                  <c:v>181</c:v>
                </c:pt>
                <c:pt idx="53">
                  <c:v>186</c:v>
                </c:pt>
                <c:pt idx="54">
                  <c:v>195</c:v>
                </c:pt>
                <c:pt idx="55">
                  <c:v>124</c:v>
                </c:pt>
                <c:pt idx="56">
                  <c:v>171</c:v>
                </c:pt>
                <c:pt idx="57">
                  <c:v>184</c:v>
                </c:pt>
                <c:pt idx="58">
                  <c:v>192</c:v>
                </c:pt>
                <c:pt idx="59">
                  <c:v>158</c:v>
                </c:pt>
                <c:pt idx="60">
                  <c:v>195</c:v>
                </c:pt>
                <c:pt idx="61">
                  <c:v>194</c:v>
                </c:pt>
                <c:pt idx="62">
                  <c:v>158</c:v>
                </c:pt>
                <c:pt idx="63">
                  <c:v>189</c:v>
                </c:pt>
                <c:pt idx="64">
                  <c:v>242</c:v>
                </c:pt>
                <c:pt idx="65">
                  <c:v>233</c:v>
                </c:pt>
                <c:pt idx="66">
                  <c:v>217</c:v>
                </c:pt>
                <c:pt idx="67">
                  <c:v>149</c:v>
                </c:pt>
                <c:pt idx="68">
                  <c:v>215</c:v>
                </c:pt>
                <c:pt idx="69">
                  <c:v>96</c:v>
                </c:pt>
                <c:pt idx="70">
                  <c:v>180</c:v>
                </c:pt>
                <c:pt idx="71">
                  <c:v>231</c:v>
                </c:pt>
                <c:pt idx="72">
                  <c:v>181</c:v>
                </c:pt>
                <c:pt idx="73">
                  <c:v>178</c:v>
                </c:pt>
                <c:pt idx="74">
                  <c:v>205</c:v>
                </c:pt>
                <c:pt idx="75">
                  <c:v>202</c:v>
                </c:pt>
                <c:pt idx="76">
                  <c:v>187</c:v>
                </c:pt>
                <c:pt idx="77">
                  <c:v>192</c:v>
                </c:pt>
                <c:pt idx="78">
                  <c:v>195</c:v>
                </c:pt>
                <c:pt idx="79">
                  <c:v>181</c:v>
                </c:pt>
                <c:pt idx="80">
                  <c:v>143</c:v>
                </c:pt>
                <c:pt idx="81">
                  <c:v>189</c:v>
                </c:pt>
                <c:pt idx="82">
                  <c:v>223</c:v>
                </c:pt>
                <c:pt idx="83">
                  <c:v>103</c:v>
                </c:pt>
                <c:pt idx="84">
                  <c:v>156</c:v>
                </c:pt>
                <c:pt idx="85">
                  <c:v>261</c:v>
                </c:pt>
                <c:pt idx="86">
                  <c:v>114</c:v>
                </c:pt>
                <c:pt idx="87">
                  <c:v>135</c:v>
                </c:pt>
                <c:pt idx="88">
                  <c:v>240</c:v>
                </c:pt>
                <c:pt idx="89">
                  <c:v>181</c:v>
                </c:pt>
                <c:pt idx="90">
                  <c:v>202</c:v>
                </c:pt>
                <c:pt idx="91">
                  <c:v>197</c:v>
                </c:pt>
                <c:pt idx="92">
                  <c:v>186</c:v>
                </c:pt>
                <c:pt idx="93">
                  <c:v>181</c:v>
                </c:pt>
                <c:pt idx="94">
                  <c:v>231</c:v>
                </c:pt>
                <c:pt idx="95">
                  <c:v>158</c:v>
                </c:pt>
                <c:pt idx="96">
                  <c:v>187</c:v>
                </c:pt>
                <c:pt idx="97">
                  <c:v>134</c:v>
                </c:pt>
                <c:pt idx="98">
                  <c:v>180</c:v>
                </c:pt>
                <c:pt idx="99">
                  <c:v>233</c:v>
                </c:pt>
                <c:pt idx="100">
                  <c:v>184</c:v>
                </c:pt>
                <c:pt idx="101">
                  <c:v>187</c:v>
                </c:pt>
                <c:pt idx="102">
                  <c:v>195</c:v>
                </c:pt>
                <c:pt idx="103">
                  <c:v>169</c:v>
                </c:pt>
                <c:pt idx="104">
                  <c:v>173</c:v>
                </c:pt>
                <c:pt idx="105">
                  <c:v>148</c:v>
                </c:pt>
                <c:pt idx="106">
                  <c:v>199</c:v>
                </c:pt>
                <c:pt idx="107">
                  <c:v>132</c:v>
                </c:pt>
                <c:pt idx="108">
                  <c:v>149</c:v>
                </c:pt>
                <c:pt idx="109">
                  <c:v>233</c:v>
                </c:pt>
                <c:pt idx="110">
                  <c:v>186</c:v>
                </c:pt>
                <c:pt idx="111">
                  <c:v>255</c:v>
                </c:pt>
                <c:pt idx="112">
                  <c:v>192</c:v>
                </c:pt>
                <c:pt idx="113">
                  <c:v>182</c:v>
                </c:pt>
                <c:pt idx="114">
                  <c:v>193</c:v>
                </c:pt>
                <c:pt idx="115">
                  <c:v>184</c:v>
                </c:pt>
                <c:pt idx="116">
                  <c:v>119</c:v>
                </c:pt>
                <c:pt idx="117">
                  <c:v>98</c:v>
                </c:pt>
                <c:pt idx="118">
                  <c:v>187</c:v>
                </c:pt>
                <c:pt idx="119">
                  <c:v>202</c:v>
                </c:pt>
                <c:pt idx="120">
                  <c:v>189</c:v>
                </c:pt>
                <c:pt idx="121">
                  <c:v>186</c:v>
                </c:pt>
                <c:pt idx="122">
                  <c:v>275</c:v>
                </c:pt>
                <c:pt idx="123">
                  <c:v>195</c:v>
                </c:pt>
                <c:pt idx="124">
                  <c:v>138</c:v>
                </c:pt>
                <c:pt idx="125">
                  <c:v>243</c:v>
                </c:pt>
                <c:pt idx="126">
                  <c:v>153</c:v>
                </c:pt>
                <c:pt idx="127">
                  <c:v>197</c:v>
                </c:pt>
                <c:pt idx="128">
                  <c:v>192</c:v>
                </c:pt>
                <c:pt idx="129">
                  <c:v>194</c:v>
                </c:pt>
                <c:pt idx="130">
                  <c:v>180</c:v>
                </c:pt>
                <c:pt idx="131">
                  <c:v>199</c:v>
                </c:pt>
                <c:pt idx="132">
                  <c:v>202</c:v>
                </c:pt>
                <c:pt idx="133">
                  <c:v>249</c:v>
                </c:pt>
                <c:pt idx="134">
                  <c:v>186</c:v>
                </c:pt>
                <c:pt idx="135">
                  <c:v>178</c:v>
                </c:pt>
                <c:pt idx="136">
                  <c:v>187</c:v>
                </c:pt>
                <c:pt idx="137">
                  <c:v>171</c:v>
                </c:pt>
                <c:pt idx="138">
                  <c:v>125</c:v>
                </c:pt>
                <c:pt idx="139">
                  <c:v>181</c:v>
                </c:pt>
                <c:pt idx="140">
                  <c:v>211</c:v>
                </c:pt>
                <c:pt idx="141">
                  <c:v>211</c:v>
                </c:pt>
                <c:pt idx="142">
                  <c:v>197</c:v>
                </c:pt>
                <c:pt idx="143">
                  <c:v>243</c:v>
                </c:pt>
                <c:pt idx="144">
                  <c:v>205</c:v>
                </c:pt>
                <c:pt idx="145">
                  <c:v>270</c:v>
                </c:pt>
                <c:pt idx="146">
                  <c:v>144</c:v>
                </c:pt>
                <c:pt idx="147">
                  <c:v>249</c:v>
                </c:pt>
                <c:pt idx="148">
                  <c:v>189</c:v>
                </c:pt>
                <c:pt idx="149">
                  <c:v>111</c:v>
                </c:pt>
                <c:pt idx="150">
                  <c:v>119</c:v>
                </c:pt>
                <c:pt idx="151">
                  <c:v>132</c:v>
                </c:pt>
                <c:pt idx="152">
                  <c:v>205</c:v>
                </c:pt>
                <c:pt idx="153">
                  <c:v>200</c:v>
                </c:pt>
                <c:pt idx="154">
                  <c:v>188</c:v>
                </c:pt>
                <c:pt idx="155">
                  <c:v>194</c:v>
                </c:pt>
                <c:pt idx="156">
                  <c:v>195</c:v>
                </c:pt>
                <c:pt idx="157">
                  <c:v>192</c:v>
                </c:pt>
                <c:pt idx="158">
                  <c:v>181</c:v>
                </c:pt>
                <c:pt idx="159">
                  <c:v>192</c:v>
                </c:pt>
                <c:pt idx="160">
                  <c:v>163</c:v>
                </c:pt>
                <c:pt idx="161">
                  <c:v>184</c:v>
                </c:pt>
                <c:pt idx="162">
                  <c:v>123</c:v>
                </c:pt>
                <c:pt idx="163">
                  <c:v>299</c:v>
                </c:pt>
                <c:pt idx="164">
                  <c:v>199</c:v>
                </c:pt>
                <c:pt idx="165">
                  <c:v>138</c:v>
                </c:pt>
                <c:pt idx="166">
                  <c:v>188</c:v>
                </c:pt>
                <c:pt idx="167">
                  <c:v>149</c:v>
                </c:pt>
                <c:pt idx="168">
                  <c:v>188</c:v>
                </c:pt>
                <c:pt idx="169">
                  <c:v>217</c:v>
                </c:pt>
                <c:pt idx="170">
                  <c:v>189</c:v>
                </c:pt>
                <c:pt idx="171">
                  <c:v>138</c:v>
                </c:pt>
                <c:pt idx="172">
                  <c:v>171</c:v>
                </c:pt>
                <c:pt idx="173">
                  <c:v>128</c:v>
                </c:pt>
                <c:pt idx="174">
                  <c:v>249</c:v>
                </c:pt>
                <c:pt idx="175">
                  <c:v>125</c:v>
                </c:pt>
                <c:pt idx="176">
                  <c:v>206</c:v>
                </c:pt>
                <c:pt idx="177">
                  <c:v>179</c:v>
                </c:pt>
                <c:pt idx="178">
                  <c:v>165</c:v>
                </c:pt>
                <c:pt idx="179">
                  <c:v>125</c:v>
                </c:pt>
                <c:pt idx="180">
                  <c:v>192</c:v>
                </c:pt>
                <c:pt idx="181">
                  <c:v>192</c:v>
                </c:pt>
                <c:pt idx="182">
                  <c:v>179</c:v>
                </c:pt>
                <c:pt idx="183">
                  <c:v>208</c:v>
                </c:pt>
                <c:pt idx="184">
                  <c:v>184</c:v>
                </c:pt>
                <c:pt idx="185">
                  <c:v>99</c:v>
                </c:pt>
                <c:pt idx="186">
                  <c:v>240</c:v>
                </c:pt>
                <c:pt idx="187">
                  <c:v>179</c:v>
                </c:pt>
                <c:pt idx="188">
                  <c:v>171</c:v>
                </c:pt>
                <c:pt idx="189">
                  <c:v>244</c:v>
                </c:pt>
                <c:pt idx="190">
                  <c:v>180</c:v>
                </c:pt>
                <c:pt idx="191">
                  <c:v>149</c:v>
                </c:pt>
                <c:pt idx="192">
                  <c:v>186</c:v>
                </c:pt>
                <c:pt idx="193">
                  <c:v>202</c:v>
                </c:pt>
                <c:pt idx="194">
                  <c:v>189</c:v>
                </c:pt>
                <c:pt idx="195">
                  <c:v>286</c:v>
                </c:pt>
                <c:pt idx="196">
                  <c:v>197</c:v>
                </c:pt>
                <c:pt idx="197">
                  <c:v>224</c:v>
                </c:pt>
                <c:pt idx="198">
                  <c:v>171</c:v>
                </c:pt>
                <c:pt idx="199">
                  <c:v>180</c:v>
                </c:pt>
                <c:pt idx="200">
                  <c:v>189</c:v>
                </c:pt>
                <c:pt idx="201">
                  <c:v>136</c:v>
                </c:pt>
                <c:pt idx="202">
                  <c:v>104</c:v>
                </c:pt>
                <c:pt idx="203">
                  <c:v>127</c:v>
                </c:pt>
                <c:pt idx="204">
                  <c:v>189</c:v>
                </c:pt>
                <c:pt idx="205">
                  <c:v>217</c:v>
                </c:pt>
                <c:pt idx="206">
                  <c:v>187</c:v>
                </c:pt>
                <c:pt idx="207">
                  <c:v>190</c:v>
                </c:pt>
                <c:pt idx="208">
                  <c:v>110</c:v>
                </c:pt>
                <c:pt idx="209">
                  <c:v>110</c:v>
                </c:pt>
                <c:pt idx="210">
                  <c:v>140</c:v>
                </c:pt>
                <c:pt idx="211">
                  <c:v>195</c:v>
                </c:pt>
                <c:pt idx="212">
                  <c:v>179</c:v>
                </c:pt>
                <c:pt idx="213">
                  <c:v>194</c:v>
                </c:pt>
                <c:pt idx="214">
                  <c:v>187</c:v>
                </c:pt>
                <c:pt idx="215">
                  <c:v>211</c:v>
                </c:pt>
                <c:pt idx="216">
                  <c:v>176</c:v>
                </c:pt>
                <c:pt idx="217">
                  <c:v>189</c:v>
                </c:pt>
                <c:pt idx="218">
                  <c:v>307</c:v>
                </c:pt>
                <c:pt idx="219">
                  <c:v>150</c:v>
                </c:pt>
                <c:pt idx="220">
                  <c:v>234</c:v>
                </c:pt>
                <c:pt idx="221">
                  <c:v>179</c:v>
                </c:pt>
                <c:pt idx="222">
                  <c:v>189</c:v>
                </c:pt>
                <c:pt idx="223">
                  <c:v>173</c:v>
                </c:pt>
                <c:pt idx="224">
                  <c:v>122</c:v>
                </c:pt>
                <c:pt idx="225">
                  <c:v>202</c:v>
                </c:pt>
                <c:pt idx="226">
                  <c:v>211</c:v>
                </c:pt>
                <c:pt idx="227">
                  <c:v>109</c:v>
                </c:pt>
                <c:pt idx="228">
                  <c:v>209</c:v>
                </c:pt>
                <c:pt idx="229">
                  <c:v>192</c:v>
                </c:pt>
                <c:pt idx="230">
                  <c:v>181</c:v>
                </c:pt>
                <c:pt idx="231">
                  <c:v>281</c:v>
                </c:pt>
                <c:pt idx="232">
                  <c:v>217</c:v>
                </c:pt>
                <c:pt idx="233">
                  <c:v>199</c:v>
                </c:pt>
                <c:pt idx="234">
                  <c:v>173</c:v>
                </c:pt>
                <c:pt idx="235">
                  <c:v>265</c:v>
                </c:pt>
                <c:pt idx="236">
                  <c:v>142</c:v>
                </c:pt>
                <c:pt idx="237">
                  <c:v>175</c:v>
                </c:pt>
                <c:pt idx="238">
                  <c:v>187</c:v>
                </c:pt>
                <c:pt idx="239">
                  <c:v>187</c:v>
                </c:pt>
                <c:pt idx="240">
                  <c:v>228</c:v>
                </c:pt>
                <c:pt idx="241">
                  <c:v>187</c:v>
                </c:pt>
                <c:pt idx="242">
                  <c:v>231</c:v>
                </c:pt>
                <c:pt idx="243">
                  <c:v>114</c:v>
                </c:pt>
                <c:pt idx="244">
                  <c:v>185</c:v>
                </c:pt>
                <c:pt idx="245">
                  <c:v>172</c:v>
                </c:pt>
                <c:pt idx="246">
                  <c:v>187</c:v>
                </c:pt>
                <c:pt idx="247">
                  <c:v>127</c:v>
                </c:pt>
                <c:pt idx="248">
                  <c:v>179</c:v>
                </c:pt>
                <c:pt idx="249">
                  <c:v>189</c:v>
                </c:pt>
                <c:pt idx="250">
                  <c:v>129</c:v>
                </c:pt>
                <c:pt idx="251">
                  <c:v>150</c:v>
                </c:pt>
                <c:pt idx="252">
                  <c:v>204</c:v>
                </c:pt>
                <c:pt idx="253">
                  <c:v>164</c:v>
                </c:pt>
                <c:pt idx="254">
                  <c:v>202</c:v>
                </c:pt>
                <c:pt idx="255">
                  <c:v>97</c:v>
                </c:pt>
                <c:pt idx="256">
                  <c:v>109</c:v>
                </c:pt>
                <c:pt idx="257">
                  <c:v>215</c:v>
                </c:pt>
                <c:pt idx="258">
                  <c:v>132</c:v>
                </c:pt>
                <c:pt idx="259">
                  <c:v>197</c:v>
                </c:pt>
                <c:pt idx="260">
                  <c:v>119</c:v>
                </c:pt>
                <c:pt idx="261">
                  <c:v>184</c:v>
                </c:pt>
                <c:pt idx="262">
                  <c:v>138</c:v>
                </c:pt>
                <c:pt idx="263">
                  <c:v>142</c:v>
                </c:pt>
                <c:pt idx="264">
                  <c:v>164</c:v>
                </c:pt>
                <c:pt idx="265">
                  <c:v>112</c:v>
                </c:pt>
                <c:pt idx="266">
                  <c:v>135</c:v>
                </c:pt>
                <c:pt idx="267">
                  <c:v>215</c:v>
                </c:pt>
                <c:pt idx="268">
                  <c:v>181</c:v>
                </c:pt>
                <c:pt idx="269">
                  <c:v>179</c:v>
                </c:pt>
                <c:pt idx="270">
                  <c:v>206</c:v>
                </c:pt>
                <c:pt idx="271">
                  <c:v>180</c:v>
                </c:pt>
                <c:pt idx="272">
                  <c:v>169</c:v>
                </c:pt>
                <c:pt idx="273">
                  <c:v>116</c:v>
                </c:pt>
                <c:pt idx="274">
                  <c:v>223</c:v>
                </c:pt>
                <c:pt idx="275">
                  <c:v>144</c:v>
                </c:pt>
                <c:pt idx="276">
                  <c:v>141</c:v>
                </c:pt>
                <c:pt idx="277">
                  <c:v>195</c:v>
                </c:pt>
                <c:pt idx="278">
                  <c:v>141</c:v>
                </c:pt>
                <c:pt idx="279">
                  <c:v>232</c:v>
                </c:pt>
                <c:pt idx="280">
                  <c:v>184</c:v>
                </c:pt>
                <c:pt idx="281">
                  <c:v>119</c:v>
                </c:pt>
                <c:pt idx="282">
                  <c:v>181</c:v>
                </c:pt>
                <c:pt idx="283">
                  <c:v>169</c:v>
                </c:pt>
                <c:pt idx="284">
                  <c:v>189</c:v>
                </c:pt>
                <c:pt idx="285">
                  <c:v>192</c:v>
                </c:pt>
                <c:pt idx="286">
                  <c:v>124</c:v>
                </c:pt>
                <c:pt idx="287">
                  <c:v>189</c:v>
                </c:pt>
                <c:pt idx="288">
                  <c:v>194</c:v>
                </c:pt>
                <c:pt idx="289">
                  <c:v>189</c:v>
                </c:pt>
                <c:pt idx="290">
                  <c:v>171</c:v>
                </c:pt>
                <c:pt idx="291">
                  <c:v>187</c:v>
                </c:pt>
                <c:pt idx="292">
                  <c:v>173</c:v>
                </c:pt>
                <c:pt idx="293">
                  <c:v>99</c:v>
                </c:pt>
                <c:pt idx="294">
                  <c:v>195</c:v>
                </c:pt>
                <c:pt idx="295">
                  <c:v>149</c:v>
                </c:pt>
                <c:pt idx="296">
                  <c:v>127</c:v>
                </c:pt>
                <c:pt idx="297">
                  <c:v>197</c:v>
                </c:pt>
                <c:pt idx="298">
                  <c:v>186</c:v>
                </c:pt>
                <c:pt idx="299">
                  <c:v>189</c:v>
                </c:pt>
                <c:pt idx="300">
                  <c:v>197</c:v>
                </c:pt>
                <c:pt idx="301">
                  <c:v>150</c:v>
                </c:pt>
                <c:pt idx="302">
                  <c:v>187</c:v>
                </c:pt>
                <c:pt idx="303">
                  <c:v>154</c:v>
                </c:pt>
                <c:pt idx="304">
                  <c:v>187</c:v>
                </c:pt>
                <c:pt idx="305">
                  <c:v>182</c:v>
                </c:pt>
                <c:pt idx="306">
                  <c:v>113</c:v>
                </c:pt>
                <c:pt idx="307">
                  <c:v>189</c:v>
                </c:pt>
                <c:pt idx="308">
                  <c:v>179</c:v>
                </c:pt>
                <c:pt idx="309">
                  <c:v>109</c:v>
                </c:pt>
                <c:pt idx="310">
                  <c:v>225</c:v>
                </c:pt>
                <c:pt idx="311">
                  <c:v>174</c:v>
                </c:pt>
                <c:pt idx="312">
                  <c:v>189</c:v>
                </c:pt>
                <c:pt idx="313">
                  <c:v>124</c:v>
                </c:pt>
                <c:pt idx="314">
                  <c:v>181</c:v>
                </c:pt>
                <c:pt idx="315">
                  <c:v>232</c:v>
                </c:pt>
                <c:pt idx="316">
                  <c:v>197</c:v>
                </c:pt>
                <c:pt idx="317">
                  <c:v>114</c:v>
                </c:pt>
                <c:pt idx="318">
                  <c:v>180</c:v>
                </c:pt>
                <c:pt idx="319">
                  <c:v>195</c:v>
                </c:pt>
                <c:pt idx="320">
                  <c:v>93</c:v>
                </c:pt>
                <c:pt idx="321">
                  <c:v>131</c:v>
                </c:pt>
                <c:pt idx="322">
                  <c:v>186</c:v>
                </c:pt>
                <c:pt idx="323">
                  <c:v>200</c:v>
                </c:pt>
                <c:pt idx="324">
                  <c:v>153</c:v>
                </c:pt>
                <c:pt idx="325">
                  <c:v>184</c:v>
                </c:pt>
                <c:pt idx="326">
                  <c:v>133</c:v>
                </c:pt>
                <c:pt idx="327">
                  <c:v>170</c:v>
                </c:pt>
                <c:pt idx="328">
                  <c:v>124</c:v>
                </c:pt>
                <c:pt idx="329">
                  <c:v>174</c:v>
                </c:pt>
                <c:pt idx="330">
                  <c:v>129</c:v>
                </c:pt>
                <c:pt idx="331">
                  <c:v>108</c:v>
                </c:pt>
                <c:pt idx="332">
                  <c:v>192</c:v>
                </c:pt>
                <c:pt idx="333">
                  <c:v>119</c:v>
                </c:pt>
                <c:pt idx="334">
                  <c:v>180</c:v>
                </c:pt>
                <c:pt idx="335">
                  <c:v>107</c:v>
                </c:pt>
                <c:pt idx="336">
                  <c:v>189</c:v>
                </c:pt>
                <c:pt idx="337">
                  <c:v>179</c:v>
                </c:pt>
                <c:pt idx="338">
                  <c:v>220</c:v>
                </c:pt>
                <c:pt idx="339">
                  <c:v>199</c:v>
                </c:pt>
                <c:pt idx="340">
                  <c:v>162</c:v>
                </c:pt>
                <c:pt idx="341">
                  <c:v>149</c:v>
                </c:pt>
                <c:pt idx="342">
                  <c:v>242</c:v>
                </c:pt>
                <c:pt idx="343">
                  <c:v>128</c:v>
                </c:pt>
                <c:pt idx="344">
                  <c:v>137</c:v>
                </c:pt>
                <c:pt idx="345">
                  <c:v>99</c:v>
                </c:pt>
                <c:pt idx="346">
                  <c:v>263</c:v>
                </c:pt>
                <c:pt idx="347">
                  <c:v>184</c:v>
                </c:pt>
                <c:pt idx="348">
                  <c:v>189</c:v>
                </c:pt>
                <c:pt idx="349">
                  <c:v>189</c:v>
                </c:pt>
                <c:pt idx="350">
                  <c:v>187</c:v>
                </c:pt>
                <c:pt idx="351">
                  <c:v>207</c:v>
                </c:pt>
                <c:pt idx="352">
                  <c:v>228</c:v>
                </c:pt>
                <c:pt idx="353">
                  <c:v>211</c:v>
                </c:pt>
                <c:pt idx="354">
                  <c:v>129</c:v>
                </c:pt>
                <c:pt idx="355">
                  <c:v>307</c:v>
                </c:pt>
                <c:pt idx="356">
                  <c:v>189</c:v>
                </c:pt>
                <c:pt idx="357">
                  <c:v>185</c:v>
                </c:pt>
                <c:pt idx="358">
                  <c:v>142</c:v>
                </c:pt>
                <c:pt idx="359">
                  <c:v>173</c:v>
                </c:pt>
                <c:pt idx="360">
                  <c:v>181</c:v>
                </c:pt>
                <c:pt idx="361">
                  <c:v>250</c:v>
                </c:pt>
                <c:pt idx="362">
                  <c:v>231</c:v>
                </c:pt>
                <c:pt idx="363">
                  <c:v>179</c:v>
                </c:pt>
                <c:pt idx="364">
                  <c:v>162</c:v>
                </c:pt>
                <c:pt idx="365">
                  <c:v>99</c:v>
                </c:pt>
                <c:pt idx="366">
                  <c:v>195</c:v>
                </c:pt>
                <c:pt idx="367">
                  <c:v>123</c:v>
                </c:pt>
                <c:pt idx="368">
                  <c:v>181</c:v>
                </c:pt>
                <c:pt idx="369">
                  <c:v>195</c:v>
                </c:pt>
                <c:pt idx="370">
                  <c:v>181</c:v>
                </c:pt>
                <c:pt idx="371">
                  <c:v>114</c:v>
                </c:pt>
                <c:pt idx="372">
                  <c:v>193</c:v>
                </c:pt>
                <c:pt idx="373">
                  <c:v>122</c:v>
                </c:pt>
                <c:pt idx="374">
                  <c:v>249</c:v>
                </c:pt>
                <c:pt idx="375">
                  <c:v>286</c:v>
                </c:pt>
                <c:pt idx="376">
                  <c:v>197</c:v>
                </c:pt>
                <c:pt idx="377">
                  <c:v>187</c:v>
                </c:pt>
                <c:pt idx="378">
                  <c:v>188</c:v>
                </c:pt>
                <c:pt idx="379">
                  <c:v>99</c:v>
                </c:pt>
                <c:pt idx="380">
                  <c:v>189</c:v>
                </c:pt>
                <c:pt idx="381">
                  <c:v>187</c:v>
                </c:pt>
                <c:pt idx="382">
                  <c:v>192</c:v>
                </c:pt>
                <c:pt idx="383">
                  <c:v>107</c:v>
                </c:pt>
                <c:pt idx="384">
                  <c:v>127</c:v>
                </c:pt>
                <c:pt idx="385">
                  <c:v>187</c:v>
                </c:pt>
                <c:pt idx="386">
                  <c:v>267</c:v>
                </c:pt>
                <c:pt idx="387">
                  <c:v>189</c:v>
                </c:pt>
                <c:pt idx="388">
                  <c:v>187</c:v>
                </c:pt>
                <c:pt idx="389">
                  <c:v>192</c:v>
                </c:pt>
                <c:pt idx="390">
                  <c:v>220</c:v>
                </c:pt>
                <c:pt idx="391">
                  <c:v>189</c:v>
                </c:pt>
                <c:pt idx="392">
                  <c:v>189</c:v>
                </c:pt>
                <c:pt idx="393">
                  <c:v>162</c:v>
                </c:pt>
                <c:pt idx="394">
                  <c:v>134</c:v>
                </c:pt>
                <c:pt idx="395">
                  <c:v>197</c:v>
                </c:pt>
                <c:pt idx="396">
                  <c:v>170</c:v>
                </c:pt>
                <c:pt idx="397">
                  <c:v>127</c:v>
                </c:pt>
                <c:pt idx="398">
                  <c:v>183</c:v>
                </c:pt>
                <c:pt idx="399">
                  <c:v>122</c:v>
                </c:pt>
                <c:pt idx="400">
                  <c:v>171</c:v>
                </c:pt>
                <c:pt idx="401">
                  <c:v>180</c:v>
                </c:pt>
                <c:pt idx="402">
                  <c:v>195</c:v>
                </c:pt>
                <c:pt idx="403">
                  <c:v>249</c:v>
                </c:pt>
                <c:pt idx="404">
                  <c:v>154</c:v>
                </c:pt>
                <c:pt idx="405">
                  <c:v>123</c:v>
                </c:pt>
                <c:pt idx="406">
                  <c:v>189</c:v>
                </c:pt>
                <c:pt idx="407">
                  <c:v>130</c:v>
                </c:pt>
                <c:pt idx="408">
                  <c:v>240</c:v>
                </c:pt>
                <c:pt idx="409">
                  <c:v>223</c:v>
                </c:pt>
                <c:pt idx="410">
                  <c:v>171</c:v>
                </c:pt>
                <c:pt idx="411">
                  <c:v>195</c:v>
                </c:pt>
                <c:pt idx="412">
                  <c:v>253</c:v>
                </c:pt>
                <c:pt idx="413">
                  <c:v>167</c:v>
                </c:pt>
                <c:pt idx="414">
                  <c:v>195</c:v>
                </c:pt>
                <c:pt idx="415">
                  <c:v>197</c:v>
                </c:pt>
                <c:pt idx="416">
                  <c:v>119</c:v>
                </c:pt>
                <c:pt idx="417">
                  <c:v>143</c:v>
                </c:pt>
                <c:pt idx="418">
                  <c:v>192</c:v>
                </c:pt>
                <c:pt idx="419">
                  <c:v>187</c:v>
                </c:pt>
                <c:pt idx="420">
                  <c:v>155</c:v>
                </c:pt>
                <c:pt idx="421">
                  <c:v>258</c:v>
                </c:pt>
                <c:pt idx="422">
                  <c:v>180</c:v>
                </c:pt>
                <c:pt idx="423">
                  <c:v>180</c:v>
                </c:pt>
                <c:pt idx="424">
                  <c:v>188</c:v>
                </c:pt>
                <c:pt idx="425">
                  <c:v>204</c:v>
                </c:pt>
                <c:pt idx="426">
                  <c:v>140</c:v>
                </c:pt>
                <c:pt idx="427">
                  <c:v>134</c:v>
                </c:pt>
                <c:pt idx="428">
                  <c:v>195</c:v>
                </c:pt>
                <c:pt idx="429">
                  <c:v>270</c:v>
                </c:pt>
                <c:pt idx="430">
                  <c:v>181</c:v>
                </c:pt>
                <c:pt idx="431">
                  <c:v>181</c:v>
                </c:pt>
                <c:pt idx="432">
                  <c:v>189</c:v>
                </c:pt>
                <c:pt idx="433">
                  <c:v>231</c:v>
                </c:pt>
                <c:pt idx="434">
                  <c:v>132</c:v>
                </c:pt>
                <c:pt idx="435">
                  <c:v>260</c:v>
                </c:pt>
                <c:pt idx="436">
                  <c:v>178</c:v>
                </c:pt>
                <c:pt idx="437">
                  <c:v>116</c:v>
                </c:pt>
                <c:pt idx="438">
                  <c:v>230</c:v>
                </c:pt>
                <c:pt idx="439">
                  <c:v>179</c:v>
                </c:pt>
                <c:pt idx="440">
                  <c:v>172</c:v>
                </c:pt>
                <c:pt idx="441">
                  <c:v>157</c:v>
                </c:pt>
                <c:pt idx="442">
                  <c:v>202</c:v>
                </c:pt>
                <c:pt idx="443">
                  <c:v>128</c:v>
                </c:pt>
                <c:pt idx="444">
                  <c:v>184</c:v>
                </c:pt>
                <c:pt idx="445">
                  <c:v>178</c:v>
                </c:pt>
                <c:pt idx="446">
                  <c:v>195</c:v>
                </c:pt>
                <c:pt idx="447">
                  <c:v>131</c:v>
                </c:pt>
                <c:pt idx="448">
                  <c:v>180</c:v>
                </c:pt>
                <c:pt idx="449">
                  <c:v>99</c:v>
                </c:pt>
                <c:pt idx="450">
                  <c:v>189</c:v>
                </c:pt>
                <c:pt idx="451">
                  <c:v>197</c:v>
                </c:pt>
                <c:pt idx="452">
                  <c:v>119</c:v>
                </c:pt>
                <c:pt idx="453">
                  <c:v>226</c:v>
                </c:pt>
                <c:pt idx="454">
                  <c:v>140</c:v>
                </c:pt>
                <c:pt idx="455">
                  <c:v>146</c:v>
                </c:pt>
                <c:pt idx="456">
                  <c:v>109</c:v>
                </c:pt>
                <c:pt idx="457">
                  <c:v>149</c:v>
                </c:pt>
                <c:pt idx="458">
                  <c:v>180</c:v>
                </c:pt>
                <c:pt idx="459">
                  <c:v>215</c:v>
                </c:pt>
                <c:pt idx="460">
                  <c:v>194</c:v>
                </c:pt>
                <c:pt idx="461">
                  <c:v>120</c:v>
                </c:pt>
                <c:pt idx="462">
                  <c:v>154</c:v>
                </c:pt>
                <c:pt idx="463">
                  <c:v>186</c:v>
                </c:pt>
                <c:pt idx="464">
                  <c:v>144</c:v>
                </c:pt>
                <c:pt idx="465">
                  <c:v>130</c:v>
                </c:pt>
                <c:pt idx="466">
                  <c:v>189</c:v>
                </c:pt>
                <c:pt idx="467">
                  <c:v>267</c:v>
                </c:pt>
                <c:pt idx="468">
                  <c:v>202</c:v>
                </c:pt>
                <c:pt idx="469">
                  <c:v>195</c:v>
                </c:pt>
                <c:pt idx="470">
                  <c:v>113</c:v>
                </c:pt>
                <c:pt idx="471">
                  <c:v>250</c:v>
                </c:pt>
                <c:pt idx="472">
                  <c:v>195</c:v>
                </c:pt>
                <c:pt idx="473">
                  <c:v>197</c:v>
                </c:pt>
                <c:pt idx="474">
                  <c:v>127</c:v>
                </c:pt>
                <c:pt idx="475">
                  <c:v>189</c:v>
                </c:pt>
                <c:pt idx="476">
                  <c:v>132</c:v>
                </c:pt>
                <c:pt idx="477">
                  <c:v>124</c:v>
                </c:pt>
                <c:pt idx="478">
                  <c:v>114</c:v>
                </c:pt>
                <c:pt idx="479">
                  <c:v>109</c:v>
                </c:pt>
                <c:pt idx="480">
                  <c:v>194</c:v>
                </c:pt>
                <c:pt idx="481">
                  <c:v>244</c:v>
                </c:pt>
                <c:pt idx="482">
                  <c:v>159</c:v>
                </c:pt>
                <c:pt idx="483">
                  <c:v>179</c:v>
                </c:pt>
                <c:pt idx="484">
                  <c:v>267</c:v>
                </c:pt>
                <c:pt idx="485">
                  <c:v>187</c:v>
                </c:pt>
                <c:pt idx="486">
                  <c:v>197</c:v>
                </c:pt>
                <c:pt idx="487">
                  <c:v>136</c:v>
                </c:pt>
                <c:pt idx="488">
                  <c:v>149</c:v>
                </c:pt>
                <c:pt idx="489">
                  <c:v>228</c:v>
                </c:pt>
                <c:pt idx="490">
                  <c:v>166</c:v>
                </c:pt>
                <c:pt idx="491">
                  <c:v>121</c:v>
                </c:pt>
                <c:pt idx="492">
                  <c:v>228</c:v>
                </c:pt>
                <c:pt idx="493">
                  <c:v>179</c:v>
                </c:pt>
                <c:pt idx="494">
                  <c:v>173</c:v>
                </c:pt>
                <c:pt idx="495">
                  <c:v>204</c:v>
                </c:pt>
                <c:pt idx="496">
                  <c:v>123</c:v>
                </c:pt>
                <c:pt idx="497">
                  <c:v>202</c:v>
                </c:pt>
                <c:pt idx="498">
                  <c:v>179</c:v>
                </c:pt>
                <c:pt idx="499">
                  <c:v>220</c:v>
                </c:pt>
                <c:pt idx="500">
                  <c:v>284</c:v>
                </c:pt>
                <c:pt idx="501">
                  <c:v>172</c:v>
                </c:pt>
                <c:pt idx="502">
                  <c:v>205</c:v>
                </c:pt>
                <c:pt idx="503">
                  <c:v>200</c:v>
                </c:pt>
                <c:pt idx="504">
                  <c:v>149</c:v>
                </c:pt>
                <c:pt idx="505">
                  <c:v>150</c:v>
                </c:pt>
                <c:pt idx="506">
                  <c:v>128</c:v>
                </c:pt>
                <c:pt idx="507">
                  <c:v>209</c:v>
                </c:pt>
                <c:pt idx="508">
                  <c:v>96</c:v>
                </c:pt>
                <c:pt idx="509">
                  <c:v>223</c:v>
                </c:pt>
                <c:pt idx="510">
                  <c:v>180</c:v>
                </c:pt>
                <c:pt idx="511">
                  <c:v>179</c:v>
                </c:pt>
                <c:pt idx="512">
                  <c:v>132</c:v>
                </c:pt>
                <c:pt idx="513">
                  <c:v>98</c:v>
                </c:pt>
                <c:pt idx="514">
                  <c:v>184</c:v>
                </c:pt>
                <c:pt idx="515">
                  <c:v>228</c:v>
                </c:pt>
                <c:pt idx="516">
                  <c:v>181</c:v>
                </c:pt>
                <c:pt idx="517">
                  <c:v>217</c:v>
                </c:pt>
                <c:pt idx="518">
                  <c:v>189</c:v>
                </c:pt>
                <c:pt idx="519">
                  <c:v>181</c:v>
                </c:pt>
                <c:pt idx="520">
                  <c:v>169</c:v>
                </c:pt>
                <c:pt idx="521">
                  <c:v>183</c:v>
                </c:pt>
                <c:pt idx="522">
                  <c:v>181</c:v>
                </c:pt>
                <c:pt idx="523">
                  <c:v>99</c:v>
                </c:pt>
                <c:pt idx="524">
                  <c:v>187</c:v>
                </c:pt>
                <c:pt idx="525">
                  <c:v>179</c:v>
                </c:pt>
                <c:pt idx="526">
                  <c:v>131</c:v>
                </c:pt>
                <c:pt idx="527">
                  <c:v>197</c:v>
                </c:pt>
                <c:pt idx="528">
                  <c:v>205</c:v>
                </c:pt>
                <c:pt idx="529">
                  <c:v>180</c:v>
                </c:pt>
                <c:pt idx="530">
                  <c:v>187</c:v>
                </c:pt>
                <c:pt idx="531">
                  <c:v>114</c:v>
                </c:pt>
                <c:pt idx="532">
                  <c:v>176</c:v>
                </c:pt>
                <c:pt idx="533">
                  <c:v>187</c:v>
                </c:pt>
                <c:pt idx="534">
                  <c:v>180</c:v>
                </c:pt>
                <c:pt idx="535">
                  <c:v>223</c:v>
                </c:pt>
                <c:pt idx="536">
                  <c:v>200</c:v>
                </c:pt>
                <c:pt idx="537">
                  <c:v>192</c:v>
                </c:pt>
                <c:pt idx="538">
                  <c:v>179</c:v>
                </c:pt>
                <c:pt idx="539">
                  <c:v>186</c:v>
                </c:pt>
                <c:pt idx="540">
                  <c:v>176</c:v>
                </c:pt>
                <c:pt idx="541">
                  <c:v>246</c:v>
                </c:pt>
                <c:pt idx="542">
                  <c:v>166</c:v>
                </c:pt>
                <c:pt idx="543">
                  <c:v>155</c:v>
                </c:pt>
                <c:pt idx="544">
                  <c:v>194</c:v>
                </c:pt>
                <c:pt idx="545">
                  <c:v>155</c:v>
                </c:pt>
                <c:pt idx="546">
                  <c:v>109</c:v>
                </c:pt>
                <c:pt idx="547">
                  <c:v>149</c:v>
                </c:pt>
                <c:pt idx="548">
                  <c:v>159</c:v>
                </c:pt>
                <c:pt idx="549">
                  <c:v>217</c:v>
                </c:pt>
                <c:pt idx="550">
                  <c:v>181</c:v>
                </c:pt>
                <c:pt idx="551">
                  <c:v>208</c:v>
                </c:pt>
                <c:pt idx="552">
                  <c:v>180</c:v>
                </c:pt>
                <c:pt idx="553">
                  <c:v>222</c:v>
                </c:pt>
                <c:pt idx="554">
                  <c:v>149</c:v>
                </c:pt>
                <c:pt idx="555">
                  <c:v>189</c:v>
                </c:pt>
                <c:pt idx="556">
                  <c:v>189</c:v>
                </c:pt>
                <c:pt idx="557">
                  <c:v>202</c:v>
                </c:pt>
                <c:pt idx="558">
                  <c:v>148</c:v>
                </c:pt>
                <c:pt idx="559">
                  <c:v>243</c:v>
                </c:pt>
                <c:pt idx="560">
                  <c:v>119</c:v>
                </c:pt>
                <c:pt idx="561">
                  <c:v>181</c:v>
                </c:pt>
                <c:pt idx="562">
                  <c:v>180</c:v>
                </c:pt>
                <c:pt idx="563">
                  <c:v>184</c:v>
                </c:pt>
                <c:pt idx="564">
                  <c:v>167</c:v>
                </c:pt>
                <c:pt idx="565">
                  <c:v>171</c:v>
                </c:pt>
                <c:pt idx="566">
                  <c:v>107</c:v>
                </c:pt>
                <c:pt idx="567">
                  <c:v>119</c:v>
                </c:pt>
                <c:pt idx="568">
                  <c:v>195</c:v>
                </c:pt>
                <c:pt idx="569">
                  <c:v>220</c:v>
                </c:pt>
                <c:pt idx="570">
                  <c:v>204</c:v>
                </c:pt>
                <c:pt idx="571">
                  <c:v>184</c:v>
                </c:pt>
                <c:pt idx="572">
                  <c:v>181</c:v>
                </c:pt>
                <c:pt idx="573">
                  <c:v>107</c:v>
                </c:pt>
                <c:pt idx="574">
                  <c:v>187</c:v>
                </c:pt>
                <c:pt idx="575">
                  <c:v>202</c:v>
                </c:pt>
                <c:pt idx="576">
                  <c:v>181</c:v>
                </c:pt>
                <c:pt idx="577">
                  <c:v>146</c:v>
                </c:pt>
                <c:pt idx="578">
                  <c:v>158</c:v>
                </c:pt>
                <c:pt idx="579">
                  <c:v>180</c:v>
                </c:pt>
                <c:pt idx="580">
                  <c:v>152</c:v>
                </c:pt>
                <c:pt idx="581">
                  <c:v>117</c:v>
                </c:pt>
                <c:pt idx="582">
                  <c:v>173</c:v>
                </c:pt>
                <c:pt idx="583">
                  <c:v>152</c:v>
                </c:pt>
                <c:pt idx="584">
                  <c:v>242</c:v>
                </c:pt>
                <c:pt idx="585">
                  <c:v>181</c:v>
                </c:pt>
                <c:pt idx="586">
                  <c:v>138</c:v>
                </c:pt>
                <c:pt idx="587">
                  <c:v>157</c:v>
                </c:pt>
                <c:pt idx="588">
                  <c:v>215</c:v>
                </c:pt>
                <c:pt idx="589">
                  <c:v>189</c:v>
                </c:pt>
                <c:pt idx="590">
                  <c:v>205</c:v>
                </c:pt>
                <c:pt idx="591">
                  <c:v>202</c:v>
                </c:pt>
                <c:pt idx="592">
                  <c:v>124</c:v>
                </c:pt>
                <c:pt idx="593">
                  <c:v>173</c:v>
                </c:pt>
                <c:pt idx="594">
                  <c:v>144</c:v>
                </c:pt>
                <c:pt idx="595">
                  <c:v>127</c:v>
                </c:pt>
                <c:pt idx="596">
                  <c:v>93</c:v>
                </c:pt>
                <c:pt idx="597">
                  <c:v>231</c:v>
                </c:pt>
                <c:pt idx="598">
                  <c:v>253</c:v>
                </c:pt>
                <c:pt idx="599">
                  <c:v>181</c:v>
                </c:pt>
              </c:numCache>
            </c:numRef>
          </c:xVal>
          <c:yVal>
            <c:numRef>
              <c:f>'Chart Data'!$B$2:$B$601</c:f>
              <c:numCache>
                <c:formatCode>0</c:formatCode>
                <c:ptCount val="600"/>
                <c:pt idx="0">
                  <c:v>100.428571429</c:v>
                </c:pt>
                <c:pt idx="1">
                  <c:v>238.42857142899999</c:v>
                </c:pt>
                <c:pt idx="2">
                  <c:v>181.85714285700001</c:v>
                </c:pt>
                <c:pt idx="3">
                  <c:v>110.714285714</c:v>
                </c:pt>
                <c:pt idx="4">
                  <c:v>181.85714285700001</c:v>
                </c:pt>
                <c:pt idx="5">
                  <c:v>170.285714286</c:v>
                </c:pt>
                <c:pt idx="6">
                  <c:v>181.714285714</c:v>
                </c:pt>
                <c:pt idx="7">
                  <c:v>142.57142857100001</c:v>
                </c:pt>
                <c:pt idx="8">
                  <c:v>132</c:v>
                </c:pt>
                <c:pt idx="9">
                  <c:v>190.285714286</c:v>
                </c:pt>
                <c:pt idx="10">
                  <c:v>91.285714285699996</c:v>
                </c:pt>
                <c:pt idx="11">
                  <c:v>118.571428571</c:v>
                </c:pt>
                <c:pt idx="12">
                  <c:v>159</c:v>
                </c:pt>
                <c:pt idx="13">
                  <c:v>170.285714286</c:v>
                </c:pt>
                <c:pt idx="14">
                  <c:v>216</c:v>
                </c:pt>
                <c:pt idx="15">
                  <c:v>189.57142857100001</c:v>
                </c:pt>
                <c:pt idx="16">
                  <c:v>189.57142857100001</c:v>
                </c:pt>
                <c:pt idx="17">
                  <c:v>295</c:v>
                </c:pt>
                <c:pt idx="18">
                  <c:v>100.857142857</c:v>
                </c:pt>
                <c:pt idx="19">
                  <c:v>183.285714286</c:v>
                </c:pt>
                <c:pt idx="20">
                  <c:v>189.57142857100001</c:v>
                </c:pt>
                <c:pt idx="21">
                  <c:v>125.571428571</c:v>
                </c:pt>
                <c:pt idx="22">
                  <c:v>110.714285714</c:v>
                </c:pt>
                <c:pt idx="23">
                  <c:v>256.28571428599997</c:v>
                </c:pt>
                <c:pt idx="24">
                  <c:v>116</c:v>
                </c:pt>
                <c:pt idx="25">
                  <c:v>215.14285714299999</c:v>
                </c:pt>
                <c:pt idx="26">
                  <c:v>154</c:v>
                </c:pt>
                <c:pt idx="27">
                  <c:v>172.42857142899999</c:v>
                </c:pt>
                <c:pt idx="28">
                  <c:v>120.714285714</c:v>
                </c:pt>
                <c:pt idx="29">
                  <c:v>102.714285714</c:v>
                </c:pt>
                <c:pt idx="30">
                  <c:v>181.85714285700001</c:v>
                </c:pt>
                <c:pt idx="31">
                  <c:v>189.57142857100001</c:v>
                </c:pt>
                <c:pt idx="32">
                  <c:v>131.85714285700001</c:v>
                </c:pt>
                <c:pt idx="33">
                  <c:v>293.57142857100001</c:v>
                </c:pt>
                <c:pt idx="34">
                  <c:v>154</c:v>
                </c:pt>
                <c:pt idx="35">
                  <c:v>189.57142857100001</c:v>
                </c:pt>
                <c:pt idx="36">
                  <c:v>177</c:v>
                </c:pt>
                <c:pt idx="37">
                  <c:v>201</c:v>
                </c:pt>
                <c:pt idx="38">
                  <c:v>169.14285714299999</c:v>
                </c:pt>
                <c:pt idx="39">
                  <c:v>170.285714286</c:v>
                </c:pt>
                <c:pt idx="40">
                  <c:v>170.285714286</c:v>
                </c:pt>
                <c:pt idx="41">
                  <c:v>153</c:v>
                </c:pt>
                <c:pt idx="42">
                  <c:v>154.42857142899999</c:v>
                </c:pt>
                <c:pt idx="43">
                  <c:v>170.285714286</c:v>
                </c:pt>
                <c:pt idx="44">
                  <c:v>122.857142857</c:v>
                </c:pt>
                <c:pt idx="45">
                  <c:v>159</c:v>
                </c:pt>
                <c:pt idx="46">
                  <c:v>336.71428571400003</c:v>
                </c:pt>
                <c:pt idx="47">
                  <c:v>122.714285714</c:v>
                </c:pt>
                <c:pt idx="48">
                  <c:v>123.571428571</c:v>
                </c:pt>
                <c:pt idx="49">
                  <c:v>125</c:v>
                </c:pt>
                <c:pt idx="50">
                  <c:v>295</c:v>
                </c:pt>
                <c:pt idx="51">
                  <c:v>131.14285714299999</c:v>
                </c:pt>
                <c:pt idx="52">
                  <c:v>159</c:v>
                </c:pt>
                <c:pt idx="53">
                  <c:v>190.285714286</c:v>
                </c:pt>
                <c:pt idx="54">
                  <c:v>182.57142857100001</c:v>
                </c:pt>
                <c:pt idx="55">
                  <c:v>115.857142857</c:v>
                </c:pt>
                <c:pt idx="56">
                  <c:v>155.714285714</c:v>
                </c:pt>
                <c:pt idx="57">
                  <c:v>154</c:v>
                </c:pt>
                <c:pt idx="58">
                  <c:v>189.57142857100001</c:v>
                </c:pt>
                <c:pt idx="59">
                  <c:v>137.14285714299999</c:v>
                </c:pt>
                <c:pt idx="60">
                  <c:v>182.57142857100001</c:v>
                </c:pt>
                <c:pt idx="61">
                  <c:v>181.85714285700001</c:v>
                </c:pt>
                <c:pt idx="62">
                  <c:v>156.42857142899999</c:v>
                </c:pt>
                <c:pt idx="63">
                  <c:v>161.85714285700001</c:v>
                </c:pt>
                <c:pt idx="64">
                  <c:v>189.57142857100001</c:v>
                </c:pt>
                <c:pt idx="65">
                  <c:v>295</c:v>
                </c:pt>
                <c:pt idx="66">
                  <c:v>177</c:v>
                </c:pt>
                <c:pt idx="67">
                  <c:v>152.85714285700001</c:v>
                </c:pt>
                <c:pt idx="68">
                  <c:v>216.14285714299999</c:v>
                </c:pt>
                <c:pt idx="69">
                  <c:v>104.285714286</c:v>
                </c:pt>
                <c:pt idx="70">
                  <c:v>159</c:v>
                </c:pt>
                <c:pt idx="71">
                  <c:v>177</c:v>
                </c:pt>
                <c:pt idx="72">
                  <c:v>178.85714285700001</c:v>
                </c:pt>
                <c:pt idx="73">
                  <c:v>177</c:v>
                </c:pt>
                <c:pt idx="74">
                  <c:v>181.85714285700001</c:v>
                </c:pt>
                <c:pt idx="75">
                  <c:v>190.285714286</c:v>
                </c:pt>
                <c:pt idx="76">
                  <c:v>189.57142857100001</c:v>
                </c:pt>
                <c:pt idx="77">
                  <c:v>177</c:v>
                </c:pt>
                <c:pt idx="78">
                  <c:v>176.85714285700001</c:v>
                </c:pt>
                <c:pt idx="79">
                  <c:v>190.285714286</c:v>
                </c:pt>
                <c:pt idx="80">
                  <c:v>123</c:v>
                </c:pt>
                <c:pt idx="81">
                  <c:v>177</c:v>
                </c:pt>
                <c:pt idx="82">
                  <c:v>216</c:v>
                </c:pt>
                <c:pt idx="83">
                  <c:v>121.428571429</c:v>
                </c:pt>
                <c:pt idx="84">
                  <c:v>148.42857142899999</c:v>
                </c:pt>
                <c:pt idx="85">
                  <c:v>238.42857142899999</c:v>
                </c:pt>
                <c:pt idx="86">
                  <c:v>120.142857143</c:v>
                </c:pt>
                <c:pt idx="87">
                  <c:v>147.14285714299999</c:v>
                </c:pt>
                <c:pt idx="88">
                  <c:v>203.85714285700001</c:v>
                </c:pt>
                <c:pt idx="89">
                  <c:v>154</c:v>
                </c:pt>
                <c:pt idx="90">
                  <c:v>190.285714286</c:v>
                </c:pt>
                <c:pt idx="91">
                  <c:v>181.85714285700001</c:v>
                </c:pt>
                <c:pt idx="92">
                  <c:v>181.714285714</c:v>
                </c:pt>
                <c:pt idx="93">
                  <c:v>177</c:v>
                </c:pt>
                <c:pt idx="94">
                  <c:v>295</c:v>
                </c:pt>
                <c:pt idx="95">
                  <c:v>159.85714285700001</c:v>
                </c:pt>
                <c:pt idx="96">
                  <c:v>151.85714285700001</c:v>
                </c:pt>
                <c:pt idx="97">
                  <c:v>139.85714285700001</c:v>
                </c:pt>
                <c:pt idx="98">
                  <c:v>177</c:v>
                </c:pt>
                <c:pt idx="99">
                  <c:v>295</c:v>
                </c:pt>
                <c:pt idx="100">
                  <c:v>152</c:v>
                </c:pt>
                <c:pt idx="101">
                  <c:v>189.57142857100001</c:v>
                </c:pt>
                <c:pt idx="102">
                  <c:v>190.285714286</c:v>
                </c:pt>
                <c:pt idx="103">
                  <c:v>168.714285714</c:v>
                </c:pt>
                <c:pt idx="104">
                  <c:v>159</c:v>
                </c:pt>
                <c:pt idx="105">
                  <c:v>102.428571429</c:v>
                </c:pt>
                <c:pt idx="106">
                  <c:v>220.285714286</c:v>
                </c:pt>
                <c:pt idx="107">
                  <c:v>123.285714286</c:v>
                </c:pt>
                <c:pt idx="108">
                  <c:v>155.57142857100001</c:v>
                </c:pt>
                <c:pt idx="109">
                  <c:v>295</c:v>
                </c:pt>
                <c:pt idx="110">
                  <c:v>189.57142857100001</c:v>
                </c:pt>
                <c:pt idx="111">
                  <c:v>198</c:v>
                </c:pt>
                <c:pt idx="112">
                  <c:v>181.85714285700001</c:v>
                </c:pt>
                <c:pt idx="113">
                  <c:v>177</c:v>
                </c:pt>
                <c:pt idx="114">
                  <c:v>181.285714286</c:v>
                </c:pt>
                <c:pt idx="115">
                  <c:v>184.285714286</c:v>
                </c:pt>
                <c:pt idx="116">
                  <c:v>126.285714286</c:v>
                </c:pt>
                <c:pt idx="117">
                  <c:v>104.285714286</c:v>
                </c:pt>
                <c:pt idx="118">
                  <c:v>170.285714286</c:v>
                </c:pt>
                <c:pt idx="119">
                  <c:v>176.85714285700001</c:v>
                </c:pt>
                <c:pt idx="120">
                  <c:v>181.85714285700001</c:v>
                </c:pt>
                <c:pt idx="121">
                  <c:v>189.57142857100001</c:v>
                </c:pt>
                <c:pt idx="122">
                  <c:v>273.71428571400003</c:v>
                </c:pt>
                <c:pt idx="123">
                  <c:v>190.285714286</c:v>
                </c:pt>
                <c:pt idx="124">
                  <c:v>154.85714285700001</c:v>
                </c:pt>
                <c:pt idx="125">
                  <c:v>189.57142857100001</c:v>
                </c:pt>
                <c:pt idx="126">
                  <c:v>142.57142857100001</c:v>
                </c:pt>
                <c:pt idx="127">
                  <c:v>181.85714285700001</c:v>
                </c:pt>
                <c:pt idx="128">
                  <c:v>189.57142857100001</c:v>
                </c:pt>
                <c:pt idx="129">
                  <c:v>194.714285714</c:v>
                </c:pt>
                <c:pt idx="130">
                  <c:v>177</c:v>
                </c:pt>
                <c:pt idx="131">
                  <c:v>186.85714285700001</c:v>
                </c:pt>
                <c:pt idx="132">
                  <c:v>181.714285714</c:v>
                </c:pt>
                <c:pt idx="133">
                  <c:v>235.285714286</c:v>
                </c:pt>
                <c:pt idx="134">
                  <c:v>181.85714285700001</c:v>
                </c:pt>
                <c:pt idx="135">
                  <c:v>163.42857142899999</c:v>
                </c:pt>
                <c:pt idx="136">
                  <c:v>190.285714286</c:v>
                </c:pt>
                <c:pt idx="137">
                  <c:v>176.85714285700001</c:v>
                </c:pt>
                <c:pt idx="138">
                  <c:v>116</c:v>
                </c:pt>
                <c:pt idx="139">
                  <c:v>159</c:v>
                </c:pt>
                <c:pt idx="140">
                  <c:v>201</c:v>
                </c:pt>
                <c:pt idx="141">
                  <c:v>172</c:v>
                </c:pt>
                <c:pt idx="142">
                  <c:v>181.85714285700001</c:v>
                </c:pt>
                <c:pt idx="143">
                  <c:v>189.57142857100001</c:v>
                </c:pt>
                <c:pt idx="144">
                  <c:v>181.85714285700001</c:v>
                </c:pt>
                <c:pt idx="145">
                  <c:v>272.57142857100001</c:v>
                </c:pt>
                <c:pt idx="146">
                  <c:v>140.42857142899999</c:v>
                </c:pt>
                <c:pt idx="147">
                  <c:v>238.42857142899999</c:v>
                </c:pt>
                <c:pt idx="148">
                  <c:v>177</c:v>
                </c:pt>
                <c:pt idx="149">
                  <c:v>112.571428571</c:v>
                </c:pt>
                <c:pt idx="150">
                  <c:v>126.285714286</c:v>
                </c:pt>
                <c:pt idx="151">
                  <c:v>107.857142857</c:v>
                </c:pt>
                <c:pt idx="152">
                  <c:v>181.85714285700001</c:v>
                </c:pt>
                <c:pt idx="153">
                  <c:v>177</c:v>
                </c:pt>
                <c:pt idx="154">
                  <c:v>159</c:v>
                </c:pt>
                <c:pt idx="155">
                  <c:v>190.285714286</c:v>
                </c:pt>
                <c:pt idx="156">
                  <c:v>189.42857142899999</c:v>
                </c:pt>
                <c:pt idx="157">
                  <c:v>154</c:v>
                </c:pt>
                <c:pt idx="158">
                  <c:v>183.14285714299999</c:v>
                </c:pt>
                <c:pt idx="159">
                  <c:v>181.85714285700001</c:v>
                </c:pt>
                <c:pt idx="160">
                  <c:v>159.14285714299999</c:v>
                </c:pt>
                <c:pt idx="161">
                  <c:v>177</c:v>
                </c:pt>
                <c:pt idx="162">
                  <c:v>141.57142857100001</c:v>
                </c:pt>
                <c:pt idx="163">
                  <c:v>237.14285714299999</c:v>
                </c:pt>
                <c:pt idx="164">
                  <c:v>177.42857142899999</c:v>
                </c:pt>
                <c:pt idx="165">
                  <c:v>150.57142857100001</c:v>
                </c:pt>
                <c:pt idx="166">
                  <c:v>209.714285714</c:v>
                </c:pt>
                <c:pt idx="167">
                  <c:v>147</c:v>
                </c:pt>
                <c:pt idx="168">
                  <c:v>188.714285714</c:v>
                </c:pt>
                <c:pt idx="169">
                  <c:v>247.14285714299999</c:v>
                </c:pt>
                <c:pt idx="170">
                  <c:v>181.85714285700001</c:v>
                </c:pt>
                <c:pt idx="171">
                  <c:v>141.85714285700001</c:v>
                </c:pt>
                <c:pt idx="172">
                  <c:v>194.714285714</c:v>
                </c:pt>
                <c:pt idx="173">
                  <c:v>115.428571429</c:v>
                </c:pt>
                <c:pt idx="174">
                  <c:v>216.14285714299999</c:v>
                </c:pt>
                <c:pt idx="175">
                  <c:v>122.857142857</c:v>
                </c:pt>
                <c:pt idx="176">
                  <c:v>253.714285714</c:v>
                </c:pt>
                <c:pt idx="177">
                  <c:v>181.714285714</c:v>
                </c:pt>
                <c:pt idx="178">
                  <c:v>181.85714285700001</c:v>
                </c:pt>
                <c:pt idx="179">
                  <c:v>134</c:v>
                </c:pt>
                <c:pt idx="180">
                  <c:v>169.14285714299999</c:v>
                </c:pt>
                <c:pt idx="181">
                  <c:v>154</c:v>
                </c:pt>
                <c:pt idx="182">
                  <c:v>190.285714286</c:v>
                </c:pt>
                <c:pt idx="183">
                  <c:v>189.57142857100001</c:v>
                </c:pt>
                <c:pt idx="184">
                  <c:v>177</c:v>
                </c:pt>
                <c:pt idx="185">
                  <c:v>116.142857143</c:v>
                </c:pt>
                <c:pt idx="186">
                  <c:v>207.714285714</c:v>
                </c:pt>
                <c:pt idx="187">
                  <c:v>189.57142857100001</c:v>
                </c:pt>
                <c:pt idx="188">
                  <c:v>182.57142857100001</c:v>
                </c:pt>
                <c:pt idx="189">
                  <c:v>216.14285714299999</c:v>
                </c:pt>
                <c:pt idx="190">
                  <c:v>159</c:v>
                </c:pt>
                <c:pt idx="191">
                  <c:v>154.42857142899999</c:v>
                </c:pt>
                <c:pt idx="192">
                  <c:v>181.714285714</c:v>
                </c:pt>
                <c:pt idx="193">
                  <c:v>192.85714285700001</c:v>
                </c:pt>
                <c:pt idx="194">
                  <c:v>154</c:v>
                </c:pt>
                <c:pt idx="195">
                  <c:v>181.14285714299999</c:v>
                </c:pt>
                <c:pt idx="196">
                  <c:v>189.57142857100001</c:v>
                </c:pt>
                <c:pt idx="197">
                  <c:v>186</c:v>
                </c:pt>
                <c:pt idx="198">
                  <c:v>181.85714285700001</c:v>
                </c:pt>
                <c:pt idx="199">
                  <c:v>159</c:v>
                </c:pt>
                <c:pt idx="200">
                  <c:v>170.714285714</c:v>
                </c:pt>
                <c:pt idx="201">
                  <c:v>135.57142857100001</c:v>
                </c:pt>
                <c:pt idx="202">
                  <c:v>116.142857143</c:v>
                </c:pt>
                <c:pt idx="203">
                  <c:v>111.714285714</c:v>
                </c:pt>
                <c:pt idx="204">
                  <c:v>182.57142857100001</c:v>
                </c:pt>
                <c:pt idx="205">
                  <c:v>159</c:v>
                </c:pt>
                <c:pt idx="206">
                  <c:v>190.285714286</c:v>
                </c:pt>
                <c:pt idx="207">
                  <c:v>183.714285714</c:v>
                </c:pt>
                <c:pt idx="208">
                  <c:v>121.428571429</c:v>
                </c:pt>
                <c:pt idx="209">
                  <c:v>117.428571429</c:v>
                </c:pt>
                <c:pt idx="210">
                  <c:v>166</c:v>
                </c:pt>
                <c:pt idx="211">
                  <c:v>176.85714285700001</c:v>
                </c:pt>
                <c:pt idx="212">
                  <c:v>189.57142857100001</c:v>
                </c:pt>
                <c:pt idx="213">
                  <c:v>181.85714285700001</c:v>
                </c:pt>
                <c:pt idx="214">
                  <c:v>157.14285714299999</c:v>
                </c:pt>
                <c:pt idx="215">
                  <c:v>201</c:v>
                </c:pt>
                <c:pt idx="216">
                  <c:v>181.85714285700001</c:v>
                </c:pt>
                <c:pt idx="217">
                  <c:v>159</c:v>
                </c:pt>
                <c:pt idx="218">
                  <c:v>273.71428571400003</c:v>
                </c:pt>
                <c:pt idx="219">
                  <c:v>151.57142857100001</c:v>
                </c:pt>
                <c:pt idx="220">
                  <c:v>244.714285714</c:v>
                </c:pt>
                <c:pt idx="221">
                  <c:v>159</c:v>
                </c:pt>
                <c:pt idx="222">
                  <c:v>159</c:v>
                </c:pt>
                <c:pt idx="223">
                  <c:v>177</c:v>
                </c:pt>
                <c:pt idx="224">
                  <c:v>113.428571429</c:v>
                </c:pt>
                <c:pt idx="225">
                  <c:v>176.85714285700001</c:v>
                </c:pt>
                <c:pt idx="226">
                  <c:v>194.14285714299999</c:v>
                </c:pt>
                <c:pt idx="227">
                  <c:v>112.571428571</c:v>
                </c:pt>
                <c:pt idx="228">
                  <c:v>201</c:v>
                </c:pt>
                <c:pt idx="229">
                  <c:v>184.285714286</c:v>
                </c:pt>
                <c:pt idx="230">
                  <c:v>157.14285714299999</c:v>
                </c:pt>
                <c:pt idx="231">
                  <c:v>185.85714285700001</c:v>
                </c:pt>
                <c:pt idx="232">
                  <c:v>295</c:v>
                </c:pt>
                <c:pt idx="233">
                  <c:v>177.42857142899999</c:v>
                </c:pt>
                <c:pt idx="234">
                  <c:v>177</c:v>
                </c:pt>
                <c:pt idx="235">
                  <c:v>216</c:v>
                </c:pt>
                <c:pt idx="236">
                  <c:v>140.42857142899999</c:v>
                </c:pt>
                <c:pt idx="237">
                  <c:v>162.714285714</c:v>
                </c:pt>
                <c:pt idx="238">
                  <c:v>181.85714285700001</c:v>
                </c:pt>
                <c:pt idx="239">
                  <c:v>174.14285714299999</c:v>
                </c:pt>
                <c:pt idx="240">
                  <c:v>159</c:v>
                </c:pt>
                <c:pt idx="241">
                  <c:v>186.14285714299999</c:v>
                </c:pt>
                <c:pt idx="242">
                  <c:v>295</c:v>
                </c:pt>
                <c:pt idx="243">
                  <c:v>115.571428571</c:v>
                </c:pt>
                <c:pt idx="244">
                  <c:v>181.85714285700001</c:v>
                </c:pt>
                <c:pt idx="245">
                  <c:v>183.285714286</c:v>
                </c:pt>
                <c:pt idx="246">
                  <c:v>172.42857142899999</c:v>
                </c:pt>
                <c:pt idx="247">
                  <c:v>123.714285714</c:v>
                </c:pt>
                <c:pt idx="248">
                  <c:v>176.85714285700001</c:v>
                </c:pt>
                <c:pt idx="249">
                  <c:v>179.42857142899999</c:v>
                </c:pt>
                <c:pt idx="250">
                  <c:v>131.285714286</c:v>
                </c:pt>
                <c:pt idx="251">
                  <c:v>150.85714285700001</c:v>
                </c:pt>
                <c:pt idx="252">
                  <c:v>216</c:v>
                </c:pt>
                <c:pt idx="253">
                  <c:v>165.42857142899999</c:v>
                </c:pt>
                <c:pt idx="254">
                  <c:v>181.714285714</c:v>
                </c:pt>
                <c:pt idx="255">
                  <c:v>116</c:v>
                </c:pt>
                <c:pt idx="256">
                  <c:v>137.714285714</c:v>
                </c:pt>
                <c:pt idx="257">
                  <c:v>235.285714286</c:v>
                </c:pt>
                <c:pt idx="258">
                  <c:v>132.85714285700001</c:v>
                </c:pt>
                <c:pt idx="259">
                  <c:v>189.57142857100001</c:v>
                </c:pt>
                <c:pt idx="260">
                  <c:v>121.857142857</c:v>
                </c:pt>
                <c:pt idx="261">
                  <c:v>154</c:v>
                </c:pt>
                <c:pt idx="262">
                  <c:v>136.285714286</c:v>
                </c:pt>
                <c:pt idx="263">
                  <c:v>147.85714285700001</c:v>
                </c:pt>
                <c:pt idx="264">
                  <c:v>160.42857142899999</c:v>
                </c:pt>
                <c:pt idx="265">
                  <c:v>110.714285714</c:v>
                </c:pt>
                <c:pt idx="266">
                  <c:v>133.285714286</c:v>
                </c:pt>
                <c:pt idx="267">
                  <c:v>216</c:v>
                </c:pt>
                <c:pt idx="268">
                  <c:v>159</c:v>
                </c:pt>
                <c:pt idx="269">
                  <c:v>180.14285714299999</c:v>
                </c:pt>
                <c:pt idx="270">
                  <c:v>196</c:v>
                </c:pt>
                <c:pt idx="271">
                  <c:v>159</c:v>
                </c:pt>
                <c:pt idx="272">
                  <c:v>175.85714285700001</c:v>
                </c:pt>
                <c:pt idx="273">
                  <c:v>125.571428571</c:v>
                </c:pt>
                <c:pt idx="274">
                  <c:v>201.85714285700001</c:v>
                </c:pt>
                <c:pt idx="275">
                  <c:v>140.42857142899999</c:v>
                </c:pt>
                <c:pt idx="276">
                  <c:v>133.57142857100001</c:v>
                </c:pt>
                <c:pt idx="277">
                  <c:v>170.285714286</c:v>
                </c:pt>
                <c:pt idx="278">
                  <c:v>134.714285714</c:v>
                </c:pt>
                <c:pt idx="279">
                  <c:v>189.57142857100001</c:v>
                </c:pt>
                <c:pt idx="280">
                  <c:v>177</c:v>
                </c:pt>
                <c:pt idx="281">
                  <c:v>110.285714286</c:v>
                </c:pt>
                <c:pt idx="282">
                  <c:v>181.714285714</c:v>
                </c:pt>
                <c:pt idx="283">
                  <c:v>150.42857142899999</c:v>
                </c:pt>
                <c:pt idx="284">
                  <c:v>181.714285714</c:v>
                </c:pt>
                <c:pt idx="285">
                  <c:v>176.85714285700001</c:v>
                </c:pt>
                <c:pt idx="286">
                  <c:v>110.571428571</c:v>
                </c:pt>
                <c:pt idx="287">
                  <c:v>181.85714285700001</c:v>
                </c:pt>
                <c:pt idx="288">
                  <c:v>181.714285714</c:v>
                </c:pt>
                <c:pt idx="289">
                  <c:v>179.42857142899999</c:v>
                </c:pt>
                <c:pt idx="290">
                  <c:v>181.714285714</c:v>
                </c:pt>
                <c:pt idx="291">
                  <c:v>157.14285714299999</c:v>
                </c:pt>
                <c:pt idx="292">
                  <c:v>177</c:v>
                </c:pt>
                <c:pt idx="293">
                  <c:v>97.571428571400006</c:v>
                </c:pt>
                <c:pt idx="294">
                  <c:v>170.285714286</c:v>
                </c:pt>
                <c:pt idx="295">
                  <c:v>152.85714285700001</c:v>
                </c:pt>
                <c:pt idx="296">
                  <c:v>123.285714286</c:v>
                </c:pt>
                <c:pt idx="297">
                  <c:v>181.85714285700001</c:v>
                </c:pt>
                <c:pt idx="298">
                  <c:v>190.285714286</c:v>
                </c:pt>
                <c:pt idx="299">
                  <c:v>159</c:v>
                </c:pt>
                <c:pt idx="300">
                  <c:v>181.85714285700001</c:v>
                </c:pt>
                <c:pt idx="301">
                  <c:v>177.14285714299999</c:v>
                </c:pt>
                <c:pt idx="302">
                  <c:v>172.42857142899999</c:v>
                </c:pt>
                <c:pt idx="303">
                  <c:v>159.42857142899999</c:v>
                </c:pt>
                <c:pt idx="304">
                  <c:v>174</c:v>
                </c:pt>
                <c:pt idx="305">
                  <c:v>177</c:v>
                </c:pt>
                <c:pt idx="306">
                  <c:v>112.571428571</c:v>
                </c:pt>
                <c:pt idx="307">
                  <c:v>190.285714286</c:v>
                </c:pt>
                <c:pt idx="308">
                  <c:v>181.714285714</c:v>
                </c:pt>
                <c:pt idx="309">
                  <c:v>117</c:v>
                </c:pt>
                <c:pt idx="310">
                  <c:v>256.28571428599997</c:v>
                </c:pt>
                <c:pt idx="311">
                  <c:v>174</c:v>
                </c:pt>
                <c:pt idx="312">
                  <c:v>189.42857142899999</c:v>
                </c:pt>
                <c:pt idx="313">
                  <c:v>122.571428571</c:v>
                </c:pt>
                <c:pt idx="314">
                  <c:v>159</c:v>
                </c:pt>
                <c:pt idx="315">
                  <c:v>189.57142857100001</c:v>
                </c:pt>
                <c:pt idx="316">
                  <c:v>181.85714285700001</c:v>
                </c:pt>
                <c:pt idx="317">
                  <c:v>120.142857143</c:v>
                </c:pt>
                <c:pt idx="318">
                  <c:v>159</c:v>
                </c:pt>
                <c:pt idx="319">
                  <c:v>176.85714285700001</c:v>
                </c:pt>
                <c:pt idx="320">
                  <c:v>92.285714285699996</c:v>
                </c:pt>
                <c:pt idx="321">
                  <c:v>118.714285714</c:v>
                </c:pt>
                <c:pt idx="322">
                  <c:v>189.57142857100001</c:v>
                </c:pt>
                <c:pt idx="323">
                  <c:v>177</c:v>
                </c:pt>
                <c:pt idx="324">
                  <c:v>160.285714286</c:v>
                </c:pt>
                <c:pt idx="325">
                  <c:v>177</c:v>
                </c:pt>
                <c:pt idx="326">
                  <c:v>143</c:v>
                </c:pt>
                <c:pt idx="327">
                  <c:v>177</c:v>
                </c:pt>
                <c:pt idx="328">
                  <c:v>130.285714286</c:v>
                </c:pt>
                <c:pt idx="329">
                  <c:v>165.42857142899999</c:v>
                </c:pt>
                <c:pt idx="330">
                  <c:v>122.714285714</c:v>
                </c:pt>
                <c:pt idx="331">
                  <c:v>115.571428571</c:v>
                </c:pt>
                <c:pt idx="332">
                  <c:v>181.85714285700001</c:v>
                </c:pt>
                <c:pt idx="333">
                  <c:v>116.285714286</c:v>
                </c:pt>
                <c:pt idx="334">
                  <c:v>180.285714286</c:v>
                </c:pt>
                <c:pt idx="335">
                  <c:v>113</c:v>
                </c:pt>
                <c:pt idx="336">
                  <c:v>169</c:v>
                </c:pt>
                <c:pt idx="337">
                  <c:v>174</c:v>
                </c:pt>
                <c:pt idx="338">
                  <c:v>295</c:v>
                </c:pt>
                <c:pt idx="339">
                  <c:v>220.285714286</c:v>
                </c:pt>
                <c:pt idx="340">
                  <c:v>166.285714286</c:v>
                </c:pt>
                <c:pt idx="341">
                  <c:v>148.57142857100001</c:v>
                </c:pt>
                <c:pt idx="342">
                  <c:v>189.57142857100001</c:v>
                </c:pt>
                <c:pt idx="343">
                  <c:v>115.857142857</c:v>
                </c:pt>
                <c:pt idx="344">
                  <c:v>126.857142857</c:v>
                </c:pt>
                <c:pt idx="345">
                  <c:v>119.571428571</c:v>
                </c:pt>
                <c:pt idx="346">
                  <c:v>223.285714286</c:v>
                </c:pt>
                <c:pt idx="347">
                  <c:v>177</c:v>
                </c:pt>
                <c:pt idx="348">
                  <c:v>190.285714286</c:v>
                </c:pt>
                <c:pt idx="349">
                  <c:v>189.57142857100001</c:v>
                </c:pt>
                <c:pt idx="350">
                  <c:v>190.285714286</c:v>
                </c:pt>
                <c:pt idx="351">
                  <c:v>201</c:v>
                </c:pt>
                <c:pt idx="352">
                  <c:v>206.714285714</c:v>
                </c:pt>
                <c:pt idx="353">
                  <c:v>201</c:v>
                </c:pt>
                <c:pt idx="354">
                  <c:v>135.85714285700001</c:v>
                </c:pt>
                <c:pt idx="355">
                  <c:v>293.57142857100001</c:v>
                </c:pt>
                <c:pt idx="356">
                  <c:v>159</c:v>
                </c:pt>
                <c:pt idx="357">
                  <c:v>189.57142857100001</c:v>
                </c:pt>
                <c:pt idx="358">
                  <c:v>140.42857142899999</c:v>
                </c:pt>
                <c:pt idx="359">
                  <c:v>159</c:v>
                </c:pt>
                <c:pt idx="360">
                  <c:v>170.285714286</c:v>
                </c:pt>
                <c:pt idx="361">
                  <c:v>207.714285714</c:v>
                </c:pt>
                <c:pt idx="362">
                  <c:v>159</c:v>
                </c:pt>
                <c:pt idx="363">
                  <c:v>190.285714286</c:v>
                </c:pt>
                <c:pt idx="364">
                  <c:v>185.85714285700001</c:v>
                </c:pt>
                <c:pt idx="365">
                  <c:v>109.857142857</c:v>
                </c:pt>
                <c:pt idx="366">
                  <c:v>192.85714285700001</c:v>
                </c:pt>
                <c:pt idx="367">
                  <c:v>126.142857143</c:v>
                </c:pt>
                <c:pt idx="368">
                  <c:v>177</c:v>
                </c:pt>
                <c:pt idx="369">
                  <c:v>181.714285714</c:v>
                </c:pt>
                <c:pt idx="370">
                  <c:v>159</c:v>
                </c:pt>
                <c:pt idx="371">
                  <c:v>114.714285714</c:v>
                </c:pt>
                <c:pt idx="372">
                  <c:v>181.85714285700001</c:v>
                </c:pt>
                <c:pt idx="373">
                  <c:v>132.85714285700001</c:v>
                </c:pt>
                <c:pt idx="374">
                  <c:v>251.285714286</c:v>
                </c:pt>
                <c:pt idx="375">
                  <c:v>181.14285714299999</c:v>
                </c:pt>
                <c:pt idx="376">
                  <c:v>220.285714286</c:v>
                </c:pt>
                <c:pt idx="377">
                  <c:v>174.14285714299999</c:v>
                </c:pt>
                <c:pt idx="378">
                  <c:v>159</c:v>
                </c:pt>
                <c:pt idx="379">
                  <c:v>93.285714285699996</c:v>
                </c:pt>
                <c:pt idx="380">
                  <c:v>190.285714286</c:v>
                </c:pt>
                <c:pt idx="381">
                  <c:v>181.714285714</c:v>
                </c:pt>
                <c:pt idx="382">
                  <c:v>177</c:v>
                </c:pt>
                <c:pt idx="383">
                  <c:v>94.285714285699996</c:v>
                </c:pt>
                <c:pt idx="384">
                  <c:v>126.142857143</c:v>
                </c:pt>
                <c:pt idx="385">
                  <c:v>190.285714286</c:v>
                </c:pt>
                <c:pt idx="386">
                  <c:v>216</c:v>
                </c:pt>
                <c:pt idx="387">
                  <c:v>177.285714286</c:v>
                </c:pt>
                <c:pt idx="388">
                  <c:v>190.285714286</c:v>
                </c:pt>
                <c:pt idx="389">
                  <c:v>177</c:v>
                </c:pt>
                <c:pt idx="390">
                  <c:v>295</c:v>
                </c:pt>
                <c:pt idx="391">
                  <c:v>159</c:v>
                </c:pt>
                <c:pt idx="392">
                  <c:v>177.285714286</c:v>
                </c:pt>
                <c:pt idx="393">
                  <c:v>161.285714286</c:v>
                </c:pt>
                <c:pt idx="394">
                  <c:v>122.428571429</c:v>
                </c:pt>
                <c:pt idx="395">
                  <c:v>189.57142857100001</c:v>
                </c:pt>
                <c:pt idx="396">
                  <c:v>177</c:v>
                </c:pt>
                <c:pt idx="397">
                  <c:v>157.85714285700001</c:v>
                </c:pt>
                <c:pt idx="398">
                  <c:v>174.14285714299999</c:v>
                </c:pt>
                <c:pt idx="399">
                  <c:v>111.714285714</c:v>
                </c:pt>
                <c:pt idx="400">
                  <c:v>190.285714286</c:v>
                </c:pt>
                <c:pt idx="401">
                  <c:v>177</c:v>
                </c:pt>
                <c:pt idx="402">
                  <c:v>170.285714286</c:v>
                </c:pt>
                <c:pt idx="403">
                  <c:v>235.285714286</c:v>
                </c:pt>
                <c:pt idx="404">
                  <c:v>154.85714285700001</c:v>
                </c:pt>
                <c:pt idx="405">
                  <c:v>117.571428571</c:v>
                </c:pt>
                <c:pt idx="406">
                  <c:v>174</c:v>
                </c:pt>
                <c:pt idx="407">
                  <c:v>122.714285714</c:v>
                </c:pt>
                <c:pt idx="408">
                  <c:v>207.714285714</c:v>
                </c:pt>
                <c:pt idx="409">
                  <c:v>202.57142857100001</c:v>
                </c:pt>
                <c:pt idx="410">
                  <c:v>189.57142857100001</c:v>
                </c:pt>
                <c:pt idx="411">
                  <c:v>192.85714285700001</c:v>
                </c:pt>
                <c:pt idx="412">
                  <c:v>189.57142857100001</c:v>
                </c:pt>
                <c:pt idx="413">
                  <c:v>175.85714285700001</c:v>
                </c:pt>
                <c:pt idx="414">
                  <c:v>176.85714285700001</c:v>
                </c:pt>
                <c:pt idx="415">
                  <c:v>181.85714285700001</c:v>
                </c:pt>
                <c:pt idx="416">
                  <c:v>135.42857142899999</c:v>
                </c:pt>
                <c:pt idx="417">
                  <c:v>152.85714285700001</c:v>
                </c:pt>
                <c:pt idx="418">
                  <c:v>177</c:v>
                </c:pt>
                <c:pt idx="419">
                  <c:v>176.85714285700001</c:v>
                </c:pt>
                <c:pt idx="420">
                  <c:v>144.42857142899999</c:v>
                </c:pt>
                <c:pt idx="421">
                  <c:v>180.85714285700001</c:v>
                </c:pt>
                <c:pt idx="422">
                  <c:v>177</c:v>
                </c:pt>
                <c:pt idx="423">
                  <c:v>177</c:v>
                </c:pt>
                <c:pt idx="424">
                  <c:v>159</c:v>
                </c:pt>
                <c:pt idx="425">
                  <c:v>216</c:v>
                </c:pt>
                <c:pt idx="426">
                  <c:v>146.42857142899999</c:v>
                </c:pt>
                <c:pt idx="427">
                  <c:v>157</c:v>
                </c:pt>
                <c:pt idx="428">
                  <c:v>190.285714286</c:v>
                </c:pt>
                <c:pt idx="429">
                  <c:v>272.57142857100001</c:v>
                </c:pt>
                <c:pt idx="430">
                  <c:v>159</c:v>
                </c:pt>
                <c:pt idx="431">
                  <c:v>154</c:v>
                </c:pt>
                <c:pt idx="432">
                  <c:v>170.714285714</c:v>
                </c:pt>
                <c:pt idx="433">
                  <c:v>295</c:v>
                </c:pt>
                <c:pt idx="434">
                  <c:v>123.285714286</c:v>
                </c:pt>
                <c:pt idx="435">
                  <c:v>221.85714285700001</c:v>
                </c:pt>
                <c:pt idx="436">
                  <c:v>177</c:v>
                </c:pt>
                <c:pt idx="437">
                  <c:v>107.285714286</c:v>
                </c:pt>
                <c:pt idx="438">
                  <c:v>207.714285714</c:v>
                </c:pt>
                <c:pt idx="439">
                  <c:v>189.57142857100001</c:v>
                </c:pt>
                <c:pt idx="440">
                  <c:v>172.85714285700001</c:v>
                </c:pt>
                <c:pt idx="441">
                  <c:v>142.714285714</c:v>
                </c:pt>
                <c:pt idx="442">
                  <c:v>176.85714285700001</c:v>
                </c:pt>
                <c:pt idx="443">
                  <c:v>121.285714286</c:v>
                </c:pt>
                <c:pt idx="444">
                  <c:v>152</c:v>
                </c:pt>
                <c:pt idx="445">
                  <c:v>159</c:v>
                </c:pt>
                <c:pt idx="446">
                  <c:v>190.285714286</c:v>
                </c:pt>
                <c:pt idx="447">
                  <c:v>140.42857142899999</c:v>
                </c:pt>
                <c:pt idx="448">
                  <c:v>159</c:v>
                </c:pt>
                <c:pt idx="449">
                  <c:v>99.714285714300004</c:v>
                </c:pt>
                <c:pt idx="450">
                  <c:v>176.85714285700001</c:v>
                </c:pt>
                <c:pt idx="451">
                  <c:v>159</c:v>
                </c:pt>
                <c:pt idx="452">
                  <c:v>114.714285714</c:v>
                </c:pt>
                <c:pt idx="453">
                  <c:v>181.14285714299999</c:v>
                </c:pt>
                <c:pt idx="454">
                  <c:v>160.42857142899999</c:v>
                </c:pt>
                <c:pt idx="455">
                  <c:v>133.57142857100001</c:v>
                </c:pt>
                <c:pt idx="456">
                  <c:v>123</c:v>
                </c:pt>
                <c:pt idx="457">
                  <c:v>150.285714286</c:v>
                </c:pt>
                <c:pt idx="458">
                  <c:v>159</c:v>
                </c:pt>
                <c:pt idx="459">
                  <c:v>159</c:v>
                </c:pt>
                <c:pt idx="460">
                  <c:v>190.285714286</c:v>
                </c:pt>
                <c:pt idx="461">
                  <c:v>104.714285714</c:v>
                </c:pt>
                <c:pt idx="462">
                  <c:v>150.85714285700001</c:v>
                </c:pt>
                <c:pt idx="463">
                  <c:v>181.714285714</c:v>
                </c:pt>
                <c:pt idx="464">
                  <c:v>150.714285714</c:v>
                </c:pt>
                <c:pt idx="465">
                  <c:v>127.142857143</c:v>
                </c:pt>
                <c:pt idx="466">
                  <c:v>190.285714286</c:v>
                </c:pt>
                <c:pt idx="467">
                  <c:v>216</c:v>
                </c:pt>
                <c:pt idx="468">
                  <c:v>190.285714286</c:v>
                </c:pt>
                <c:pt idx="469">
                  <c:v>176.85714285700001</c:v>
                </c:pt>
                <c:pt idx="470">
                  <c:v>112.571428571</c:v>
                </c:pt>
                <c:pt idx="471">
                  <c:v>207.714285714</c:v>
                </c:pt>
                <c:pt idx="472">
                  <c:v>190.285714286</c:v>
                </c:pt>
                <c:pt idx="473">
                  <c:v>181.85714285700001</c:v>
                </c:pt>
                <c:pt idx="474">
                  <c:v>137.714285714</c:v>
                </c:pt>
                <c:pt idx="475">
                  <c:v>170.714285714</c:v>
                </c:pt>
                <c:pt idx="476">
                  <c:v>123.285714286</c:v>
                </c:pt>
                <c:pt idx="477">
                  <c:v>134.14285714299999</c:v>
                </c:pt>
                <c:pt idx="478">
                  <c:v>145.85714285700001</c:v>
                </c:pt>
                <c:pt idx="479">
                  <c:v>117.857142857</c:v>
                </c:pt>
                <c:pt idx="480">
                  <c:v>181.85714285700001</c:v>
                </c:pt>
                <c:pt idx="481">
                  <c:v>216.14285714299999</c:v>
                </c:pt>
                <c:pt idx="482">
                  <c:v>168.714285714</c:v>
                </c:pt>
                <c:pt idx="483">
                  <c:v>181.714285714</c:v>
                </c:pt>
                <c:pt idx="484">
                  <c:v>221.14285714299999</c:v>
                </c:pt>
                <c:pt idx="485">
                  <c:v>159</c:v>
                </c:pt>
                <c:pt idx="486">
                  <c:v>189.57142857100001</c:v>
                </c:pt>
                <c:pt idx="487">
                  <c:v>141.42857142899999</c:v>
                </c:pt>
                <c:pt idx="488">
                  <c:v>150.285714286</c:v>
                </c:pt>
                <c:pt idx="489">
                  <c:v>244.714285714</c:v>
                </c:pt>
                <c:pt idx="490">
                  <c:v>157.42857142899999</c:v>
                </c:pt>
                <c:pt idx="491">
                  <c:v>135.57142857100001</c:v>
                </c:pt>
                <c:pt idx="492">
                  <c:v>159</c:v>
                </c:pt>
                <c:pt idx="493">
                  <c:v>181.85714285700001</c:v>
                </c:pt>
                <c:pt idx="494">
                  <c:v>177</c:v>
                </c:pt>
                <c:pt idx="495">
                  <c:v>216</c:v>
                </c:pt>
                <c:pt idx="496">
                  <c:v>117.571428571</c:v>
                </c:pt>
                <c:pt idx="497">
                  <c:v>170.285714286</c:v>
                </c:pt>
                <c:pt idx="498">
                  <c:v>189.57142857100001</c:v>
                </c:pt>
                <c:pt idx="499">
                  <c:v>295</c:v>
                </c:pt>
                <c:pt idx="500">
                  <c:v>186</c:v>
                </c:pt>
                <c:pt idx="501">
                  <c:v>183.285714286</c:v>
                </c:pt>
                <c:pt idx="502">
                  <c:v>181.85714285700001</c:v>
                </c:pt>
                <c:pt idx="503">
                  <c:v>179.42857142899999</c:v>
                </c:pt>
                <c:pt idx="504">
                  <c:v>149.57142857100001</c:v>
                </c:pt>
                <c:pt idx="505">
                  <c:v>143.14285714299999</c:v>
                </c:pt>
                <c:pt idx="506">
                  <c:v>125</c:v>
                </c:pt>
                <c:pt idx="507">
                  <c:v>201</c:v>
                </c:pt>
                <c:pt idx="508">
                  <c:v>91</c:v>
                </c:pt>
                <c:pt idx="509">
                  <c:v>216</c:v>
                </c:pt>
                <c:pt idx="510">
                  <c:v>177</c:v>
                </c:pt>
                <c:pt idx="511">
                  <c:v>181.85714285700001</c:v>
                </c:pt>
                <c:pt idx="512">
                  <c:v>122.714285714</c:v>
                </c:pt>
                <c:pt idx="513">
                  <c:v>97</c:v>
                </c:pt>
                <c:pt idx="514">
                  <c:v>152</c:v>
                </c:pt>
                <c:pt idx="515">
                  <c:v>159</c:v>
                </c:pt>
                <c:pt idx="516">
                  <c:v>183.14285714299999</c:v>
                </c:pt>
                <c:pt idx="517">
                  <c:v>295</c:v>
                </c:pt>
                <c:pt idx="518">
                  <c:v>179.42857142899999</c:v>
                </c:pt>
                <c:pt idx="519">
                  <c:v>190.285714286</c:v>
                </c:pt>
                <c:pt idx="520">
                  <c:v>148.42857142899999</c:v>
                </c:pt>
                <c:pt idx="521">
                  <c:v>174.14285714299999</c:v>
                </c:pt>
                <c:pt idx="522">
                  <c:v>190.285714286</c:v>
                </c:pt>
                <c:pt idx="523">
                  <c:v>104.285714286</c:v>
                </c:pt>
                <c:pt idx="524">
                  <c:v>176.85714285700001</c:v>
                </c:pt>
                <c:pt idx="525">
                  <c:v>172.42857142899999</c:v>
                </c:pt>
                <c:pt idx="526">
                  <c:v>141.42857142899999</c:v>
                </c:pt>
                <c:pt idx="527">
                  <c:v>220.285714286</c:v>
                </c:pt>
                <c:pt idx="528">
                  <c:v>181.85714285700001</c:v>
                </c:pt>
                <c:pt idx="529">
                  <c:v>159</c:v>
                </c:pt>
                <c:pt idx="530">
                  <c:v>192.85714285700001</c:v>
                </c:pt>
                <c:pt idx="531">
                  <c:v>127.142857143</c:v>
                </c:pt>
                <c:pt idx="532">
                  <c:v>146.285714286</c:v>
                </c:pt>
                <c:pt idx="533">
                  <c:v>159</c:v>
                </c:pt>
                <c:pt idx="534">
                  <c:v>159</c:v>
                </c:pt>
                <c:pt idx="535">
                  <c:v>216</c:v>
                </c:pt>
                <c:pt idx="536">
                  <c:v>177</c:v>
                </c:pt>
                <c:pt idx="537">
                  <c:v>177</c:v>
                </c:pt>
                <c:pt idx="538">
                  <c:v>181.85714285700001</c:v>
                </c:pt>
                <c:pt idx="539">
                  <c:v>190.285714286</c:v>
                </c:pt>
                <c:pt idx="540">
                  <c:v>152</c:v>
                </c:pt>
                <c:pt idx="541">
                  <c:v>216.14285714299999</c:v>
                </c:pt>
                <c:pt idx="542">
                  <c:v>169.42857142899999</c:v>
                </c:pt>
                <c:pt idx="543">
                  <c:v>162.57142857100001</c:v>
                </c:pt>
                <c:pt idx="544">
                  <c:v>194.714285714</c:v>
                </c:pt>
                <c:pt idx="545">
                  <c:v>156.714285714</c:v>
                </c:pt>
                <c:pt idx="546">
                  <c:v>122.714285714</c:v>
                </c:pt>
                <c:pt idx="547">
                  <c:v>150.285714286</c:v>
                </c:pt>
                <c:pt idx="548">
                  <c:v>176</c:v>
                </c:pt>
                <c:pt idx="549">
                  <c:v>295</c:v>
                </c:pt>
                <c:pt idx="550">
                  <c:v>151.14285714299999</c:v>
                </c:pt>
                <c:pt idx="551">
                  <c:v>180.14285714299999</c:v>
                </c:pt>
                <c:pt idx="552">
                  <c:v>159</c:v>
                </c:pt>
                <c:pt idx="553">
                  <c:v>187.57142857100001</c:v>
                </c:pt>
                <c:pt idx="554">
                  <c:v>155.714285714</c:v>
                </c:pt>
                <c:pt idx="555">
                  <c:v>170.285714286</c:v>
                </c:pt>
                <c:pt idx="556">
                  <c:v>174</c:v>
                </c:pt>
                <c:pt idx="557">
                  <c:v>176.85714285700001</c:v>
                </c:pt>
                <c:pt idx="558">
                  <c:v>130.285714286</c:v>
                </c:pt>
                <c:pt idx="559">
                  <c:v>189.57142857100001</c:v>
                </c:pt>
                <c:pt idx="560">
                  <c:v>123</c:v>
                </c:pt>
                <c:pt idx="561">
                  <c:v>151.85714285700001</c:v>
                </c:pt>
                <c:pt idx="562">
                  <c:v>177</c:v>
                </c:pt>
                <c:pt idx="563">
                  <c:v>210.42857142899999</c:v>
                </c:pt>
                <c:pt idx="564">
                  <c:v>148</c:v>
                </c:pt>
                <c:pt idx="565">
                  <c:v>181.85714285700001</c:v>
                </c:pt>
                <c:pt idx="566">
                  <c:v>94.285714285699996</c:v>
                </c:pt>
                <c:pt idx="567">
                  <c:v>142.42857142899999</c:v>
                </c:pt>
                <c:pt idx="568">
                  <c:v>170.285714286</c:v>
                </c:pt>
                <c:pt idx="569">
                  <c:v>186</c:v>
                </c:pt>
                <c:pt idx="570">
                  <c:v>216</c:v>
                </c:pt>
                <c:pt idx="571">
                  <c:v>152</c:v>
                </c:pt>
                <c:pt idx="572">
                  <c:v>154</c:v>
                </c:pt>
                <c:pt idx="573">
                  <c:v>113.428571429</c:v>
                </c:pt>
                <c:pt idx="574">
                  <c:v>190.285714286</c:v>
                </c:pt>
                <c:pt idx="575">
                  <c:v>181.714285714</c:v>
                </c:pt>
                <c:pt idx="576">
                  <c:v>172.42857142899999</c:v>
                </c:pt>
                <c:pt idx="577">
                  <c:v>115.714285714</c:v>
                </c:pt>
                <c:pt idx="578">
                  <c:v>149.57142857100001</c:v>
                </c:pt>
                <c:pt idx="579">
                  <c:v>180.285714286</c:v>
                </c:pt>
                <c:pt idx="580">
                  <c:v>160.285714286</c:v>
                </c:pt>
                <c:pt idx="581">
                  <c:v>118.428571429</c:v>
                </c:pt>
                <c:pt idx="582">
                  <c:v>159</c:v>
                </c:pt>
                <c:pt idx="583">
                  <c:v>155.57142857100001</c:v>
                </c:pt>
                <c:pt idx="584">
                  <c:v>189.57142857100001</c:v>
                </c:pt>
                <c:pt idx="585">
                  <c:v>190.285714286</c:v>
                </c:pt>
                <c:pt idx="586">
                  <c:v>141.85714285700001</c:v>
                </c:pt>
                <c:pt idx="587">
                  <c:v>160.285714286</c:v>
                </c:pt>
                <c:pt idx="588">
                  <c:v>159</c:v>
                </c:pt>
                <c:pt idx="589">
                  <c:v>159</c:v>
                </c:pt>
                <c:pt idx="590">
                  <c:v>189.57142857100001</c:v>
                </c:pt>
                <c:pt idx="591">
                  <c:v>170.285714286</c:v>
                </c:pt>
                <c:pt idx="592">
                  <c:v>137.14285714299999</c:v>
                </c:pt>
                <c:pt idx="593">
                  <c:v>159</c:v>
                </c:pt>
                <c:pt idx="594">
                  <c:v>152</c:v>
                </c:pt>
                <c:pt idx="595">
                  <c:v>122.428571429</c:v>
                </c:pt>
                <c:pt idx="596">
                  <c:v>98.142857142899999</c:v>
                </c:pt>
                <c:pt idx="597">
                  <c:v>295</c:v>
                </c:pt>
                <c:pt idx="598">
                  <c:v>189.57142857100001</c:v>
                </c:pt>
                <c:pt idx="599">
                  <c:v>183.14285714299999</c:v>
                </c:pt>
              </c:numCache>
            </c:numRef>
          </c:yVal>
          <c:smooth val="1"/>
          <c:extLst>
            <c:ext xmlns:c16="http://schemas.microsoft.com/office/drawing/2014/chart" uri="{C3380CC4-5D6E-409C-BE32-E72D297353CC}">
              <c16:uniqueId val="{00000000-3E96-C442-AF5D-A847B127389D}"/>
            </c:ext>
          </c:extLst>
        </c:ser>
        <c:ser>
          <c:idx val="1"/>
          <c:order val="1"/>
          <c:tx>
            <c:v>Prédiction parfaite</c:v>
          </c:tx>
          <c:spPr>
            <a:ln w="19050">
              <a:solidFill>
                <a:srgbClr val="5A6E71"/>
              </a:solidFill>
            </a:ln>
          </c:spPr>
          <c:marker>
            <c:symbol val="none"/>
          </c:marker>
          <c:xVal>
            <c:numRef>
              <c:f>'Chart Data'!$C$2:$C$3</c:f>
              <c:numCache>
                <c:formatCode>General</c:formatCode>
                <c:ptCount val="2"/>
                <c:pt idx="0">
                  <c:v>0</c:v>
                </c:pt>
                <c:pt idx="1">
                  <c:v>400</c:v>
                </c:pt>
              </c:numCache>
            </c:numRef>
          </c:xVal>
          <c:yVal>
            <c:numRef>
              <c:f>'Chart Data'!$D$2:$D$3</c:f>
              <c:numCache>
                <c:formatCode>0</c:formatCode>
                <c:ptCount val="2"/>
                <c:pt idx="0">
                  <c:v>0</c:v>
                </c:pt>
                <c:pt idx="1">
                  <c:v>400</c:v>
                </c:pt>
              </c:numCache>
            </c:numRef>
          </c:yVal>
          <c:smooth val="1"/>
          <c:extLst>
            <c:ext xmlns:c16="http://schemas.microsoft.com/office/drawing/2014/chart" uri="{C3380CC4-5D6E-409C-BE32-E72D297353CC}">
              <c16:uniqueId val="{00000001-3E96-C442-AF5D-A847B127389D}"/>
            </c:ext>
          </c:extLst>
        </c:ser>
        <c:dLbls>
          <c:showLegendKey val="0"/>
          <c:showVal val="0"/>
          <c:showCatName val="0"/>
          <c:showSerName val="0"/>
          <c:showPercent val="0"/>
          <c:showBubbleSize val="0"/>
        </c:dLbls>
        <c:axId val="48650112"/>
        <c:axId val="48672768"/>
      </c:scatterChart>
      <c:valAx>
        <c:axId val="48672768"/>
        <c:scaling>
          <c:orientation val="minMax"/>
          <c:max val="400"/>
          <c:min val="0"/>
        </c:scaling>
        <c:delete val="0"/>
        <c:axPos val="l"/>
        <c:majorGridlines>
          <c:spPr>
            <a:ln w="9525">
              <a:solidFill>
                <a:srgbClr val="DCE6E5"/>
              </a:solidFill>
            </a:ln>
          </c:spPr>
        </c:majorGridlines>
        <c:title>
          <c:tx>
            <c:rich>
              <a:bodyPr/>
              <a:lstStyle/>
              <a:p>
                <a:r>
                  <a:rPr lang="fr-FR" sz="1575">
                    <a:solidFill>
                      <a:srgbClr val="5A6E71"/>
                    </a:solidFill>
                    <a:latin typeface="Arial"/>
                    <a:ea typeface="Arial"/>
                    <a:cs typeface="Arial"/>
                  </a:rPr>
                  <a:t>CO₂ prédit (g/km)</a:t>
                </a:r>
              </a:p>
            </c:rich>
          </c:tx>
          <c:overlay val="0"/>
        </c:title>
        <c:numFmt formatCode="0" sourceLinked="1"/>
        <c:majorTickMark val="none"/>
        <c:minorTickMark val="none"/>
        <c:tickLblPos val="nextTo"/>
        <c:spPr>
          <a:ln w="0">
            <a:noFill/>
          </a:ln>
        </c:spPr>
        <c:txPr>
          <a:bodyPr anchorCtr="1"/>
          <a:lstStyle/>
          <a:p>
            <a:pPr>
              <a:defRPr sz="1575">
                <a:solidFill>
                  <a:srgbClr val="5A6E71"/>
                </a:solidFill>
                <a:latin typeface="Arial"/>
                <a:ea typeface="Arial"/>
                <a:cs typeface="Arial"/>
              </a:defRPr>
            </a:pPr>
            <a:endParaRPr lang="fr-FR"/>
          </a:p>
        </c:txPr>
        <c:crossAx val="48650112"/>
        <c:crosses val="autoZero"/>
        <c:crossBetween val="midCat"/>
      </c:valAx>
      <c:valAx>
        <c:axId val="48650112"/>
        <c:scaling>
          <c:orientation val="minMax"/>
          <c:max val="400"/>
          <c:min val="0"/>
        </c:scaling>
        <c:delete val="0"/>
        <c:axPos val="b"/>
        <c:title>
          <c:tx>
            <c:rich>
              <a:bodyPr/>
              <a:lstStyle/>
              <a:p>
                <a:r>
                  <a:rPr lang="fr-FR" sz="1575">
                    <a:solidFill>
                      <a:srgbClr val="5A6E71"/>
                    </a:solidFill>
                    <a:latin typeface="Arial"/>
                    <a:ea typeface="Arial"/>
                    <a:cs typeface="Arial"/>
                  </a:rPr>
                  <a:t>CO₂ observé (g/km)</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575">
                <a:solidFill>
                  <a:srgbClr val="5A6E71"/>
                </a:solidFill>
                <a:latin typeface="Arial"/>
                <a:ea typeface="Arial"/>
                <a:cs typeface="Arial"/>
              </a:defRPr>
            </a:pPr>
            <a:endParaRPr lang="fr-FR"/>
          </a:p>
        </c:txPr>
        <c:crossAx val="48672768"/>
        <c:crosses val="autoZero"/>
        <c:crossBetween val="midCat"/>
      </c:valAx>
      <c:spPr>
        <a:noFill/>
      </c:spPr>
    </c:plotArea>
    <c:plotVisOnly val="1"/>
    <c:dispBlanksAs val="zero"/>
    <c:showDLblsOverMax val="1"/>
  </c:chart>
  <c:spPr>
    <a:noFill/>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fr-FR"/>
  <c:roundedCorners val="1"/>
  <c:style val="2"/>
  <c:chart>
    <c:autoTitleDeleted val="1"/>
    <c:plotArea>
      <c:layout/>
      <c:barChart>
        <c:barDir val="col"/>
        <c:grouping val="clustered"/>
        <c:varyColors val="0"/>
        <c:ser>
          <c:idx val="0"/>
          <c:order val="0"/>
          <c:tx>
            <c:v>MAE</c:v>
          </c:tx>
          <c:spPr>
            <a:solidFill>
              <a:srgbClr val="008C85"/>
            </a:solidFill>
          </c:spPr>
          <c:invertIfNegative val="0"/>
          <c:dLbls>
            <c:numFmt formatCode="0.0" sourceLinked="0"/>
            <c:spPr>
              <a:noFill/>
              <a:ln>
                <a:noFill/>
              </a:ln>
              <a:effectLst/>
            </c:spPr>
            <c:txPr>
              <a:bodyPr anchorCtr="1"/>
              <a:lstStyle/>
              <a:p>
                <a:pPr>
                  <a:defRPr sz="1575" b="1">
                    <a:solidFill>
                      <a:srgbClr val="17363A"/>
                    </a:solidFill>
                    <a:latin typeface="Arial"/>
                    <a:ea typeface="Arial"/>
                    <a:cs typeface="Arial"/>
                  </a:defRPr>
                </a:pPr>
                <a:endParaRPr lang="fr-F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Data'!$A$2:$A$5</c:f>
              <c:strCache>
                <c:ptCount val="4"/>
                <c:pt idx="0">
                  <c:v>Apprentissage</c:v>
                </c:pt>
                <c:pt idx="1">
                  <c:v>Validation</c:v>
                </c:pt>
                <c:pt idx="2">
                  <c:v>Test</c:v>
                </c:pt>
                <c:pt idx="3">
                  <c:v>Baseline test</c:v>
                </c:pt>
              </c:strCache>
            </c:strRef>
          </c:cat>
          <c:val>
            <c:numRef>
              <c:f>'Chart Data'!$B$2:$B$5</c:f>
              <c:numCache>
                <c:formatCode>0.0</c:formatCode>
                <c:ptCount val="4"/>
                <c:pt idx="0">
                  <c:v>4.0468999999999999</c:v>
                </c:pt>
                <c:pt idx="1">
                  <c:v>12.3371175274</c:v>
                </c:pt>
                <c:pt idx="2">
                  <c:v>16.782157676299999</c:v>
                </c:pt>
                <c:pt idx="3">
                  <c:v>41.679080126199999</c:v>
                </c:pt>
              </c:numCache>
            </c:numRef>
          </c:val>
          <c:extLst>
            <c:ext xmlns:c16="http://schemas.microsoft.com/office/drawing/2014/chart" uri="{C3380CC4-5D6E-409C-BE32-E72D297353CC}">
              <c16:uniqueId val="{00000000-6746-3647-AF44-879BB0B54A88}"/>
            </c:ext>
          </c:extLst>
        </c:ser>
        <c:dLbls>
          <c:dLblPos val="outEnd"/>
          <c:showLegendKey val="0"/>
          <c:showVal val="1"/>
          <c:showCatName val="0"/>
          <c:showSerName val="0"/>
          <c:showPercent val="0"/>
          <c:showBubbleSize val="0"/>
        </c:dLbls>
        <c:gapWidth val="7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CE6E5"/>
            </a:solidFill>
          </a:ln>
        </c:spPr>
        <c:txPr>
          <a:bodyPr anchorCtr="1"/>
          <a:lstStyle/>
          <a:p>
            <a:pPr>
              <a:defRPr sz="1575">
                <a:solidFill>
                  <a:srgbClr val="5A6E71"/>
                </a:solidFill>
                <a:latin typeface="Arial"/>
                <a:ea typeface="Arial"/>
                <a:cs typeface="Arial"/>
              </a:defRPr>
            </a:pPr>
            <a:endParaRPr lang="fr-FR"/>
          </a:p>
        </c:txPr>
        <c:crossAx val="48672768"/>
        <c:crosses val="autoZero"/>
        <c:auto val="1"/>
        <c:lblAlgn val="ctr"/>
        <c:lblOffset val="100"/>
        <c:noMultiLvlLbl val="1"/>
      </c:catAx>
      <c:valAx>
        <c:axId val="48672768"/>
        <c:scaling>
          <c:orientation val="minMax"/>
          <c:min val="0"/>
        </c:scaling>
        <c:delete val="0"/>
        <c:axPos val="l"/>
        <c:majorGridlines>
          <c:spPr>
            <a:ln w="9525">
              <a:solidFill>
                <a:srgbClr val="DCE6E5"/>
              </a:solidFill>
            </a:ln>
          </c:spPr>
        </c:majorGridlines>
        <c:title>
          <c:tx>
            <c:rich>
              <a:bodyPr/>
              <a:lstStyle/>
              <a:p>
                <a:r>
                  <a:rPr lang="fr-FR" sz="1575">
                    <a:solidFill>
                      <a:srgbClr val="5A6E71"/>
                    </a:solidFill>
                    <a:latin typeface="Arial"/>
                    <a:ea typeface="Arial"/>
                    <a:cs typeface="Arial"/>
                  </a:rPr>
                  <a:t>MAE (g/km)</a:t>
                </a:r>
              </a:p>
            </c:rich>
          </c:tx>
          <c:overlay val="0"/>
        </c:title>
        <c:numFmt formatCode="0.0" sourceLinked="1"/>
        <c:majorTickMark val="none"/>
        <c:minorTickMark val="none"/>
        <c:tickLblPos val="nextTo"/>
        <c:spPr>
          <a:ln w="0">
            <a:noFill/>
          </a:ln>
        </c:spPr>
        <c:txPr>
          <a:bodyPr anchorCtr="1"/>
          <a:lstStyle/>
          <a:p>
            <a:pPr>
              <a:defRPr sz="1575">
                <a:solidFill>
                  <a:srgbClr val="5A6E71"/>
                </a:solidFill>
                <a:latin typeface="Arial"/>
                <a:ea typeface="Arial"/>
                <a:cs typeface="Arial"/>
              </a:defRPr>
            </a:pPr>
            <a:endParaRPr lang="fr-FR"/>
          </a:p>
        </c:txPr>
        <c:crossAx val="48650112"/>
        <c:crosses val="autoZero"/>
        <c:crossBetween val="between"/>
      </c:valAx>
      <c:spPr>
        <a:noFill/>
      </c:spPr>
    </c:plotArea>
    <c:plotVisOnly val="1"/>
    <c:dispBlanksAs val="zero"/>
    <c:showDLblsOverMax val="1"/>
  </c:chart>
  <c:spPr>
    <a:noFill/>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fr-FR"/>
  <c:roundedCorners val="1"/>
  <c:style val="2"/>
  <c:chart>
    <c:autoTitleDeleted val="1"/>
    <c:plotArea>
      <c:layout/>
      <c:scatterChart>
        <c:scatterStyle val="lineMarker"/>
        <c:varyColors val="0"/>
        <c:ser>
          <c:idx val="0"/>
          <c:order val="0"/>
          <c:tx>
            <c:v>C0</c:v>
          </c:tx>
          <c:spPr>
            <a:ln w="0">
              <a:noFill/>
            </a:ln>
          </c:spPr>
          <c:marker>
            <c:symbol val="circle"/>
            <c:size val="5"/>
            <c:spPr>
              <a:solidFill>
                <a:srgbClr val="008C85"/>
              </a:solidFill>
            </c:spPr>
          </c:marker>
          <c:xVal>
            <c:numRef>
              <c:f>'Chart Data'!$A$2:$A$221</c:f>
              <c:numCache>
                <c:formatCode>General</c:formatCode>
                <c:ptCount val="220"/>
                <c:pt idx="0">
                  <c:v>60</c:v>
                </c:pt>
                <c:pt idx="1">
                  <c:v>135</c:v>
                </c:pt>
                <c:pt idx="2">
                  <c:v>125</c:v>
                </c:pt>
                <c:pt idx="3">
                  <c:v>125</c:v>
                </c:pt>
                <c:pt idx="4">
                  <c:v>63</c:v>
                </c:pt>
                <c:pt idx="5">
                  <c:v>63</c:v>
                </c:pt>
                <c:pt idx="6">
                  <c:v>115</c:v>
                </c:pt>
                <c:pt idx="7">
                  <c:v>115</c:v>
                </c:pt>
                <c:pt idx="8">
                  <c:v>100</c:v>
                </c:pt>
                <c:pt idx="9">
                  <c:v>90</c:v>
                </c:pt>
                <c:pt idx="10">
                  <c:v>66</c:v>
                </c:pt>
                <c:pt idx="11">
                  <c:v>80</c:v>
                </c:pt>
                <c:pt idx="12">
                  <c:v>100</c:v>
                </c:pt>
                <c:pt idx="13">
                  <c:v>115</c:v>
                </c:pt>
                <c:pt idx="14">
                  <c:v>103</c:v>
                </c:pt>
                <c:pt idx="15">
                  <c:v>130</c:v>
                </c:pt>
                <c:pt idx="16">
                  <c:v>125</c:v>
                </c:pt>
                <c:pt idx="17">
                  <c:v>140</c:v>
                </c:pt>
                <c:pt idx="18">
                  <c:v>81</c:v>
                </c:pt>
                <c:pt idx="19">
                  <c:v>155</c:v>
                </c:pt>
                <c:pt idx="20">
                  <c:v>150</c:v>
                </c:pt>
                <c:pt idx="21">
                  <c:v>81</c:v>
                </c:pt>
                <c:pt idx="22">
                  <c:v>135</c:v>
                </c:pt>
                <c:pt idx="23">
                  <c:v>150</c:v>
                </c:pt>
                <c:pt idx="24">
                  <c:v>100</c:v>
                </c:pt>
                <c:pt idx="25">
                  <c:v>135</c:v>
                </c:pt>
                <c:pt idx="26">
                  <c:v>125</c:v>
                </c:pt>
                <c:pt idx="27">
                  <c:v>155</c:v>
                </c:pt>
                <c:pt idx="28">
                  <c:v>140</c:v>
                </c:pt>
                <c:pt idx="29">
                  <c:v>85</c:v>
                </c:pt>
                <c:pt idx="30">
                  <c:v>55</c:v>
                </c:pt>
                <c:pt idx="31">
                  <c:v>121.4</c:v>
                </c:pt>
                <c:pt idx="32">
                  <c:v>100</c:v>
                </c:pt>
                <c:pt idx="33">
                  <c:v>265</c:v>
                </c:pt>
                <c:pt idx="34">
                  <c:v>66</c:v>
                </c:pt>
                <c:pt idx="35">
                  <c:v>121.4</c:v>
                </c:pt>
                <c:pt idx="36">
                  <c:v>125</c:v>
                </c:pt>
                <c:pt idx="37">
                  <c:v>155</c:v>
                </c:pt>
                <c:pt idx="38">
                  <c:v>147</c:v>
                </c:pt>
                <c:pt idx="39">
                  <c:v>100</c:v>
                </c:pt>
                <c:pt idx="40">
                  <c:v>85</c:v>
                </c:pt>
                <c:pt idx="41">
                  <c:v>150</c:v>
                </c:pt>
                <c:pt idx="42">
                  <c:v>110</c:v>
                </c:pt>
                <c:pt idx="43">
                  <c:v>135</c:v>
                </c:pt>
                <c:pt idx="44">
                  <c:v>88</c:v>
                </c:pt>
                <c:pt idx="45">
                  <c:v>150</c:v>
                </c:pt>
                <c:pt idx="46">
                  <c:v>100</c:v>
                </c:pt>
                <c:pt idx="47">
                  <c:v>130</c:v>
                </c:pt>
                <c:pt idx="48">
                  <c:v>135</c:v>
                </c:pt>
                <c:pt idx="49">
                  <c:v>160</c:v>
                </c:pt>
                <c:pt idx="50">
                  <c:v>100</c:v>
                </c:pt>
                <c:pt idx="51">
                  <c:v>135</c:v>
                </c:pt>
                <c:pt idx="52">
                  <c:v>150</c:v>
                </c:pt>
                <c:pt idx="53">
                  <c:v>135</c:v>
                </c:pt>
                <c:pt idx="54">
                  <c:v>66</c:v>
                </c:pt>
                <c:pt idx="55">
                  <c:v>150</c:v>
                </c:pt>
                <c:pt idx="56">
                  <c:v>141</c:v>
                </c:pt>
                <c:pt idx="57">
                  <c:v>115</c:v>
                </c:pt>
                <c:pt idx="58">
                  <c:v>150</c:v>
                </c:pt>
                <c:pt idx="59">
                  <c:v>100</c:v>
                </c:pt>
                <c:pt idx="60">
                  <c:v>121.4</c:v>
                </c:pt>
                <c:pt idx="61">
                  <c:v>140</c:v>
                </c:pt>
                <c:pt idx="62">
                  <c:v>115</c:v>
                </c:pt>
                <c:pt idx="63">
                  <c:v>85</c:v>
                </c:pt>
                <c:pt idx="64">
                  <c:v>62</c:v>
                </c:pt>
                <c:pt idx="65">
                  <c:v>125</c:v>
                </c:pt>
                <c:pt idx="66">
                  <c:v>97</c:v>
                </c:pt>
                <c:pt idx="67">
                  <c:v>110</c:v>
                </c:pt>
                <c:pt idx="68">
                  <c:v>51</c:v>
                </c:pt>
                <c:pt idx="69">
                  <c:v>88</c:v>
                </c:pt>
                <c:pt idx="70">
                  <c:v>140</c:v>
                </c:pt>
                <c:pt idx="71">
                  <c:v>155</c:v>
                </c:pt>
                <c:pt idx="72">
                  <c:v>150</c:v>
                </c:pt>
                <c:pt idx="73">
                  <c:v>135</c:v>
                </c:pt>
                <c:pt idx="74">
                  <c:v>120</c:v>
                </c:pt>
                <c:pt idx="75">
                  <c:v>135</c:v>
                </c:pt>
                <c:pt idx="76">
                  <c:v>85</c:v>
                </c:pt>
                <c:pt idx="77">
                  <c:v>130</c:v>
                </c:pt>
                <c:pt idx="78">
                  <c:v>125</c:v>
                </c:pt>
                <c:pt idx="79">
                  <c:v>140</c:v>
                </c:pt>
                <c:pt idx="80">
                  <c:v>90</c:v>
                </c:pt>
                <c:pt idx="81">
                  <c:v>155</c:v>
                </c:pt>
                <c:pt idx="82">
                  <c:v>88</c:v>
                </c:pt>
                <c:pt idx="83">
                  <c:v>85</c:v>
                </c:pt>
                <c:pt idx="84">
                  <c:v>55</c:v>
                </c:pt>
                <c:pt idx="85">
                  <c:v>185</c:v>
                </c:pt>
                <c:pt idx="86">
                  <c:v>115</c:v>
                </c:pt>
                <c:pt idx="87">
                  <c:v>125</c:v>
                </c:pt>
                <c:pt idx="88">
                  <c:v>190</c:v>
                </c:pt>
                <c:pt idx="89">
                  <c:v>135</c:v>
                </c:pt>
                <c:pt idx="90">
                  <c:v>180</c:v>
                </c:pt>
                <c:pt idx="91">
                  <c:v>125</c:v>
                </c:pt>
                <c:pt idx="92">
                  <c:v>135</c:v>
                </c:pt>
                <c:pt idx="93">
                  <c:v>121.4</c:v>
                </c:pt>
                <c:pt idx="94">
                  <c:v>62.5</c:v>
                </c:pt>
                <c:pt idx="95">
                  <c:v>130</c:v>
                </c:pt>
                <c:pt idx="96">
                  <c:v>110</c:v>
                </c:pt>
                <c:pt idx="97">
                  <c:v>140</c:v>
                </c:pt>
                <c:pt idx="98">
                  <c:v>125</c:v>
                </c:pt>
                <c:pt idx="99">
                  <c:v>155</c:v>
                </c:pt>
                <c:pt idx="100">
                  <c:v>110</c:v>
                </c:pt>
                <c:pt idx="101">
                  <c:v>110</c:v>
                </c:pt>
                <c:pt idx="102">
                  <c:v>125</c:v>
                </c:pt>
                <c:pt idx="103">
                  <c:v>70</c:v>
                </c:pt>
                <c:pt idx="104">
                  <c:v>125</c:v>
                </c:pt>
                <c:pt idx="105">
                  <c:v>92</c:v>
                </c:pt>
                <c:pt idx="106">
                  <c:v>66</c:v>
                </c:pt>
                <c:pt idx="107">
                  <c:v>125</c:v>
                </c:pt>
                <c:pt idx="108">
                  <c:v>120</c:v>
                </c:pt>
                <c:pt idx="109">
                  <c:v>125</c:v>
                </c:pt>
                <c:pt idx="110">
                  <c:v>51</c:v>
                </c:pt>
                <c:pt idx="111">
                  <c:v>150</c:v>
                </c:pt>
                <c:pt idx="112">
                  <c:v>81</c:v>
                </c:pt>
                <c:pt idx="113">
                  <c:v>135</c:v>
                </c:pt>
                <c:pt idx="114">
                  <c:v>150</c:v>
                </c:pt>
                <c:pt idx="115">
                  <c:v>135</c:v>
                </c:pt>
                <c:pt idx="116">
                  <c:v>100</c:v>
                </c:pt>
                <c:pt idx="117">
                  <c:v>125</c:v>
                </c:pt>
                <c:pt idx="118">
                  <c:v>125</c:v>
                </c:pt>
                <c:pt idx="119">
                  <c:v>125</c:v>
                </c:pt>
                <c:pt idx="120">
                  <c:v>100</c:v>
                </c:pt>
                <c:pt idx="121">
                  <c:v>80</c:v>
                </c:pt>
                <c:pt idx="122">
                  <c:v>150</c:v>
                </c:pt>
                <c:pt idx="123">
                  <c:v>100</c:v>
                </c:pt>
                <c:pt idx="124">
                  <c:v>115</c:v>
                </c:pt>
                <c:pt idx="125">
                  <c:v>110</c:v>
                </c:pt>
                <c:pt idx="126">
                  <c:v>135</c:v>
                </c:pt>
                <c:pt idx="127">
                  <c:v>115</c:v>
                </c:pt>
                <c:pt idx="128">
                  <c:v>66</c:v>
                </c:pt>
                <c:pt idx="129">
                  <c:v>52</c:v>
                </c:pt>
                <c:pt idx="130">
                  <c:v>103</c:v>
                </c:pt>
                <c:pt idx="131">
                  <c:v>100</c:v>
                </c:pt>
                <c:pt idx="132">
                  <c:v>125</c:v>
                </c:pt>
                <c:pt idx="133">
                  <c:v>99</c:v>
                </c:pt>
                <c:pt idx="134">
                  <c:v>121</c:v>
                </c:pt>
                <c:pt idx="135">
                  <c:v>125</c:v>
                </c:pt>
                <c:pt idx="136">
                  <c:v>66</c:v>
                </c:pt>
                <c:pt idx="137">
                  <c:v>110</c:v>
                </c:pt>
                <c:pt idx="138">
                  <c:v>150</c:v>
                </c:pt>
                <c:pt idx="139">
                  <c:v>103</c:v>
                </c:pt>
                <c:pt idx="140">
                  <c:v>110</c:v>
                </c:pt>
                <c:pt idx="141">
                  <c:v>120</c:v>
                </c:pt>
                <c:pt idx="142">
                  <c:v>140</c:v>
                </c:pt>
                <c:pt idx="143">
                  <c:v>150</c:v>
                </c:pt>
                <c:pt idx="144">
                  <c:v>68</c:v>
                </c:pt>
                <c:pt idx="145">
                  <c:v>135</c:v>
                </c:pt>
                <c:pt idx="146">
                  <c:v>100</c:v>
                </c:pt>
                <c:pt idx="147">
                  <c:v>100</c:v>
                </c:pt>
                <c:pt idx="148">
                  <c:v>125</c:v>
                </c:pt>
                <c:pt idx="149">
                  <c:v>150</c:v>
                </c:pt>
                <c:pt idx="150">
                  <c:v>135</c:v>
                </c:pt>
                <c:pt idx="151">
                  <c:v>115</c:v>
                </c:pt>
                <c:pt idx="152">
                  <c:v>155</c:v>
                </c:pt>
                <c:pt idx="153">
                  <c:v>125</c:v>
                </c:pt>
                <c:pt idx="154">
                  <c:v>135</c:v>
                </c:pt>
                <c:pt idx="155">
                  <c:v>150</c:v>
                </c:pt>
                <c:pt idx="156">
                  <c:v>100</c:v>
                </c:pt>
                <c:pt idx="157">
                  <c:v>88</c:v>
                </c:pt>
                <c:pt idx="158">
                  <c:v>85</c:v>
                </c:pt>
                <c:pt idx="159">
                  <c:v>135</c:v>
                </c:pt>
                <c:pt idx="160">
                  <c:v>80</c:v>
                </c:pt>
                <c:pt idx="161">
                  <c:v>135</c:v>
                </c:pt>
                <c:pt idx="162">
                  <c:v>100</c:v>
                </c:pt>
                <c:pt idx="163">
                  <c:v>100</c:v>
                </c:pt>
                <c:pt idx="164">
                  <c:v>165</c:v>
                </c:pt>
                <c:pt idx="165">
                  <c:v>125</c:v>
                </c:pt>
                <c:pt idx="166">
                  <c:v>66</c:v>
                </c:pt>
                <c:pt idx="167">
                  <c:v>190</c:v>
                </c:pt>
                <c:pt idx="168">
                  <c:v>90</c:v>
                </c:pt>
                <c:pt idx="169">
                  <c:v>84</c:v>
                </c:pt>
                <c:pt idx="170">
                  <c:v>150</c:v>
                </c:pt>
                <c:pt idx="171">
                  <c:v>100</c:v>
                </c:pt>
                <c:pt idx="172">
                  <c:v>135</c:v>
                </c:pt>
                <c:pt idx="173">
                  <c:v>120</c:v>
                </c:pt>
                <c:pt idx="174">
                  <c:v>100</c:v>
                </c:pt>
                <c:pt idx="175">
                  <c:v>115</c:v>
                </c:pt>
                <c:pt idx="176">
                  <c:v>125</c:v>
                </c:pt>
                <c:pt idx="177">
                  <c:v>265</c:v>
                </c:pt>
                <c:pt idx="178">
                  <c:v>155</c:v>
                </c:pt>
                <c:pt idx="179">
                  <c:v>100</c:v>
                </c:pt>
                <c:pt idx="180">
                  <c:v>85</c:v>
                </c:pt>
                <c:pt idx="181">
                  <c:v>135</c:v>
                </c:pt>
                <c:pt idx="182">
                  <c:v>73</c:v>
                </c:pt>
                <c:pt idx="183">
                  <c:v>90</c:v>
                </c:pt>
                <c:pt idx="184">
                  <c:v>125</c:v>
                </c:pt>
                <c:pt idx="185">
                  <c:v>100</c:v>
                </c:pt>
                <c:pt idx="186">
                  <c:v>55</c:v>
                </c:pt>
                <c:pt idx="187">
                  <c:v>125</c:v>
                </c:pt>
                <c:pt idx="188">
                  <c:v>135</c:v>
                </c:pt>
                <c:pt idx="189">
                  <c:v>125</c:v>
                </c:pt>
                <c:pt idx="190">
                  <c:v>150</c:v>
                </c:pt>
                <c:pt idx="191">
                  <c:v>66</c:v>
                </c:pt>
                <c:pt idx="192">
                  <c:v>180</c:v>
                </c:pt>
                <c:pt idx="193">
                  <c:v>158</c:v>
                </c:pt>
                <c:pt idx="194">
                  <c:v>125</c:v>
                </c:pt>
                <c:pt idx="195">
                  <c:v>130</c:v>
                </c:pt>
                <c:pt idx="196">
                  <c:v>125</c:v>
                </c:pt>
                <c:pt idx="197">
                  <c:v>135</c:v>
                </c:pt>
                <c:pt idx="198">
                  <c:v>135</c:v>
                </c:pt>
                <c:pt idx="199">
                  <c:v>100</c:v>
                </c:pt>
                <c:pt idx="200">
                  <c:v>88</c:v>
                </c:pt>
                <c:pt idx="201">
                  <c:v>125</c:v>
                </c:pt>
                <c:pt idx="202">
                  <c:v>100</c:v>
                </c:pt>
                <c:pt idx="203">
                  <c:v>125</c:v>
                </c:pt>
                <c:pt idx="204">
                  <c:v>73</c:v>
                </c:pt>
                <c:pt idx="205">
                  <c:v>133</c:v>
                </c:pt>
                <c:pt idx="206">
                  <c:v>100</c:v>
                </c:pt>
                <c:pt idx="207">
                  <c:v>125</c:v>
                </c:pt>
                <c:pt idx="208">
                  <c:v>140</c:v>
                </c:pt>
                <c:pt idx="209">
                  <c:v>125</c:v>
                </c:pt>
                <c:pt idx="210">
                  <c:v>81</c:v>
                </c:pt>
                <c:pt idx="211">
                  <c:v>125</c:v>
                </c:pt>
                <c:pt idx="212">
                  <c:v>85</c:v>
                </c:pt>
                <c:pt idx="213">
                  <c:v>150</c:v>
                </c:pt>
                <c:pt idx="214">
                  <c:v>130</c:v>
                </c:pt>
                <c:pt idx="215">
                  <c:v>150</c:v>
                </c:pt>
                <c:pt idx="216">
                  <c:v>125</c:v>
                </c:pt>
                <c:pt idx="217">
                  <c:v>100</c:v>
                </c:pt>
                <c:pt idx="218">
                  <c:v>70</c:v>
                </c:pt>
                <c:pt idx="219">
                  <c:v>73</c:v>
                </c:pt>
              </c:numCache>
            </c:numRef>
          </c:xVal>
          <c:yVal>
            <c:numRef>
              <c:f>'Chart Data'!$B$2:$B$221</c:f>
              <c:numCache>
                <c:formatCode>0</c:formatCode>
                <c:ptCount val="220"/>
                <c:pt idx="0">
                  <c:v>105</c:v>
                </c:pt>
                <c:pt idx="1">
                  <c:v>131</c:v>
                </c:pt>
                <c:pt idx="2">
                  <c:v>127</c:v>
                </c:pt>
                <c:pt idx="3">
                  <c:v>110</c:v>
                </c:pt>
                <c:pt idx="4">
                  <c:v>27</c:v>
                </c:pt>
                <c:pt idx="5">
                  <c:v>136</c:v>
                </c:pt>
                <c:pt idx="6">
                  <c:v>133</c:v>
                </c:pt>
                <c:pt idx="7">
                  <c:v>134</c:v>
                </c:pt>
                <c:pt idx="8">
                  <c:v>135</c:v>
                </c:pt>
                <c:pt idx="9">
                  <c:v>119</c:v>
                </c:pt>
                <c:pt idx="10">
                  <c:v>107</c:v>
                </c:pt>
                <c:pt idx="11">
                  <c:v>117</c:v>
                </c:pt>
                <c:pt idx="12">
                  <c:v>125</c:v>
                </c:pt>
                <c:pt idx="13">
                  <c:v>133</c:v>
                </c:pt>
                <c:pt idx="14">
                  <c:v>124</c:v>
                </c:pt>
                <c:pt idx="15">
                  <c:v>124</c:v>
                </c:pt>
                <c:pt idx="16">
                  <c:v>127</c:v>
                </c:pt>
                <c:pt idx="17">
                  <c:v>119</c:v>
                </c:pt>
                <c:pt idx="18">
                  <c:v>110</c:v>
                </c:pt>
                <c:pt idx="19">
                  <c:v>132</c:v>
                </c:pt>
                <c:pt idx="20">
                  <c:v>129</c:v>
                </c:pt>
                <c:pt idx="21">
                  <c:v>88</c:v>
                </c:pt>
                <c:pt idx="22">
                  <c:v>128</c:v>
                </c:pt>
                <c:pt idx="23">
                  <c:v>129</c:v>
                </c:pt>
                <c:pt idx="24">
                  <c:v>116</c:v>
                </c:pt>
                <c:pt idx="25">
                  <c:v>128</c:v>
                </c:pt>
                <c:pt idx="26">
                  <c:v>145</c:v>
                </c:pt>
                <c:pt idx="27">
                  <c:v>128</c:v>
                </c:pt>
                <c:pt idx="28">
                  <c:v>118</c:v>
                </c:pt>
                <c:pt idx="29">
                  <c:v>113</c:v>
                </c:pt>
                <c:pt idx="30">
                  <c:v>109</c:v>
                </c:pt>
                <c:pt idx="31">
                  <c:v>130</c:v>
                </c:pt>
                <c:pt idx="32">
                  <c:v>133</c:v>
                </c:pt>
                <c:pt idx="33">
                  <c:v>161</c:v>
                </c:pt>
                <c:pt idx="34">
                  <c:v>105</c:v>
                </c:pt>
                <c:pt idx="35">
                  <c:v>135</c:v>
                </c:pt>
                <c:pt idx="36">
                  <c:v>118</c:v>
                </c:pt>
                <c:pt idx="37">
                  <c:v>141</c:v>
                </c:pt>
                <c:pt idx="38">
                  <c:v>181</c:v>
                </c:pt>
                <c:pt idx="39">
                  <c:v>114</c:v>
                </c:pt>
                <c:pt idx="40">
                  <c:v>119</c:v>
                </c:pt>
                <c:pt idx="41">
                  <c:v>121</c:v>
                </c:pt>
                <c:pt idx="42">
                  <c:v>97</c:v>
                </c:pt>
                <c:pt idx="43">
                  <c:v>142</c:v>
                </c:pt>
                <c:pt idx="44">
                  <c:v>144</c:v>
                </c:pt>
                <c:pt idx="45">
                  <c:v>118</c:v>
                </c:pt>
                <c:pt idx="46">
                  <c:v>110</c:v>
                </c:pt>
                <c:pt idx="47">
                  <c:v>111</c:v>
                </c:pt>
                <c:pt idx="48">
                  <c:v>120</c:v>
                </c:pt>
                <c:pt idx="49">
                  <c:v>151</c:v>
                </c:pt>
                <c:pt idx="50">
                  <c:v>137</c:v>
                </c:pt>
                <c:pt idx="51">
                  <c:v>131</c:v>
                </c:pt>
                <c:pt idx="52">
                  <c:v>134</c:v>
                </c:pt>
                <c:pt idx="53">
                  <c:v>138</c:v>
                </c:pt>
                <c:pt idx="54">
                  <c:v>130</c:v>
                </c:pt>
                <c:pt idx="55">
                  <c:v>117</c:v>
                </c:pt>
                <c:pt idx="56">
                  <c:v>134</c:v>
                </c:pt>
                <c:pt idx="57">
                  <c:v>137</c:v>
                </c:pt>
                <c:pt idx="58">
                  <c:v>109</c:v>
                </c:pt>
                <c:pt idx="59">
                  <c:v>111</c:v>
                </c:pt>
                <c:pt idx="60">
                  <c:v>135</c:v>
                </c:pt>
                <c:pt idx="61">
                  <c:v>104</c:v>
                </c:pt>
                <c:pt idx="62">
                  <c:v>126</c:v>
                </c:pt>
                <c:pt idx="63">
                  <c:v>131</c:v>
                </c:pt>
                <c:pt idx="64">
                  <c:v>105</c:v>
                </c:pt>
                <c:pt idx="65">
                  <c:v>141</c:v>
                </c:pt>
                <c:pt idx="66">
                  <c:v>140</c:v>
                </c:pt>
                <c:pt idx="67">
                  <c:v>110</c:v>
                </c:pt>
                <c:pt idx="68">
                  <c:v>95</c:v>
                </c:pt>
                <c:pt idx="69">
                  <c:v>112</c:v>
                </c:pt>
                <c:pt idx="70">
                  <c:v>140</c:v>
                </c:pt>
                <c:pt idx="71">
                  <c:v>127</c:v>
                </c:pt>
                <c:pt idx="72">
                  <c:v>99</c:v>
                </c:pt>
                <c:pt idx="73">
                  <c:v>147</c:v>
                </c:pt>
                <c:pt idx="74">
                  <c:v>113</c:v>
                </c:pt>
                <c:pt idx="75">
                  <c:v>151</c:v>
                </c:pt>
                <c:pt idx="76">
                  <c:v>118</c:v>
                </c:pt>
                <c:pt idx="77">
                  <c:v>125</c:v>
                </c:pt>
                <c:pt idx="78">
                  <c:v>122</c:v>
                </c:pt>
                <c:pt idx="79">
                  <c:v>124</c:v>
                </c:pt>
                <c:pt idx="80">
                  <c:v>126</c:v>
                </c:pt>
                <c:pt idx="81">
                  <c:v>135</c:v>
                </c:pt>
                <c:pt idx="82">
                  <c:v>149</c:v>
                </c:pt>
                <c:pt idx="83">
                  <c:v>99</c:v>
                </c:pt>
                <c:pt idx="84">
                  <c:v>99</c:v>
                </c:pt>
                <c:pt idx="85">
                  <c:v>160</c:v>
                </c:pt>
                <c:pt idx="86">
                  <c:v>137</c:v>
                </c:pt>
                <c:pt idx="87">
                  <c:v>111</c:v>
                </c:pt>
                <c:pt idx="88">
                  <c:v>129</c:v>
                </c:pt>
                <c:pt idx="89">
                  <c:v>151</c:v>
                </c:pt>
                <c:pt idx="90">
                  <c:v>149</c:v>
                </c:pt>
                <c:pt idx="91">
                  <c:v>126</c:v>
                </c:pt>
                <c:pt idx="92">
                  <c:v>152</c:v>
                </c:pt>
                <c:pt idx="93">
                  <c:v>134</c:v>
                </c:pt>
                <c:pt idx="94">
                  <c:v>97</c:v>
                </c:pt>
                <c:pt idx="95">
                  <c:v>136</c:v>
                </c:pt>
                <c:pt idx="96">
                  <c:v>168</c:v>
                </c:pt>
                <c:pt idx="97">
                  <c:v>114</c:v>
                </c:pt>
                <c:pt idx="98">
                  <c:v>132</c:v>
                </c:pt>
                <c:pt idx="99">
                  <c:v>156</c:v>
                </c:pt>
                <c:pt idx="100">
                  <c:v>124</c:v>
                </c:pt>
                <c:pt idx="101">
                  <c:v>134</c:v>
                </c:pt>
                <c:pt idx="102">
                  <c:v>126</c:v>
                </c:pt>
                <c:pt idx="103">
                  <c:v>107</c:v>
                </c:pt>
                <c:pt idx="104">
                  <c:v>123</c:v>
                </c:pt>
                <c:pt idx="105">
                  <c:v>127</c:v>
                </c:pt>
                <c:pt idx="106">
                  <c:v>113</c:v>
                </c:pt>
                <c:pt idx="107">
                  <c:v>134</c:v>
                </c:pt>
                <c:pt idx="108">
                  <c:v>115</c:v>
                </c:pt>
                <c:pt idx="109">
                  <c:v>141</c:v>
                </c:pt>
                <c:pt idx="110">
                  <c:v>126</c:v>
                </c:pt>
                <c:pt idx="111">
                  <c:v>139</c:v>
                </c:pt>
                <c:pt idx="112">
                  <c:v>112</c:v>
                </c:pt>
                <c:pt idx="113">
                  <c:v>148</c:v>
                </c:pt>
                <c:pt idx="114">
                  <c:v>140</c:v>
                </c:pt>
                <c:pt idx="115">
                  <c:v>151</c:v>
                </c:pt>
                <c:pt idx="116">
                  <c:v>135</c:v>
                </c:pt>
                <c:pt idx="117">
                  <c:v>111</c:v>
                </c:pt>
                <c:pt idx="118">
                  <c:v>123</c:v>
                </c:pt>
                <c:pt idx="119">
                  <c:v>104</c:v>
                </c:pt>
                <c:pt idx="120">
                  <c:v>121</c:v>
                </c:pt>
                <c:pt idx="121">
                  <c:v>104</c:v>
                </c:pt>
                <c:pt idx="122">
                  <c:v>116</c:v>
                </c:pt>
                <c:pt idx="123">
                  <c:v>133</c:v>
                </c:pt>
                <c:pt idx="124">
                  <c:v>129</c:v>
                </c:pt>
                <c:pt idx="125">
                  <c:v>118</c:v>
                </c:pt>
                <c:pt idx="126">
                  <c:v>130</c:v>
                </c:pt>
                <c:pt idx="127">
                  <c:v>130</c:v>
                </c:pt>
                <c:pt idx="128">
                  <c:v>139</c:v>
                </c:pt>
                <c:pt idx="129">
                  <c:v>105</c:v>
                </c:pt>
                <c:pt idx="130">
                  <c:v>104</c:v>
                </c:pt>
                <c:pt idx="131">
                  <c:v>141</c:v>
                </c:pt>
                <c:pt idx="132">
                  <c:v>114</c:v>
                </c:pt>
                <c:pt idx="133">
                  <c:v>155</c:v>
                </c:pt>
                <c:pt idx="134">
                  <c:v>139</c:v>
                </c:pt>
                <c:pt idx="135">
                  <c:v>114</c:v>
                </c:pt>
                <c:pt idx="136">
                  <c:v>103</c:v>
                </c:pt>
                <c:pt idx="137">
                  <c:v>122</c:v>
                </c:pt>
                <c:pt idx="138">
                  <c:v>129</c:v>
                </c:pt>
                <c:pt idx="139">
                  <c:v>119</c:v>
                </c:pt>
                <c:pt idx="140">
                  <c:v>95</c:v>
                </c:pt>
                <c:pt idx="141">
                  <c:v>104</c:v>
                </c:pt>
                <c:pt idx="142">
                  <c:v>116</c:v>
                </c:pt>
                <c:pt idx="143">
                  <c:v>109</c:v>
                </c:pt>
                <c:pt idx="144">
                  <c:v>95</c:v>
                </c:pt>
                <c:pt idx="145">
                  <c:v>170</c:v>
                </c:pt>
                <c:pt idx="146">
                  <c:v>138</c:v>
                </c:pt>
                <c:pt idx="147">
                  <c:v>116</c:v>
                </c:pt>
                <c:pt idx="148">
                  <c:v>123</c:v>
                </c:pt>
                <c:pt idx="149">
                  <c:v>105</c:v>
                </c:pt>
                <c:pt idx="150">
                  <c:v>128</c:v>
                </c:pt>
                <c:pt idx="151">
                  <c:v>153</c:v>
                </c:pt>
                <c:pt idx="152">
                  <c:v>152</c:v>
                </c:pt>
                <c:pt idx="153">
                  <c:v>115</c:v>
                </c:pt>
                <c:pt idx="154">
                  <c:v>154</c:v>
                </c:pt>
                <c:pt idx="155">
                  <c:v>126</c:v>
                </c:pt>
                <c:pt idx="156">
                  <c:v>128</c:v>
                </c:pt>
                <c:pt idx="157">
                  <c:v>131</c:v>
                </c:pt>
                <c:pt idx="158">
                  <c:v>117</c:v>
                </c:pt>
                <c:pt idx="159">
                  <c:v>134</c:v>
                </c:pt>
                <c:pt idx="160">
                  <c:v>112</c:v>
                </c:pt>
                <c:pt idx="161">
                  <c:v>135</c:v>
                </c:pt>
                <c:pt idx="162">
                  <c:v>129</c:v>
                </c:pt>
                <c:pt idx="163">
                  <c:v>122</c:v>
                </c:pt>
                <c:pt idx="164">
                  <c:v>143</c:v>
                </c:pt>
                <c:pt idx="165">
                  <c:v>118</c:v>
                </c:pt>
                <c:pt idx="166">
                  <c:v>111</c:v>
                </c:pt>
                <c:pt idx="167">
                  <c:v>139</c:v>
                </c:pt>
                <c:pt idx="168">
                  <c:v>134</c:v>
                </c:pt>
                <c:pt idx="169">
                  <c:v>98</c:v>
                </c:pt>
                <c:pt idx="170">
                  <c:v>127</c:v>
                </c:pt>
                <c:pt idx="171">
                  <c:v>123</c:v>
                </c:pt>
                <c:pt idx="172">
                  <c:v>124</c:v>
                </c:pt>
                <c:pt idx="173">
                  <c:v>130</c:v>
                </c:pt>
                <c:pt idx="174">
                  <c:v>99</c:v>
                </c:pt>
                <c:pt idx="175">
                  <c:v>150</c:v>
                </c:pt>
                <c:pt idx="176">
                  <c:v>129</c:v>
                </c:pt>
                <c:pt idx="177">
                  <c:v>161</c:v>
                </c:pt>
                <c:pt idx="178">
                  <c:v>131</c:v>
                </c:pt>
                <c:pt idx="179">
                  <c:v>114</c:v>
                </c:pt>
                <c:pt idx="180">
                  <c:v>106</c:v>
                </c:pt>
                <c:pt idx="181">
                  <c:v>155</c:v>
                </c:pt>
                <c:pt idx="182">
                  <c:v>130</c:v>
                </c:pt>
                <c:pt idx="183">
                  <c:v>169</c:v>
                </c:pt>
                <c:pt idx="184">
                  <c:v>113</c:v>
                </c:pt>
                <c:pt idx="185">
                  <c:v>127</c:v>
                </c:pt>
                <c:pt idx="186">
                  <c:v>119</c:v>
                </c:pt>
                <c:pt idx="187">
                  <c:v>106</c:v>
                </c:pt>
                <c:pt idx="188">
                  <c:v>124</c:v>
                </c:pt>
                <c:pt idx="189">
                  <c:v>108</c:v>
                </c:pt>
                <c:pt idx="190">
                  <c:v>107</c:v>
                </c:pt>
                <c:pt idx="191">
                  <c:v>90</c:v>
                </c:pt>
                <c:pt idx="192">
                  <c:v>161</c:v>
                </c:pt>
                <c:pt idx="193">
                  <c:v>139</c:v>
                </c:pt>
                <c:pt idx="194">
                  <c:v>123</c:v>
                </c:pt>
                <c:pt idx="195">
                  <c:v>134</c:v>
                </c:pt>
                <c:pt idx="196">
                  <c:v>127</c:v>
                </c:pt>
                <c:pt idx="197">
                  <c:v>151</c:v>
                </c:pt>
                <c:pt idx="198">
                  <c:v>127</c:v>
                </c:pt>
                <c:pt idx="199">
                  <c:v>135</c:v>
                </c:pt>
                <c:pt idx="200">
                  <c:v>130</c:v>
                </c:pt>
                <c:pt idx="201">
                  <c:v>109</c:v>
                </c:pt>
                <c:pt idx="202">
                  <c:v>114</c:v>
                </c:pt>
                <c:pt idx="203">
                  <c:v>103</c:v>
                </c:pt>
                <c:pt idx="204">
                  <c:v>128</c:v>
                </c:pt>
                <c:pt idx="205">
                  <c:v>99</c:v>
                </c:pt>
                <c:pt idx="206">
                  <c:v>123</c:v>
                </c:pt>
                <c:pt idx="207">
                  <c:v>123</c:v>
                </c:pt>
                <c:pt idx="208">
                  <c:v>118</c:v>
                </c:pt>
                <c:pt idx="209">
                  <c:v>122</c:v>
                </c:pt>
                <c:pt idx="210">
                  <c:v>119</c:v>
                </c:pt>
                <c:pt idx="211">
                  <c:v>120</c:v>
                </c:pt>
                <c:pt idx="212">
                  <c:v>116</c:v>
                </c:pt>
                <c:pt idx="213">
                  <c:v>109</c:v>
                </c:pt>
                <c:pt idx="214">
                  <c:v>144</c:v>
                </c:pt>
                <c:pt idx="215">
                  <c:v>100</c:v>
                </c:pt>
                <c:pt idx="216">
                  <c:v>132</c:v>
                </c:pt>
                <c:pt idx="217">
                  <c:v>119</c:v>
                </c:pt>
                <c:pt idx="218">
                  <c:v>102</c:v>
                </c:pt>
                <c:pt idx="219">
                  <c:v>128</c:v>
                </c:pt>
              </c:numCache>
            </c:numRef>
          </c:yVal>
          <c:smooth val="1"/>
          <c:extLst>
            <c:ext xmlns:c16="http://schemas.microsoft.com/office/drawing/2014/chart" uri="{C3380CC4-5D6E-409C-BE32-E72D297353CC}">
              <c16:uniqueId val="{00000000-5EDF-1149-BF68-63D2BA972CB3}"/>
            </c:ext>
          </c:extLst>
        </c:ser>
        <c:ser>
          <c:idx val="1"/>
          <c:order val="1"/>
          <c:tx>
            <c:v>C1</c:v>
          </c:tx>
          <c:spPr>
            <a:ln w="0">
              <a:noFill/>
            </a:ln>
          </c:spPr>
          <c:marker>
            <c:symbol val="circle"/>
            <c:size val="5"/>
            <c:spPr>
              <a:solidFill>
                <a:srgbClr val="4179B7"/>
              </a:solidFill>
            </c:spPr>
          </c:marker>
          <c:xVal>
            <c:numRef>
              <c:f>'Chart Data'!$C$2:$C$221</c:f>
              <c:numCache>
                <c:formatCode>General</c:formatCode>
                <c:ptCount val="220"/>
                <c:pt idx="0">
                  <c:v>170</c:v>
                </c:pt>
                <c:pt idx="1">
                  <c:v>100</c:v>
                </c:pt>
                <c:pt idx="2">
                  <c:v>95</c:v>
                </c:pt>
                <c:pt idx="3">
                  <c:v>140</c:v>
                </c:pt>
                <c:pt idx="4">
                  <c:v>190</c:v>
                </c:pt>
                <c:pt idx="5">
                  <c:v>190</c:v>
                </c:pt>
                <c:pt idx="6">
                  <c:v>95</c:v>
                </c:pt>
                <c:pt idx="7">
                  <c:v>180</c:v>
                </c:pt>
                <c:pt idx="8">
                  <c:v>140</c:v>
                </c:pt>
                <c:pt idx="9">
                  <c:v>183</c:v>
                </c:pt>
                <c:pt idx="10">
                  <c:v>191</c:v>
                </c:pt>
                <c:pt idx="11">
                  <c:v>140</c:v>
                </c:pt>
                <c:pt idx="12">
                  <c:v>120</c:v>
                </c:pt>
                <c:pt idx="13">
                  <c:v>120</c:v>
                </c:pt>
                <c:pt idx="14">
                  <c:v>225</c:v>
                </c:pt>
                <c:pt idx="15">
                  <c:v>95</c:v>
                </c:pt>
                <c:pt idx="16">
                  <c:v>120</c:v>
                </c:pt>
                <c:pt idx="17">
                  <c:v>115</c:v>
                </c:pt>
                <c:pt idx="18">
                  <c:v>120</c:v>
                </c:pt>
                <c:pt idx="19">
                  <c:v>120</c:v>
                </c:pt>
                <c:pt idx="20">
                  <c:v>120</c:v>
                </c:pt>
                <c:pt idx="21">
                  <c:v>95</c:v>
                </c:pt>
                <c:pt idx="22">
                  <c:v>225</c:v>
                </c:pt>
                <c:pt idx="23">
                  <c:v>120</c:v>
                </c:pt>
                <c:pt idx="24">
                  <c:v>100</c:v>
                </c:pt>
                <c:pt idx="25">
                  <c:v>74</c:v>
                </c:pt>
                <c:pt idx="26">
                  <c:v>100</c:v>
                </c:pt>
                <c:pt idx="27">
                  <c:v>140</c:v>
                </c:pt>
                <c:pt idx="28">
                  <c:v>120</c:v>
                </c:pt>
                <c:pt idx="29">
                  <c:v>109</c:v>
                </c:pt>
                <c:pt idx="30">
                  <c:v>115</c:v>
                </c:pt>
                <c:pt idx="31">
                  <c:v>95</c:v>
                </c:pt>
                <c:pt idx="32">
                  <c:v>147</c:v>
                </c:pt>
                <c:pt idx="33">
                  <c:v>95</c:v>
                </c:pt>
                <c:pt idx="34">
                  <c:v>120</c:v>
                </c:pt>
                <c:pt idx="35">
                  <c:v>120</c:v>
                </c:pt>
                <c:pt idx="36">
                  <c:v>120</c:v>
                </c:pt>
                <c:pt idx="37">
                  <c:v>215</c:v>
                </c:pt>
                <c:pt idx="38">
                  <c:v>154</c:v>
                </c:pt>
                <c:pt idx="39">
                  <c:v>140</c:v>
                </c:pt>
                <c:pt idx="40">
                  <c:v>120</c:v>
                </c:pt>
                <c:pt idx="41">
                  <c:v>96</c:v>
                </c:pt>
                <c:pt idx="42">
                  <c:v>120</c:v>
                </c:pt>
                <c:pt idx="43">
                  <c:v>120</c:v>
                </c:pt>
                <c:pt idx="44">
                  <c:v>225</c:v>
                </c:pt>
                <c:pt idx="45">
                  <c:v>95</c:v>
                </c:pt>
                <c:pt idx="46">
                  <c:v>120</c:v>
                </c:pt>
                <c:pt idx="47">
                  <c:v>120</c:v>
                </c:pt>
                <c:pt idx="48">
                  <c:v>100</c:v>
                </c:pt>
                <c:pt idx="49">
                  <c:v>225</c:v>
                </c:pt>
                <c:pt idx="50">
                  <c:v>85</c:v>
                </c:pt>
                <c:pt idx="51">
                  <c:v>120</c:v>
                </c:pt>
                <c:pt idx="52">
                  <c:v>215</c:v>
                </c:pt>
                <c:pt idx="53">
                  <c:v>160</c:v>
                </c:pt>
                <c:pt idx="54">
                  <c:v>190</c:v>
                </c:pt>
                <c:pt idx="55">
                  <c:v>120</c:v>
                </c:pt>
                <c:pt idx="56">
                  <c:v>120</c:v>
                </c:pt>
                <c:pt idx="57">
                  <c:v>95</c:v>
                </c:pt>
                <c:pt idx="58">
                  <c:v>165</c:v>
                </c:pt>
                <c:pt idx="59">
                  <c:v>245</c:v>
                </c:pt>
                <c:pt idx="60">
                  <c:v>245</c:v>
                </c:pt>
                <c:pt idx="61">
                  <c:v>140</c:v>
                </c:pt>
                <c:pt idx="62">
                  <c:v>85</c:v>
                </c:pt>
                <c:pt idx="63">
                  <c:v>120</c:v>
                </c:pt>
                <c:pt idx="64">
                  <c:v>245</c:v>
                </c:pt>
                <c:pt idx="65">
                  <c:v>200</c:v>
                </c:pt>
                <c:pt idx="66">
                  <c:v>165</c:v>
                </c:pt>
                <c:pt idx="67">
                  <c:v>95</c:v>
                </c:pt>
                <c:pt idx="68">
                  <c:v>95</c:v>
                </c:pt>
                <c:pt idx="69">
                  <c:v>120</c:v>
                </c:pt>
                <c:pt idx="70">
                  <c:v>120</c:v>
                </c:pt>
                <c:pt idx="71">
                  <c:v>95</c:v>
                </c:pt>
                <c:pt idx="72">
                  <c:v>103</c:v>
                </c:pt>
                <c:pt idx="73">
                  <c:v>245</c:v>
                </c:pt>
                <c:pt idx="74">
                  <c:v>190</c:v>
                </c:pt>
                <c:pt idx="75">
                  <c:v>120</c:v>
                </c:pt>
                <c:pt idx="76">
                  <c:v>95</c:v>
                </c:pt>
                <c:pt idx="77">
                  <c:v>120</c:v>
                </c:pt>
                <c:pt idx="78">
                  <c:v>95</c:v>
                </c:pt>
                <c:pt idx="79">
                  <c:v>95</c:v>
                </c:pt>
                <c:pt idx="80">
                  <c:v>245</c:v>
                </c:pt>
                <c:pt idx="81">
                  <c:v>225</c:v>
                </c:pt>
                <c:pt idx="82">
                  <c:v>95</c:v>
                </c:pt>
                <c:pt idx="83">
                  <c:v>95</c:v>
                </c:pt>
                <c:pt idx="84">
                  <c:v>190</c:v>
                </c:pt>
                <c:pt idx="85">
                  <c:v>190</c:v>
                </c:pt>
                <c:pt idx="86">
                  <c:v>65</c:v>
                </c:pt>
                <c:pt idx="87">
                  <c:v>120</c:v>
                </c:pt>
                <c:pt idx="88">
                  <c:v>190</c:v>
                </c:pt>
                <c:pt idx="89">
                  <c:v>140</c:v>
                </c:pt>
                <c:pt idx="90">
                  <c:v>100</c:v>
                </c:pt>
                <c:pt idx="91">
                  <c:v>120</c:v>
                </c:pt>
                <c:pt idx="92">
                  <c:v>95</c:v>
                </c:pt>
                <c:pt idx="93">
                  <c:v>95</c:v>
                </c:pt>
                <c:pt idx="94">
                  <c:v>100</c:v>
                </c:pt>
                <c:pt idx="95">
                  <c:v>84</c:v>
                </c:pt>
                <c:pt idx="96">
                  <c:v>185</c:v>
                </c:pt>
                <c:pt idx="97">
                  <c:v>95</c:v>
                </c:pt>
                <c:pt idx="98">
                  <c:v>95</c:v>
                </c:pt>
                <c:pt idx="99">
                  <c:v>100</c:v>
                </c:pt>
                <c:pt idx="100">
                  <c:v>120</c:v>
                </c:pt>
                <c:pt idx="101">
                  <c:v>88</c:v>
                </c:pt>
                <c:pt idx="102">
                  <c:v>120</c:v>
                </c:pt>
                <c:pt idx="103">
                  <c:v>109</c:v>
                </c:pt>
                <c:pt idx="104">
                  <c:v>140</c:v>
                </c:pt>
                <c:pt idx="105">
                  <c:v>150</c:v>
                </c:pt>
                <c:pt idx="106">
                  <c:v>103</c:v>
                </c:pt>
                <c:pt idx="107">
                  <c:v>140</c:v>
                </c:pt>
                <c:pt idx="108">
                  <c:v>160</c:v>
                </c:pt>
                <c:pt idx="109">
                  <c:v>245</c:v>
                </c:pt>
                <c:pt idx="110">
                  <c:v>135</c:v>
                </c:pt>
                <c:pt idx="111">
                  <c:v>140</c:v>
                </c:pt>
                <c:pt idx="112">
                  <c:v>140</c:v>
                </c:pt>
                <c:pt idx="113">
                  <c:v>95</c:v>
                </c:pt>
                <c:pt idx="114">
                  <c:v>100</c:v>
                </c:pt>
                <c:pt idx="115">
                  <c:v>95</c:v>
                </c:pt>
                <c:pt idx="116">
                  <c:v>170</c:v>
                </c:pt>
                <c:pt idx="117">
                  <c:v>120</c:v>
                </c:pt>
                <c:pt idx="118">
                  <c:v>245</c:v>
                </c:pt>
                <c:pt idx="119">
                  <c:v>103</c:v>
                </c:pt>
                <c:pt idx="120">
                  <c:v>235</c:v>
                </c:pt>
                <c:pt idx="121">
                  <c:v>150</c:v>
                </c:pt>
                <c:pt idx="122">
                  <c:v>245</c:v>
                </c:pt>
                <c:pt idx="123">
                  <c:v>225</c:v>
                </c:pt>
                <c:pt idx="124">
                  <c:v>140</c:v>
                </c:pt>
                <c:pt idx="125">
                  <c:v>100</c:v>
                </c:pt>
                <c:pt idx="126">
                  <c:v>140</c:v>
                </c:pt>
                <c:pt idx="127">
                  <c:v>120</c:v>
                </c:pt>
                <c:pt idx="128">
                  <c:v>160</c:v>
                </c:pt>
                <c:pt idx="129">
                  <c:v>120</c:v>
                </c:pt>
                <c:pt idx="130">
                  <c:v>140</c:v>
                </c:pt>
                <c:pt idx="131">
                  <c:v>225</c:v>
                </c:pt>
                <c:pt idx="132">
                  <c:v>100</c:v>
                </c:pt>
                <c:pt idx="133">
                  <c:v>140</c:v>
                </c:pt>
                <c:pt idx="134">
                  <c:v>88</c:v>
                </c:pt>
                <c:pt idx="135">
                  <c:v>120</c:v>
                </c:pt>
                <c:pt idx="136">
                  <c:v>88</c:v>
                </c:pt>
                <c:pt idx="137">
                  <c:v>190</c:v>
                </c:pt>
                <c:pt idx="138">
                  <c:v>115</c:v>
                </c:pt>
                <c:pt idx="139">
                  <c:v>120</c:v>
                </c:pt>
                <c:pt idx="140">
                  <c:v>120</c:v>
                </c:pt>
                <c:pt idx="141">
                  <c:v>120</c:v>
                </c:pt>
                <c:pt idx="142">
                  <c:v>245</c:v>
                </c:pt>
                <c:pt idx="143">
                  <c:v>120</c:v>
                </c:pt>
                <c:pt idx="144">
                  <c:v>100</c:v>
                </c:pt>
                <c:pt idx="145">
                  <c:v>88</c:v>
                </c:pt>
                <c:pt idx="146">
                  <c:v>183</c:v>
                </c:pt>
                <c:pt idx="147">
                  <c:v>120</c:v>
                </c:pt>
                <c:pt idx="148">
                  <c:v>100</c:v>
                </c:pt>
                <c:pt idx="149">
                  <c:v>120</c:v>
                </c:pt>
                <c:pt idx="150">
                  <c:v>109</c:v>
                </c:pt>
                <c:pt idx="151">
                  <c:v>120</c:v>
                </c:pt>
                <c:pt idx="152">
                  <c:v>140</c:v>
                </c:pt>
                <c:pt idx="153">
                  <c:v>245</c:v>
                </c:pt>
                <c:pt idx="154">
                  <c:v>95</c:v>
                </c:pt>
                <c:pt idx="155">
                  <c:v>175</c:v>
                </c:pt>
                <c:pt idx="156">
                  <c:v>190</c:v>
                </c:pt>
                <c:pt idx="157">
                  <c:v>120</c:v>
                </c:pt>
                <c:pt idx="158">
                  <c:v>153</c:v>
                </c:pt>
                <c:pt idx="159">
                  <c:v>66</c:v>
                </c:pt>
                <c:pt idx="160">
                  <c:v>245</c:v>
                </c:pt>
                <c:pt idx="161">
                  <c:v>120</c:v>
                </c:pt>
                <c:pt idx="162">
                  <c:v>120</c:v>
                </c:pt>
                <c:pt idx="163">
                  <c:v>120</c:v>
                </c:pt>
                <c:pt idx="164">
                  <c:v>120</c:v>
                </c:pt>
                <c:pt idx="165">
                  <c:v>100</c:v>
                </c:pt>
                <c:pt idx="166">
                  <c:v>185</c:v>
                </c:pt>
                <c:pt idx="167">
                  <c:v>120</c:v>
                </c:pt>
                <c:pt idx="168">
                  <c:v>95</c:v>
                </c:pt>
                <c:pt idx="169">
                  <c:v>245</c:v>
                </c:pt>
                <c:pt idx="170">
                  <c:v>81</c:v>
                </c:pt>
                <c:pt idx="171">
                  <c:v>95</c:v>
                </c:pt>
                <c:pt idx="172">
                  <c:v>225</c:v>
                </c:pt>
                <c:pt idx="173">
                  <c:v>120</c:v>
                </c:pt>
                <c:pt idx="174">
                  <c:v>215</c:v>
                </c:pt>
                <c:pt idx="175">
                  <c:v>120</c:v>
                </c:pt>
                <c:pt idx="176">
                  <c:v>120</c:v>
                </c:pt>
                <c:pt idx="177">
                  <c:v>120</c:v>
                </c:pt>
                <c:pt idx="178">
                  <c:v>84</c:v>
                </c:pt>
                <c:pt idx="179">
                  <c:v>95</c:v>
                </c:pt>
                <c:pt idx="180">
                  <c:v>150</c:v>
                </c:pt>
                <c:pt idx="181">
                  <c:v>245</c:v>
                </c:pt>
                <c:pt idx="182">
                  <c:v>120</c:v>
                </c:pt>
                <c:pt idx="183">
                  <c:v>84</c:v>
                </c:pt>
                <c:pt idx="184">
                  <c:v>95</c:v>
                </c:pt>
                <c:pt idx="185">
                  <c:v>120</c:v>
                </c:pt>
                <c:pt idx="186">
                  <c:v>95</c:v>
                </c:pt>
                <c:pt idx="187">
                  <c:v>140</c:v>
                </c:pt>
                <c:pt idx="188">
                  <c:v>140</c:v>
                </c:pt>
                <c:pt idx="189">
                  <c:v>95</c:v>
                </c:pt>
                <c:pt idx="190">
                  <c:v>120</c:v>
                </c:pt>
                <c:pt idx="191">
                  <c:v>154</c:v>
                </c:pt>
                <c:pt idx="192">
                  <c:v>109</c:v>
                </c:pt>
                <c:pt idx="193">
                  <c:v>100</c:v>
                </c:pt>
                <c:pt idx="194">
                  <c:v>150</c:v>
                </c:pt>
                <c:pt idx="195">
                  <c:v>100</c:v>
                </c:pt>
                <c:pt idx="196">
                  <c:v>120</c:v>
                </c:pt>
                <c:pt idx="197">
                  <c:v>140</c:v>
                </c:pt>
                <c:pt idx="198">
                  <c:v>120</c:v>
                </c:pt>
                <c:pt idx="199">
                  <c:v>120</c:v>
                </c:pt>
                <c:pt idx="200">
                  <c:v>120</c:v>
                </c:pt>
                <c:pt idx="201">
                  <c:v>80</c:v>
                </c:pt>
                <c:pt idx="202">
                  <c:v>228</c:v>
                </c:pt>
                <c:pt idx="203">
                  <c:v>95</c:v>
                </c:pt>
                <c:pt idx="204">
                  <c:v>120</c:v>
                </c:pt>
                <c:pt idx="205">
                  <c:v>95</c:v>
                </c:pt>
                <c:pt idx="206">
                  <c:v>95</c:v>
                </c:pt>
                <c:pt idx="207">
                  <c:v>150</c:v>
                </c:pt>
                <c:pt idx="208">
                  <c:v>95</c:v>
                </c:pt>
                <c:pt idx="209">
                  <c:v>95</c:v>
                </c:pt>
                <c:pt idx="210">
                  <c:v>100</c:v>
                </c:pt>
                <c:pt idx="211">
                  <c:v>100</c:v>
                </c:pt>
                <c:pt idx="212">
                  <c:v>190</c:v>
                </c:pt>
                <c:pt idx="213">
                  <c:v>100</c:v>
                </c:pt>
                <c:pt idx="214">
                  <c:v>100</c:v>
                </c:pt>
                <c:pt idx="215">
                  <c:v>100</c:v>
                </c:pt>
                <c:pt idx="216">
                  <c:v>120</c:v>
                </c:pt>
                <c:pt idx="217">
                  <c:v>96</c:v>
                </c:pt>
                <c:pt idx="218">
                  <c:v>115</c:v>
                </c:pt>
                <c:pt idx="219">
                  <c:v>240</c:v>
                </c:pt>
              </c:numCache>
            </c:numRef>
          </c:xVal>
          <c:yVal>
            <c:numRef>
              <c:f>'Chart Data'!$D$2:$D$221</c:f>
              <c:numCache>
                <c:formatCode>0</c:formatCode>
                <c:ptCount val="220"/>
                <c:pt idx="0">
                  <c:v>142</c:v>
                </c:pt>
                <c:pt idx="1">
                  <c:v>159</c:v>
                </c:pt>
                <c:pt idx="2">
                  <c:v>173</c:v>
                </c:pt>
                <c:pt idx="3">
                  <c:v>217</c:v>
                </c:pt>
                <c:pt idx="4">
                  <c:v>157</c:v>
                </c:pt>
                <c:pt idx="5">
                  <c:v>162</c:v>
                </c:pt>
                <c:pt idx="6">
                  <c:v>176</c:v>
                </c:pt>
                <c:pt idx="7">
                  <c:v>163</c:v>
                </c:pt>
                <c:pt idx="8">
                  <c:v>228</c:v>
                </c:pt>
                <c:pt idx="9">
                  <c:v>140</c:v>
                </c:pt>
                <c:pt idx="10">
                  <c:v>217</c:v>
                </c:pt>
                <c:pt idx="11">
                  <c:v>240</c:v>
                </c:pt>
                <c:pt idx="12">
                  <c:v>180</c:v>
                </c:pt>
                <c:pt idx="13">
                  <c:v>149</c:v>
                </c:pt>
                <c:pt idx="14">
                  <c:v>161</c:v>
                </c:pt>
                <c:pt idx="15">
                  <c:v>188</c:v>
                </c:pt>
                <c:pt idx="16">
                  <c:v>197</c:v>
                </c:pt>
                <c:pt idx="17">
                  <c:v>284</c:v>
                </c:pt>
                <c:pt idx="18">
                  <c:v>149</c:v>
                </c:pt>
                <c:pt idx="19">
                  <c:v>180</c:v>
                </c:pt>
                <c:pt idx="20">
                  <c:v>189</c:v>
                </c:pt>
                <c:pt idx="21">
                  <c:v>195</c:v>
                </c:pt>
                <c:pt idx="22">
                  <c:v>163</c:v>
                </c:pt>
                <c:pt idx="23">
                  <c:v>179</c:v>
                </c:pt>
                <c:pt idx="24">
                  <c:v>159</c:v>
                </c:pt>
                <c:pt idx="25">
                  <c:v>168</c:v>
                </c:pt>
                <c:pt idx="26">
                  <c:v>152</c:v>
                </c:pt>
                <c:pt idx="27">
                  <c:v>243</c:v>
                </c:pt>
                <c:pt idx="28">
                  <c:v>149</c:v>
                </c:pt>
                <c:pt idx="29">
                  <c:v>180</c:v>
                </c:pt>
                <c:pt idx="30">
                  <c:v>267</c:v>
                </c:pt>
                <c:pt idx="31">
                  <c:v>189</c:v>
                </c:pt>
                <c:pt idx="32">
                  <c:v>230</c:v>
                </c:pt>
                <c:pt idx="33">
                  <c:v>184</c:v>
                </c:pt>
                <c:pt idx="34">
                  <c:v>200</c:v>
                </c:pt>
                <c:pt idx="35">
                  <c:v>195</c:v>
                </c:pt>
                <c:pt idx="36">
                  <c:v>149</c:v>
                </c:pt>
                <c:pt idx="37">
                  <c:v>139</c:v>
                </c:pt>
                <c:pt idx="38">
                  <c:v>211</c:v>
                </c:pt>
                <c:pt idx="39">
                  <c:v>153</c:v>
                </c:pt>
                <c:pt idx="40">
                  <c:v>202</c:v>
                </c:pt>
                <c:pt idx="41">
                  <c:v>184</c:v>
                </c:pt>
                <c:pt idx="42">
                  <c:v>186</c:v>
                </c:pt>
                <c:pt idx="43">
                  <c:v>149</c:v>
                </c:pt>
                <c:pt idx="44">
                  <c:v>199</c:v>
                </c:pt>
                <c:pt idx="45">
                  <c:v>194</c:v>
                </c:pt>
                <c:pt idx="46">
                  <c:v>181</c:v>
                </c:pt>
                <c:pt idx="47">
                  <c:v>189</c:v>
                </c:pt>
                <c:pt idx="48">
                  <c:v>164</c:v>
                </c:pt>
                <c:pt idx="49">
                  <c:v>185</c:v>
                </c:pt>
                <c:pt idx="50">
                  <c:v>174</c:v>
                </c:pt>
                <c:pt idx="51">
                  <c:v>192</c:v>
                </c:pt>
                <c:pt idx="52">
                  <c:v>137</c:v>
                </c:pt>
                <c:pt idx="53">
                  <c:v>156</c:v>
                </c:pt>
                <c:pt idx="54">
                  <c:v>205</c:v>
                </c:pt>
                <c:pt idx="55">
                  <c:v>154</c:v>
                </c:pt>
                <c:pt idx="56">
                  <c:v>195</c:v>
                </c:pt>
                <c:pt idx="57">
                  <c:v>184</c:v>
                </c:pt>
                <c:pt idx="58">
                  <c:v>174</c:v>
                </c:pt>
                <c:pt idx="59">
                  <c:v>189</c:v>
                </c:pt>
                <c:pt idx="60">
                  <c:v>185</c:v>
                </c:pt>
                <c:pt idx="61">
                  <c:v>157</c:v>
                </c:pt>
                <c:pt idx="62">
                  <c:v>174</c:v>
                </c:pt>
                <c:pt idx="63">
                  <c:v>181</c:v>
                </c:pt>
                <c:pt idx="64">
                  <c:v>170</c:v>
                </c:pt>
                <c:pt idx="65">
                  <c:v>149</c:v>
                </c:pt>
                <c:pt idx="66">
                  <c:v>149</c:v>
                </c:pt>
                <c:pt idx="67">
                  <c:v>197</c:v>
                </c:pt>
                <c:pt idx="68">
                  <c:v>184</c:v>
                </c:pt>
                <c:pt idx="69">
                  <c:v>189</c:v>
                </c:pt>
                <c:pt idx="70">
                  <c:v>189</c:v>
                </c:pt>
                <c:pt idx="71">
                  <c:v>200</c:v>
                </c:pt>
                <c:pt idx="72">
                  <c:v>162</c:v>
                </c:pt>
                <c:pt idx="73">
                  <c:v>173</c:v>
                </c:pt>
                <c:pt idx="74">
                  <c:v>156</c:v>
                </c:pt>
                <c:pt idx="75">
                  <c:v>181</c:v>
                </c:pt>
                <c:pt idx="76">
                  <c:v>195</c:v>
                </c:pt>
                <c:pt idx="77">
                  <c:v>152</c:v>
                </c:pt>
                <c:pt idx="78">
                  <c:v>184</c:v>
                </c:pt>
                <c:pt idx="79">
                  <c:v>188</c:v>
                </c:pt>
                <c:pt idx="80">
                  <c:v>180</c:v>
                </c:pt>
                <c:pt idx="81">
                  <c:v>153</c:v>
                </c:pt>
                <c:pt idx="82">
                  <c:v>202</c:v>
                </c:pt>
                <c:pt idx="83">
                  <c:v>174</c:v>
                </c:pt>
                <c:pt idx="84">
                  <c:v>154</c:v>
                </c:pt>
                <c:pt idx="85">
                  <c:v>194</c:v>
                </c:pt>
                <c:pt idx="86">
                  <c:v>169</c:v>
                </c:pt>
                <c:pt idx="87">
                  <c:v>189</c:v>
                </c:pt>
                <c:pt idx="88">
                  <c:v>163</c:v>
                </c:pt>
                <c:pt idx="89">
                  <c:v>157</c:v>
                </c:pt>
                <c:pt idx="90">
                  <c:v>183</c:v>
                </c:pt>
                <c:pt idx="91">
                  <c:v>154</c:v>
                </c:pt>
                <c:pt idx="92">
                  <c:v>202</c:v>
                </c:pt>
                <c:pt idx="93">
                  <c:v>188</c:v>
                </c:pt>
                <c:pt idx="94">
                  <c:v>163</c:v>
                </c:pt>
                <c:pt idx="95">
                  <c:v>169</c:v>
                </c:pt>
                <c:pt idx="96">
                  <c:v>164</c:v>
                </c:pt>
                <c:pt idx="97">
                  <c:v>194</c:v>
                </c:pt>
                <c:pt idx="98">
                  <c:v>186</c:v>
                </c:pt>
                <c:pt idx="99">
                  <c:v>152</c:v>
                </c:pt>
                <c:pt idx="100">
                  <c:v>189</c:v>
                </c:pt>
                <c:pt idx="101">
                  <c:v>150</c:v>
                </c:pt>
                <c:pt idx="102">
                  <c:v>149</c:v>
                </c:pt>
                <c:pt idx="103">
                  <c:v>180</c:v>
                </c:pt>
                <c:pt idx="104">
                  <c:v>153</c:v>
                </c:pt>
                <c:pt idx="105">
                  <c:v>124</c:v>
                </c:pt>
                <c:pt idx="106">
                  <c:v>164</c:v>
                </c:pt>
                <c:pt idx="107">
                  <c:v>157</c:v>
                </c:pt>
                <c:pt idx="108">
                  <c:v>149</c:v>
                </c:pt>
                <c:pt idx="109">
                  <c:v>173</c:v>
                </c:pt>
                <c:pt idx="110">
                  <c:v>166</c:v>
                </c:pt>
                <c:pt idx="111">
                  <c:v>220</c:v>
                </c:pt>
                <c:pt idx="112">
                  <c:v>243</c:v>
                </c:pt>
                <c:pt idx="113">
                  <c:v>181</c:v>
                </c:pt>
                <c:pt idx="114">
                  <c:v>163</c:v>
                </c:pt>
                <c:pt idx="115">
                  <c:v>197</c:v>
                </c:pt>
                <c:pt idx="116">
                  <c:v>143</c:v>
                </c:pt>
                <c:pt idx="117">
                  <c:v>173</c:v>
                </c:pt>
                <c:pt idx="118">
                  <c:v>168</c:v>
                </c:pt>
                <c:pt idx="119">
                  <c:v>164</c:v>
                </c:pt>
                <c:pt idx="120">
                  <c:v>158</c:v>
                </c:pt>
                <c:pt idx="121">
                  <c:v>146</c:v>
                </c:pt>
                <c:pt idx="122">
                  <c:v>173</c:v>
                </c:pt>
                <c:pt idx="123">
                  <c:v>178</c:v>
                </c:pt>
                <c:pt idx="124">
                  <c:v>177</c:v>
                </c:pt>
                <c:pt idx="125">
                  <c:v>152</c:v>
                </c:pt>
                <c:pt idx="126">
                  <c:v>233</c:v>
                </c:pt>
                <c:pt idx="127">
                  <c:v>152</c:v>
                </c:pt>
                <c:pt idx="128">
                  <c:v>154</c:v>
                </c:pt>
                <c:pt idx="129">
                  <c:v>179</c:v>
                </c:pt>
                <c:pt idx="130">
                  <c:v>217</c:v>
                </c:pt>
                <c:pt idx="131">
                  <c:v>197</c:v>
                </c:pt>
                <c:pt idx="132">
                  <c:v>168</c:v>
                </c:pt>
                <c:pt idx="133">
                  <c:v>177</c:v>
                </c:pt>
                <c:pt idx="134">
                  <c:v>149</c:v>
                </c:pt>
                <c:pt idx="135">
                  <c:v>154</c:v>
                </c:pt>
                <c:pt idx="136">
                  <c:v>149</c:v>
                </c:pt>
                <c:pt idx="137">
                  <c:v>144</c:v>
                </c:pt>
                <c:pt idx="138">
                  <c:v>281</c:v>
                </c:pt>
                <c:pt idx="139">
                  <c:v>178</c:v>
                </c:pt>
                <c:pt idx="140">
                  <c:v>189</c:v>
                </c:pt>
                <c:pt idx="141">
                  <c:v>181</c:v>
                </c:pt>
                <c:pt idx="142">
                  <c:v>186</c:v>
                </c:pt>
                <c:pt idx="143">
                  <c:v>205</c:v>
                </c:pt>
                <c:pt idx="144">
                  <c:v>154</c:v>
                </c:pt>
                <c:pt idx="145">
                  <c:v>149</c:v>
                </c:pt>
                <c:pt idx="146">
                  <c:v>145</c:v>
                </c:pt>
                <c:pt idx="147">
                  <c:v>149</c:v>
                </c:pt>
                <c:pt idx="148">
                  <c:v>164</c:v>
                </c:pt>
                <c:pt idx="149">
                  <c:v>184</c:v>
                </c:pt>
                <c:pt idx="150">
                  <c:v>183</c:v>
                </c:pt>
                <c:pt idx="151">
                  <c:v>172</c:v>
                </c:pt>
                <c:pt idx="152">
                  <c:v>153</c:v>
                </c:pt>
                <c:pt idx="153">
                  <c:v>161</c:v>
                </c:pt>
                <c:pt idx="154">
                  <c:v>171</c:v>
                </c:pt>
                <c:pt idx="155">
                  <c:v>183</c:v>
                </c:pt>
                <c:pt idx="156">
                  <c:v>168</c:v>
                </c:pt>
                <c:pt idx="157">
                  <c:v>197</c:v>
                </c:pt>
                <c:pt idx="158">
                  <c:v>199</c:v>
                </c:pt>
                <c:pt idx="159">
                  <c:v>174</c:v>
                </c:pt>
                <c:pt idx="160">
                  <c:v>178</c:v>
                </c:pt>
                <c:pt idx="161">
                  <c:v>205</c:v>
                </c:pt>
                <c:pt idx="162">
                  <c:v>149</c:v>
                </c:pt>
                <c:pt idx="163">
                  <c:v>187</c:v>
                </c:pt>
                <c:pt idx="164">
                  <c:v>149</c:v>
                </c:pt>
                <c:pt idx="165">
                  <c:v>159</c:v>
                </c:pt>
                <c:pt idx="166">
                  <c:v>145</c:v>
                </c:pt>
                <c:pt idx="167">
                  <c:v>184</c:v>
                </c:pt>
                <c:pt idx="168">
                  <c:v>189</c:v>
                </c:pt>
                <c:pt idx="169">
                  <c:v>178</c:v>
                </c:pt>
                <c:pt idx="170">
                  <c:v>178</c:v>
                </c:pt>
                <c:pt idx="171">
                  <c:v>184</c:v>
                </c:pt>
                <c:pt idx="172">
                  <c:v>169</c:v>
                </c:pt>
                <c:pt idx="173">
                  <c:v>181</c:v>
                </c:pt>
                <c:pt idx="174">
                  <c:v>137</c:v>
                </c:pt>
                <c:pt idx="175">
                  <c:v>149</c:v>
                </c:pt>
                <c:pt idx="176">
                  <c:v>189</c:v>
                </c:pt>
                <c:pt idx="177">
                  <c:v>187</c:v>
                </c:pt>
                <c:pt idx="178">
                  <c:v>169</c:v>
                </c:pt>
                <c:pt idx="179">
                  <c:v>179</c:v>
                </c:pt>
                <c:pt idx="180">
                  <c:v>124</c:v>
                </c:pt>
                <c:pt idx="181">
                  <c:v>182</c:v>
                </c:pt>
                <c:pt idx="182">
                  <c:v>184</c:v>
                </c:pt>
                <c:pt idx="183">
                  <c:v>169</c:v>
                </c:pt>
                <c:pt idx="184">
                  <c:v>189</c:v>
                </c:pt>
                <c:pt idx="185">
                  <c:v>189</c:v>
                </c:pt>
                <c:pt idx="186">
                  <c:v>179</c:v>
                </c:pt>
                <c:pt idx="187">
                  <c:v>215</c:v>
                </c:pt>
                <c:pt idx="188">
                  <c:v>153</c:v>
                </c:pt>
                <c:pt idx="189">
                  <c:v>180</c:v>
                </c:pt>
                <c:pt idx="190">
                  <c:v>187</c:v>
                </c:pt>
                <c:pt idx="191">
                  <c:v>207</c:v>
                </c:pt>
                <c:pt idx="192">
                  <c:v>186</c:v>
                </c:pt>
                <c:pt idx="193">
                  <c:v>164</c:v>
                </c:pt>
                <c:pt idx="194">
                  <c:v>145</c:v>
                </c:pt>
                <c:pt idx="195">
                  <c:v>164</c:v>
                </c:pt>
                <c:pt idx="196">
                  <c:v>189</c:v>
                </c:pt>
                <c:pt idx="197">
                  <c:v>157</c:v>
                </c:pt>
                <c:pt idx="198">
                  <c:v>181</c:v>
                </c:pt>
                <c:pt idx="199">
                  <c:v>152</c:v>
                </c:pt>
                <c:pt idx="200">
                  <c:v>195</c:v>
                </c:pt>
                <c:pt idx="201">
                  <c:v>181</c:v>
                </c:pt>
                <c:pt idx="202">
                  <c:v>206</c:v>
                </c:pt>
                <c:pt idx="203">
                  <c:v>181</c:v>
                </c:pt>
                <c:pt idx="204">
                  <c:v>149</c:v>
                </c:pt>
                <c:pt idx="205">
                  <c:v>188</c:v>
                </c:pt>
                <c:pt idx="206">
                  <c:v>180</c:v>
                </c:pt>
                <c:pt idx="207">
                  <c:v>163</c:v>
                </c:pt>
                <c:pt idx="208">
                  <c:v>171</c:v>
                </c:pt>
                <c:pt idx="209">
                  <c:v>188</c:v>
                </c:pt>
                <c:pt idx="210">
                  <c:v>154</c:v>
                </c:pt>
                <c:pt idx="211">
                  <c:v>164</c:v>
                </c:pt>
                <c:pt idx="212">
                  <c:v>157</c:v>
                </c:pt>
                <c:pt idx="213">
                  <c:v>152</c:v>
                </c:pt>
                <c:pt idx="214">
                  <c:v>164</c:v>
                </c:pt>
                <c:pt idx="215">
                  <c:v>159</c:v>
                </c:pt>
                <c:pt idx="216">
                  <c:v>192</c:v>
                </c:pt>
                <c:pt idx="217">
                  <c:v>184</c:v>
                </c:pt>
                <c:pt idx="218">
                  <c:v>265</c:v>
                </c:pt>
                <c:pt idx="219">
                  <c:v>169</c:v>
                </c:pt>
              </c:numCache>
            </c:numRef>
          </c:yVal>
          <c:smooth val="1"/>
          <c:extLst>
            <c:ext xmlns:c16="http://schemas.microsoft.com/office/drawing/2014/chart" uri="{C3380CC4-5D6E-409C-BE32-E72D297353CC}">
              <c16:uniqueId val="{00000001-5EDF-1149-BF68-63D2BA972CB3}"/>
            </c:ext>
          </c:extLst>
        </c:ser>
        <c:ser>
          <c:idx val="2"/>
          <c:order val="2"/>
          <c:tx>
            <c:v>C2</c:v>
          </c:tx>
          <c:spPr>
            <a:ln w="0">
              <a:noFill/>
            </a:ln>
          </c:spPr>
          <c:marker>
            <c:symbol val="circle"/>
            <c:size val="5"/>
            <c:spPr>
              <a:solidFill>
                <a:srgbClr val="DE8736"/>
              </a:solidFill>
            </c:spPr>
          </c:marker>
          <c:xVal>
            <c:numRef>
              <c:f>'Chart Data'!$E$2:$E$221</c:f>
              <c:numCache>
                <c:formatCode>General</c:formatCode>
                <c:ptCount val="220"/>
                <c:pt idx="0">
                  <c:v>410</c:v>
                </c:pt>
                <c:pt idx="1">
                  <c:v>441</c:v>
                </c:pt>
                <c:pt idx="2">
                  <c:v>335</c:v>
                </c:pt>
                <c:pt idx="3">
                  <c:v>430</c:v>
                </c:pt>
                <c:pt idx="4">
                  <c:v>250</c:v>
                </c:pt>
                <c:pt idx="5">
                  <c:v>335</c:v>
                </c:pt>
                <c:pt idx="6">
                  <c:v>390</c:v>
                </c:pt>
                <c:pt idx="7">
                  <c:v>335</c:v>
                </c:pt>
                <c:pt idx="8">
                  <c:v>463</c:v>
                </c:pt>
                <c:pt idx="9">
                  <c:v>316</c:v>
                </c:pt>
                <c:pt idx="10">
                  <c:v>335</c:v>
                </c:pt>
                <c:pt idx="11">
                  <c:v>300</c:v>
                </c:pt>
                <c:pt idx="12">
                  <c:v>410</c:v>
                </c:pt>
                <c:pt idx="13">
                  <c:v>430</c:v>
                </c:pt>
                <c:pt idx="14">
                  <c:v>351</c:v>
                </c:pt>
                <c:pt idx="15">
                  <c:v>235</c:v>
                </c:pt>
                <c:pt idx="16">
                  <c:v>430</c:v>
                </c:pt>
                <c:pt idx="17">
                  <c:v>300</c:v>
                </c:pt>
                <c:pt idx="18">
                  <c:v>285</c:v>
                </c:pt>
                <c:pt idx="19">
                  <c:v>335</c:v>
                </c:pt>
                <c:pt idx="20">
                  <c:v>300</c:v>
                </c:pt>
                <c:pt idx="21">
                  <c:v>285</c:v>
                </c:pt>
                <c:pt idx="22">
                  <c:v>316</c:v>
                </c:pt>
                <c:pt idx="23">
                  <c:v>410</c:v>
                </c:pt>
                <c:pt idx="24">
                  <c:v>390</c:v>
                </c:pt>
                <c:pt idx="25">
                  <c:v>243</c:v>
                </c:pt>
                <c:pt idx="26">
                  <c:v>316</c:v>
                </c:pt>
                <c:pt idx="27">
                  <c:v>294</c:v>
                </c:pt>
                <c:pt idx="28">
                  <c:v>358</c:v>
                </c:pt>
                <c:pt idx="29">
                  <c:v>335</c:v>
                </c:pt>
                <c:pt idx="30">
                  <c:v>430</c:v>
                </c:pt>
                <c:pt idx="31">
                  <c:v>388</c:v>
                </c:pt>
                <c:pt idx="32">
                  <c:v>430</c:v>
                </c:pt>
                <c:pt idx="33">
                  <c:v>224</c:v>
                </c:pt>
                <c:pt idx="34">
                  <c:v>430</c:v>
                </c:pt>
                <c:pt idx="35">
                  <c:v>390</c:v>
                </c:pt>
                <c:pt idx="36">
                  <c:v>430</c:v>
                </c:pt>
                <c:pt idx="37">
                  <c:v>300</c:v>
                </c:pt>
                <c:pt idx="38">
                  <c:v>294</c:v>
                </c:pt>
                <c:pt idx="39">
                  <c:v>386</c:v>
                </c:pt>
                <c:pt idx="40">
                  <c:v>467</c:v>
                </c:pt>
                <c:pt idx="41">
                  <c:v>430</c:v>
                </c:pt>
                <c:pt idx="42">
                  <c:v>410</c:v>
                </c:pt>
                <c:pt idx="43">
                  <c:v>430</c:v>
                </c:pt>
                <c:pt idx="44">
                  <c:v>283</c:v>
                </c:pt>
                <c:pt idx="45">
                  <c:v>250</c:v>
                </c:pt>
                <c:pt idx="46">
                  <c:v>463</c:v>
                </c:pt>
                <c:pt idx="47">
                  <c:v>420</c:v>
                </c:pt>
                <c:pt idx="48">
                  <c:v>335</c:v>
                </c:pt>
                <c:pt idx="49">
                  <c:v>416</c:v>
                </c:pt>
                <c:pt idx="50">
                  <c:v>467</c:v>
                </c:pt>
                <c:pt idx="51">
                  <c:v>335</c:v>
                </c:pt>
                <c:pt idx="52">
                  <c:v>430</c:v>
                </c:pt>
                <c:pt idx="53">
                  <c:v>285</c:v>
                </c:pt>
                <c:pt idx="54">
                  <c:v>294</c:v>
                </c:pt>
                <c:pt idx="55">
                  <c:v>335</c:v>
                </c:pt>
                <c:pt idx="56">
                  <c:v>316</c:v>
                </c:pt>
                <c:pt idx="57">
                  <c:v>375</c:v>
                </c:pt>
                <c:pt idx="58">
                  <c:v>285</c:v>
                </c:pt>
                <c:pt idx="59">
                  <c:v>430</c:v>
                </c:pt>
                <c:pt idx="60">
                  <c:v>412</c:v>
                </c:pt>
                <c:pt idx="61">
                  <c:v>294</c:v>
                </c:pt>
                <c:pt idx="62">
                  <c:v>463</c:v>
                </c:pt>
                <c:pt idx="63">
                  <c:v>390</c:v>
                </c:pt>
                <c:pt idx="64">
                  <c:v>410</c:v>
                </c:pt>
                <c:pt idx="65">
                  <c:v>311</c:v>
                </c:pt>
                <c:pt idx="66">
                  <c:v>412</c:v>
                </c:pt>
                <c:pt idx="67">
                  <c:v>410</c:v>
                </c:pt>
                <c:pt idx="68">
                  <c:v>335</c:v>
                </c:pt>
                <c:pt idx="69">
                  <c:v>412</c:v>
                </c:pt>
                <c:pt idx="70">
                  <c:v>430</c:v>
                </c:pt>
                <c:pt idx="71">
                  <c:v>335</c:v>
                </c:pt>
                <c:pt idx="72">
                  <c:v>447</c:v>
                </c:pt>
                <c:pt idx="73">
                  <c:v>463</c:v>
                </c:pt>
                <c:pt idx="74">
                  <c:v>430</c:v>
                </c:pt>
                <c:pt idx="75">
                  <c:v>335</c:v>
                </c:pt>
                <c:pt idx="76">
                  <c:v>320</c:v>
                </c:pt>
                <c:pt idx="77">
                  <c:v>335</c:v>
                </c:pt>
                <c:pt idx="78">
                  <c:v>330</c:v>
                </c:pt>
                <c:pt idx="79">
                  <c:v>404</c:v>
                </c:pt>
                <c:pt idx="80">
                  <c:v>430</c:v>
                </c:pt>
                <c:pt idx="81">
                  <c:v>410</c:v>
                </c:pt>
                <c:pt idx="82">
                  <c:v>335</c:v>
                </c:pt>
                <c:pt idx="83">
                  <c:v>290</c:v>
                </c:pt>
                <c:pt idx="84">
                  <c:v>419</c:v>
                </c:pt>
                <c:pt idx="85">
                  <c:v>335</c:v>
                </c:pt>
                <c:pt idx="86">
                  <c:v>285</c:v>
                </c:pt>
                <c:pt idx="87">
                  <c:v>390</c:v>
                </c:pt>
                <c:pt idx="88">
                  <c:v>285</c:v>
                </c:pt>
                <c:pt idx="89">
                  <c:v>250</c:v>
                </c:pt>
                <c:pt idx="90">
                  <c:v>430</c:v>
                </c:pt>
                <c:pt idx="91">
                  <c:v>430</c:v>
                </c:pt>
                <c:pt idx="92">
                  <c:v>335</c:v>
                </c:pt>
                <c:pt idx="93">
                  <c:v>412</c:v>
                </c:pt>
                <c:pt idx="94">
                  <c:v>335</c:v>
                </c:pt>
                <c:pt idx="95">
                  <c:v>300</c:v>
                </c:pt>
                <c:pt idx="96">
                  <c:v>430</c:v>
                </c:pt>
                <c:pt idx="97">
                  <c:v>377</c:v>
                </c:pt>
                <c:pt idx="98">
                  <c:v>382</c:v>
                </c:pt>
                <c:pt idx="99">
                  <c:v>338</c:v>
                </c:pt>
                <c:pt idx="100">
                  <c:v>419</c:v>
                </c:pt>
                <c:pt idx="101">
                  <c:v>375</c:v>
                </c:pt>
                <c:pt idx="102">
                  <c:v>430</c:v>
                </c:pt>
                <c:pt idx="103">
                  <c:v>335</c:v>
                </c:pt>
                <c:pt idx="104">
                  <c:v>375</c:v>
                </c:pt>
                <c:pt idx="105">
                  <c:v>335</c:v>
                </c:pt>
                <c:pt idx="106">
                  <c:v>298</c:v>
                </c:pt>
                <c:pt idx="107">
                  <c:v>350</c:v>
                </c:pt>
                <c:pt idx="108">
                  <c:v>390</c:v>
                </c:pt>
                <c:pt idx="109">
                  <c:v>206</c:v>
                </c:pt>
                <c:pt idx="110">
                  <c:v>335</c:v>
                </c:pt>
                <c:pt idx="111">
                  <c:v>310</c:v>
                </c:pt>
                <c:pt idx="112">
                  <c:v>441</c:v>
                </c:pt>
                <c:pt idx="113">
                  <c:v>430</c:v>
                </c:pt>
                <c:pt idx="114">
                  <c:v>430</c:v>
                </c:pt>
                <c:pt idx="115">
                  <c:v>405</c:v>
                </c:pt>
                <c:pt idx="116">
                  <c:v>390</c:v>
                </c:pt>
                <c:pt idx="117">
                  <c:v>430</c:v>
                </c:pt>
                <c:pt idx="118">
                  <c:v>515</c:v>
                </c:pt>
                <c:pt idx="119">
                  <c:v>316</c:v>
                </c:pt>
                <c:pt idx="120">
                  <c:v>280</c:v>
                </c:pt>
                <c:pt idx="121">
                  <c:v>395</c:v>
                </c:pt>
                <c:pt idx="122">
                  <c:v>423</c:v>
                </c:pt>
                <c:pt idx="123">
                  <c:v>290</c:v>
                </c:pt>
                <c:pt idx="124">
                  <c:v>350</c:v>
                </c:pt>
                <c:pt idx="125">
                  <c:v>585</c:v>
                </c:pt>
                <c:pt idx="126">
                  <c:v>300</c:v>
                </c:pt>
                <c:pt idx="127">
                  <c:v>410</c:v>
                </c:pt>
                <c:pt idx="128">
                  <c:v>463</c:v>
                </c:pt>
                <c:pt idx="129">
                  <c:v>300</c:v>
                </c:pt>
                <c:pt idx="130">
                  <c:v>410</c:v>
                </c:pt>
                <c:pt idx="131">
                  <c:v>335</c:v>
                </c:pt>
                <c:pt idx="132">
                  <c:v>294</c:v>
                </c:pt>
                <c:pt idx="133">
                  <c:v>316</c:v>
                </c:pt>
                <c:pt idx="134">
                  <c:v>450</c:v>
                </c:pt>
                <c:pt idx="135">
                  <c:v>442</c:v>
                </c:pt>
                <c:pt idx="136">
                  <c:v>410</c:v>
                </c:pt>
                <c:pt idx="137">
                  <c:v>318</c:v>
                </c:pt>
                <c:pt idx="138">
                  <c:v>309</c:v>
                </c:pt>
                <c:pt idx="139">
                  <c:v>410</c:v>
                </c:pt>
                <c:pt idx="140">
                  <c:v>239</c:v>
                </c:pt>
                <c:pt idx="141">
                  <c:v>410</c:v>
                </c:pt>
                <c:pt idx="142">
                  <c:v>400</c:v>
                </c:pt>
                <c:pt idx="143">
                  <c:v>300</c:v>
                </c:pt>
                <c:pt idx="144">
                  <c:v>335</c:v>
                </c:pt>
                <c:pt idx="145">
                  <c:v>410</c:v>
                </c:pt>
                <c:pt idx="146">
                  <c:v>250</c:v>
                </c:pt>
                <c:pt idx="147">
                  <c:v>335</c:v>
                </c:pt>
                <c:pt idx="148">
                  <c:v>309</c:v>
                </c:pt>
                <c:pt idx="149">
                  <c:v>463</c:v>
                </c:pt>
                <c:pt idx="150">
                  <c:v>257</c:v>
                </c:pt>
                <c:pt idx="151">
                  <c:v>430</c:v>
                </c:pt>
                <c:pt idx="152">
                  <c:v>335</c:v>
                </c:pt>
                <c:pt idx="153">
                  <c:v>285</c:v>
                </c:pt>
                <c:pt idx="154">
                  <c:v>465</c:v>
                </c:pt>
                <c:pt idx="155">
                  <c:v>430</c:v>
                </c:pt>
                <c:pt idx="156">
                  <c:v>311</c:v>
                </c:pt>
                <c:pt idx="157">
                  <c:v>400</c:v>
                </c:pt>
                <c:pt idx="158">
                  <c:v>410</c:v>
                </c:pt>
                <c:pt idx="159">
                  <c:v>290</c:v>
                </c:pt>
                <c:pt idx="160">
                  <c:v>335</c:v>
                </c:pt>
                <c:pt idx="161">
                  <c:v>335</c:v>
                </c:pt>
                <c:pt idx="162">
                  <c:v>335</c:v>
                </c:pt>
                <c:pt idx="163">
                  <c:v>373</c:v>
                </c:pt>
                <c:pt idx="164">
                  <c:v>412</c:v>
                </c:pt>
                <c:pt idx="165">
                  <c:v>430</c:v>
                </c:pt>
                <c:pt idx="166">
                  <c:v>331</c:v>
                </c:pt>
                <c:pt idx="167">
                  <c:v>280</c:v>
                </c:pt>
                <c:pt idx="168">
                  <c:v>335</c:v>
                </c:pt>
                <c:pt idx="169">
                  <c:v>335</c:v>
                </c:pt>
                <c:pt idx="170">
                  <c:v>300</c:v>
                </c:pt>
                <c:pt idx="171">
                  <c:v>300</c:v>
                </c:pt>
                <c:pt idx="172">
                  <c:v>430</c:v>
                </c:pt>
                <c:pt idx="173">
                  <c:v>335</c:v>
                </c:pt>
                <c:pt idx="174">
                  <c:v>300</c:v>
                </c:pt>
                <c:pt idx="175">
                  <c:v>430</c:v>
                </c:pt>
                <c:pt idx="176">
                  <c:v>285</c:v>
                </c:pt>
                <c:pt idx="177">
                  <c:v>430</c:v>
                </c:pt>
                <c:pt idx="178">
                  <c:v>410</c:v>
                </c:pt>
                <c:pt idx="179">
                  <c:v>530</c:v>
                </c:pt>
                <c:pt idx="180">
                  <c:v>430</c:v>
                </c:pt>
                <c:pt idx="181">
                  <c:v>285</c:v>
                </c:pt>
                <c:pt idx="182">
                  <c:v>257</c:v>
                </c:pt>
                <c:pt idx="183">
                  <c:v>294</c:v>
                </c:pt>
                <c:pt idx="184">
                  <c:v>290</c:v>
                </c:pt>
                <c:pt idx="185">
                  <c:v>412</c:v>
                </c:pt>
                <c:pt idx="186">
                  <c:v>463</c:v>
                </c:pt>
                <c:pt idx="187">
                  <c:v>386</c:v>
                </c:pt>
                <c:pt idx="188">
                  <c:v>430</c:v>
                </c:pt>
                <c:pt idx="189">
                  <c:v>294</c:v>
                </c:pt>
                <c:pt idx="190">
                  <c:v>390</c:v>
                </c:pt>
                <c:pt idx="191">
                  <c:v>530</c:v>
                </c:pt>
                <c:pt idx="192">
                  <c:v>351</c:v>
                </c:pt>
                <c:pt idx="193">
                  <c:v>335</c:v>
                </c:pt>
                <c:pt idx="194">
                  <c:v>285</c:v>
                </c:pt>
                <c:pt idx="195">
                  <c:v>335</c:v>
                </c:pt>
                <c:pt idx="196">
                  <c:v>412</c:v>
                </c:pt>
                <c:pt idx="197">
                  <c:v>316</c:v>
                </c:pt>
                <c:pt idx="198">
                  <c:v>300</c:v>
                </c:pt>
                <c:pt idx="199">
                  <c:v>316</c:v>
                </c:pt>
                <c:pt idx="200">
                  <c:v>410</c:v>
                </c:pt>
                <c:pt idx="201">
                  <c:v>460</c:v>
                </c:pt>
                <c:pt idx="202">
                  <c:v>335</c:v>
                </c:pt>
                <c:pt idx="203">
                  <c:v>430</c:v>
                </c:pt>
                <c:pt idx="204">
                  <c:v>390</c:v>
                </c:pt>
                <c:pt idx="205">
                  <c:v>412</c:v>
                </c:pt>
                <c:pt idx="206">
                  <c:v>335</c:v>
                </c:pt>
                <c:pt idx="207">
                  <c:v>311</c:v>
                </c:pt>
                <c:pt idx="208">
                  <c:v>463</c:v>
                </c:pt>
                <c:pt idx="209">
                  <c:v>335</c:v>
                </c:pt>
                <c:pt idx="210">
                  <c:v>324</c:v>
                </c:pt>
                <c:pt idx="211">
                  <c:v>412</c:v>
                </c:pt>
                <c:pt idx="212">
                  <c:v>335</c:v>
                </c:pt>
                <c:pt idx="213">
                  <c:v>375</c:v>
                </c:pt>
                <c:pt idx="214">
                  <c:v>390</c:v>
                </c:pt>
                <c:pt idx="215">
                  <c:v>430</c:v>
                </c:pt>
                <c:pt idx="216">
                  <c:v>375</c:v>
                </c:pt>
                <c:pt idx="217">
                  <c:v>441</c:v>
                </c:pt>
                <c:pt idx="218">
                  <c:v>430</c:v>
                </c:pt>
                <c:pt idx="219">
                  <c:v>410</c:v>
                </c:pt>
              </c:numCache>
            </c:numRef>
          </c:xVal>
          <c:yVal>
            <c:numRef>
              <c:f>'Chart Data'!$F$2:$F$221</c:f>
              <c:numCache>
                <c:formatCode>0</c:formatCode>
                <c:ptCount val="220"/>
                <c:pt idx="0">
                  <c:v>288</c:v>
                </c:pt>
                <c:pt idx="1">
                  <c:v>307</c:v>
                </c:pt>
                <c:pt idx="2">
                  <c:v>225</c:v>
                </c:pt>
                <c:pt idx="3">
                  <c:v>242</c:v>
                </c:pt>
                <c:pt idx="4">
                  <c:v>199</c:v>
                </c:pt>
                <c:pt idx="5">
                  <c:v>213</c:v>
                </c:pt>
                <c:pt idx="6">
                  <c:v>264</c:v>
                </c:pt>
                <c:pt idx="7">
                  <c:v>211</c:v>
                </c:pt>
                <c:pt idx="8">
                  <c:v>279</c:v>
                </c:pt>
                <c:pt idx="9">
                  <c:v>223</c:v>
                </c:pt>
                <c:pt idx="10">
                  <c:v>225</c:v>
                </c:pt>
                <c:pt idx="11">
                  <c:v>219</c:v>
                </c:pt>
                <c:pt idx="12">
                  <c:v>227</c:v>
                </c:pt>
                <c:pt idx="13">
                  <c:v>237</c:v>
                </c:pt>
                <c:pt idx="14">
                  <c:v>251</c:v>
                </c:pt>
                <c:pt idx="15">
                  <c:v>265</c:v>
                </c:pt>
                <c:pt idx="16">
                  <c:v>239</c:v>
                </c:pt>
                <c:pt idx="17">
                  <c:v>207</c:v>
                </c:pt>
                <c:pt idx="18">
                  <c:v>348</c:v>
                </c:pt>
                <c:pt idx="19">
                  <c:v>208</c:v>
                </c:pt>
                <c:pt idx="20">
                  <c:v>222</c:v>
                </c:pt>
                <c:pt idx="21">
                  <c:v>249</c:v>
                </c:pt>
                <c:pt idx="22">
                  <c:v>223</c:v>
                </c:pt>
                <c:pt idx="23">
                  <c:v>248</c:v>
                </c:pt>
                <c:pt idx="24">
                  <c:v>268</c:v>
                </c:pt>
                <c:pt idx="25">
                  <c:v>211</c:v>
                </c:pt>
                <c:pt idx="26">
                  <c:v>214</c:v>
                </c:pt>
                <c:pt idx="27">
                  <c:v>214</c:v>
                </c:pt>
                <c:pt idx="28">
                  <c:v>280</c:v>
                </c:pt>
                <c:pt idx="29">
                  <c:v>225</c:v>
                </c:pt>
                <c:pt idx="30">
                  <c:v>241</c:v>
                </c:pt>
                <c:pt idx="31">
                  <c:v>258</c:v>
                </c:pt>
                <c:pt idx="32">
                  <c:v>237</c:v>
                </c:pt>
                <c:pt idx="33">
                  <c:v>249</c:v>
                </c:pt>
                <c:pt idx="34">
                  <c:v>247</c:v>
                </c:pt>
                <c:pt idx="35">
                  <c:v>259</c:v>
                </c:pt>
                <c:pt idx="36">
                  <c:v>237</c:v>
                </c:pt>
                <c:pt idx="37">
                  <c:v>211</c:v>
                </c:pt>
                <c:pt idx="38">
                  <c:v>228</c:v>
                </c:pt>
                <c:pt idx="39">
                  <c:v>305</c:v>
                </c:pt>
                <c:pt idx="40">
                  <c:v>347</c:v>
                </c:pt>
                <c:pt idx="41">
                  <c:v>237</c:v>
                </c:pt>
                <c:pt idx="42">
                  <c:v>244</c:v>
                </c:pt>
                <c:pt idx="43">
                  <c:v>235</c:v>
                </c:pt>
                <c:pt idx="44">
                  <c:v>197</c:v>
                </c:pt>
                <c:pt idx="45">
                  <c:v>234</c:v>
                </c:pt>
                <c:pt idx="46">
                  <c:v>279</c:v>
                </c:pt>
                <c:pt idx="47">
                  <c:v>327</c:v>
                </c:pt>
                <c:pt idx="48">
                  <c:v>219</c:v>
                </c:pt>
                <c:pt idx="49">
                  <c:v>307</c:v>
                </c:pt>
                <c:pt idx="50">
                  <c:v>338</c:v>
                </c:pt>
                <c:pt idx="51">
                  <c:v>199</c:v>
                </c:pt>
                <c:pt idx="52">
                  <c:v>242</c:v>
                </c:pt>
                <c:pt idx="53">
                  <c:v>348</c:v>
                </c:pt>
                <c:pt idx="54">
                  <c:v>207</c:v>
                </c:pt>
                <c:pt idx="55">
                  <c:v>222</c:v>
                </c:pt>
                <c:pt idx="56">
                  <c:v>214</c:v>
                </c:pt>
                <c:pt idx="57">
                  <c:v>192</c:v>
                </c:pt>
                <c:pt idx="58">
                  <c:v>249</c:v>
                </c:pt>
                <c:pt idx="59">
                  <c:v>246</c:v>
                </c:pt>
                <c:pt idx="60">
                  <c:v>232</c:v>
                </c:pt>
                <c:pt idx="61">
                  <c:v>213</c:v>
                </c:pt>
                <c:pt idx="62">
                  <c:v>279</c:v>
                </c:pt>
                <c:pt idx="63">
                  <c:v>264</c:v>
                </c:pt>
                <c:pt idx="64">
                  <c:v>235</c:v>
                </c:pt>
                <c:pt idx="65">
                  <c:v>270</c:v>
                </c:pt>
                <c:pt idx="66">
                  <c:v>379</c:v>
                </c:pt>
                <c:pt idx="67">
                  <c:v>241</c:v>
                </c:pt>
                <c:pt idx="68">
                  <c:v>222</c:v>
                </c:pt>
                <c:pt idx="69">
                  <c:v>379</c:v>
                </c:pt>
                <c:pt idx="70">
                  <c:v>232</c:v>
                </c:pt>
                <c:pt idx="71">
                  <c:v>212</c:v>
                </c:pt>
                <c:pt idx="72">
                  <c:v>72</c:v>
                </c:pt>
                <c:pt idx="73">
                  <c:v>270</c:v>
                </c:pt>
                <c:pt idx="74">
                  <c:v>229</c:v>
                </c:pt>
                <c:pt idx="75">
                  <c:v>213</c:v>
                </c:pt>
                <c:pt idx="76">
                  <c:v>262</c:v>
                </c:pt>
                <c:pt idx="77">
                  <c:v>207</c:v>
                </c:pt>
                <c:pt idx="78">
                  <c:v>208</c:v>
                </c:pt>
                <c:pt idx="79">
                  <c:v>299</c:v>
                </c:pt>
                <c:pt idx="80">
                  <c:v>234</c:v>
                </c:pt>
                <c:pt idx="81">
                  <c:v>276</c:v>
                </c:pt>
                <c:pt idx="82">
                  <c:v>207</c:v>
                </c:pt>
                <c:pt idx="83">
                  <c:v>199</c:v>
                </c:pt>
                <c:pt idx="84">
                  <c:v>239</c:v>
                </c:pt>
                <c:pt idx="85">
                  <c:v>199</c:v>
                </c:pt>
                <c:pt idx="86">
                  <c:v>249</c:v>
                </c:pt>
                <c:pt idx="87">
                  <c:v>268</c:v>
                </c:pt>
                <c:pt idx="88">
                  <c:v>249</c:v>
                </c:pt>
                <c:pt idx="89">
                  <c:v>229</c:v>
                </c:pt>
                <c:pt idx="90">
                  <c:v>237</c:v>
                </c:pt>
                <c:pt idx="91">
                  <c:v>243</c:v>
                </c:pt>
                <c:pt idx="92">
                  <c:v>208</c:v>
                </c:pt>
                <c:pt idx="93">
                  <c:v>379</c:v>
                </c:pt>
                <c:pt idx="94">
                  <c:v>207</c:v>
                </c:pt>
                <c:pt idx="95">
                  <c:v>215</c:v>
                </c:pt>
                <c:pt idx="96">
                  <c:v>235</c:v>
                </c:pt>
                <c:pt idx="97">
                  <c:v>342</c:v>
                </c:pt>
                <c:pt idx="98">
                  <c:v>245</c:v>
                </c:pt>
                <c:pt idx="99">
                  <c:v>347</c:v>
                </c:pt>
                <c:pt idx="100">
                  <c:v>319</c:v>
                </c:pt>
                <c:pt idx="101">
                  <c:v>299</c:v>
                </c:pt>
                <c:pt idx="102">
                  <c:v>235</c:v>
                </c:pt>
                <c:pt idx="103">
                  <c:v>213</c:v>
                </c:pt>
                <c:pt idx="104">
                  <c:v>192</c:v>
                </c:pt>
                <c:pt idx="105">
                  <c:v>208</c:v>
                </c:pt>
                <c:pt idx="106">
                  <c:v>304</c:v>
                </c:pt>
                <c:pt idx="107">
                  <c:v>196</c:v>
                </c:pt>
                <c:pt idx="108">
                  <c:v>259</c:v>
                </c:pt>
                <c:pt idx="109">
                  <c:v>265</c:v>
                </c:pt>
                <c:pt idx="110">
                  <c:v>226</c:v>
                </c:pt>
                <c:pt idx="111">
                  <c:v>195</c:v>
                </c:pt>
                <c:pt idx="112">
                  <c:v>275</c:v>
                </c:pt>
                <c:pt idx="113">
                  <c:v>237</c:v>
                </c:pt>
                <c:pt idx="114">
                  <c:v>247</c:v>
                </c:pt>
                <c:pt idx="115">
                  <c:v>354</c:v>
                </c:pt>
                <c:pt idx="116">
                  <c:v>264</c:v>
                </c:pt>
                <c:pt idx="117">
                  <c:v>237</c:v>
                </c:pt>
                <c:pt idx="118">
                  <c:v>370</c:v>
                </c:pt>
                <c:pt idx="119">
                  <c:v>212</c:v>
                </c:pt>
                <c:pt idx="120">
                  <c:v>211</c:v>
                </c:pt>
                <c:pt idx="121">
                  <c:v>231</c:v>
                </c:pt>
                <c:pt idx="122">
                  <c:v>347</c:v>
                </c:pt>
                <c:pt idx="123">
                  <c:v>199</c:v>
                </c:pt>
                <c:pt idx="124">
                  <c:v>192</c:v>
                </c:pt>
                <c:pt idx="125">
                  <c:v>330</c:v>
                </c:pt>
                <c:pt idx="126">
                  <c:v>205</c:v>
                </c:pt>
                <c:pt idx="127">
                  <c:v>247</c:v>
                </c:pt>
                <c:pt idx="128">
                  <c:v>279</c:v>
                </c:pt>
                <c:pt idx="129">
                  <c:v>229</c:v>
                </c:pt>
                <c:pt idx="130">
                  <c:v>243</c:v>
                </c:pt>
                <c:pt idx="131">
                  <c:v>222</c:v>
                </c:pt>
                <c:pt idx="132">
                  <c:v>237</c:v>
                </c:pt>
                <c:pt idx="133">
                  <c:v>212</c:v>
                </c:pt>
                <c:pt idx="134">
                  <c:v>397</c:v>
                </c:pt>
                <c:pt idx="135">
                  <c:v>329</c:v>
                </c:pt>
                <c:pt idx="136">
                  <c:v>232</c:v>
                </c:pt>
                <c:pt idx="137">
                  <c:v>329</c:v>
                </c:pt>
                <c:pt idx="138">
                  <c:v>213</c:v>
                </c:pt>
                <c:pt idx="139">
                  <c:v>234</c:v>
                </c:pt>
                <c:pt idx="140">
                  <c:v>255</c:v>
                </c:pt>
                <c:pt idx="141">
                  <c:v>248</c:v>
                </c:pt>
                <c:pt idx="142">
                  <c:v>322</c:v>
                </c:pt>
                <c:pt idx="143">
                  <c:v>208</c:v>
                </c:pt>
                <c:pt idx="144">
                  <c:v>199</c:v>
                </c:pt>
                <c:pt idx="145">
                  <c:v>239</c:v>
                </c:pt>
                <c:pt idx="146">
                  <c:v>229</c:v>
                </c:pt>
                <c:pt idx="147">
                  <c:v>199</c:v>
                </c:pt>
                <c:pt idx="148">
                  <c:v>207</c:v>
                </c:pt>
                <c:pt idx="149">
                  <c:v>279</c:v>
                </c:pt>
                <c:pt idx="150">
                  <c:v>216</c:v>
                </c:pt>
                <c:pt idx="151">
                  <c:v>242</c:v>
                </c:pt>
                <c:pt idx="152">
                  <c:v>222</c:v>
                </c:pt>
                <c:pt idx="153">
                  <c:v>249</c:v>
                </c:pt>
                <c:pt idx="154">
                  <c:v>327</c:v>
                </c:pt>
                <c:pt idx="155">
                  <c:v>235</c:v>
                </c:pt>
                <c:pt idx="156">
                  <c:v>270</c:v>
                </c:pt>
                <c:pt idx="157">
                  <c:v>322</c:v>
                </c:pt>
                <c:pt idx="158">
                  <c:v>234</c:v>
                </c:pt>
                <c:pt idx="159">
                  <c:v>199</c:v>
                </c:pt>
                <c:pt idx="160">
                  <c:v>211</c:v>
                </c:pt>
                <c:pt idx="161">
                  <c:v>207</c:v>
                </c:pt>
                <c:pt idx="162">
                  <c:v>221</c:v>
                </c:pt>
                <c:pt idx="163">
                  <c:v>246</c:v>
                </c:pt>
                <c:pt idx="164">
                  <c:v>273</c:v>
                </c:pt>
                <c:pt idx="165">
                  <c:v>237</c:v>
                </c:pt>
                <c:pt idx="166">
                  <c:v>224</c:v>
                </c:pt>
                <c:pt idx="167">
                  <c:v>261</c:v>
                </c:pt>
                <c:pt idx="168">
                  <c:v>213</c:v>
                </c:pt>
                <c:pt idx="169">
                  <c:v>213</c:v>
                </c:pt>
                <c:pt idx="170">
                  <c:v>208</c:v>
                </c:pt>
                <c:pt idx="171">
                  <c:v>207</c:v>
                </c:pt>
                <c:pt idx="172">
                  <c:v>248</c:v>
                </c:pt>
                <c:pt idx="173">
                  <c:v>225</c:v>
                </c:pt>
                <c:pt idx="174">
                  <c:v>213</c:v>
                </c:pt>
                <c:pt idx="175">
                  <c:v>248</c:v>
                </c:pt>
                <c:pt idx="176">
                  <c:v>348</c:v>
                </c:pt>
                <c:pt idx="177">
                  <c:v>247</c:v>
                </c:pt>
                <c:pt idx="178">
                  <c:v>243</c:v>
                </c:pt>
                <c:pt idx="179">
                  <c:v>370</c:v>
                </c:pt>
                <c:pt idx="180">
                  <c:v>243</c:v>
                </c:pt>
                <c:pt idx="181">
                  <c:v>249</c:v>
                </c:pt>
                <c:pt idx="182">
                  <c:v>200</c:v>
                </c:pt>
                <c:pt idx="183">
                  <c:v>213</c:v>
                </c:pt>
                <c:pt idx="184">
                  <c:v>218</c:v>
                </c:pt>
                <c:pt idx="185">
                  <c:v>379</c:v>
                </c:pt>
                <c:pt idx="186">
                  <c:v>279</c:v>
                </c:pt>
                <c:pt idx="187">
                  <c:v>276</c:v>
                </c:pt>
                <c:pt idx="188">
                  <c:v>231</c:v>
                </c:pt>
                <c:pt idx="189">
                  <c:v>216</c:v>
                </c:pt>
                <c:pt idx="190">
                  <c:v>264</c:v>
                </c:pt>
                <c:pt idx="191">
                  <c:v>370</c:v>
                </c:pt>
                <c:pt idx="192">
                  <c:v>251</c:v>
                </c:pt>
                <c:pt idx="193">
                  <c:v>222</c:v>
                </c:pt>
                <c:pt idx="194">
                  <c:v>249</c:v>
                </c:pt>
                <c:pt idx="195">
                  <c:v>213</c:v>
                </c:pt>
                <c:pt idx="196">
                  <c:v>227</c:v>
                </c:pt>
                <c:pt idx="197">
                  <c:v>228</c:v>
                </c:pt>
                <c:pt idx="198">
                  <c:v>198</c:v>
                </c:pt>
                <c:pt idx="199">
                  <c:v>212</c:v>
                </c:pt>
                <c:pt idx="200">
                  <c:v>247</c:v>
                </c:pt>
                <c:pt idx="201">
                  <c:v>343</c:v>
                </c:pt>
                <c:pt idx="202">
                  <c:v>199</c:v>
                </c:pt>
                <c:pt idx="203">
                  <c:v>234</c:v>
                </c:pt>
                <c:pt idx="204">
                  <c:v>259</c:v>
                </c:pt>
                <c:pt idx="205">
                  <c:v>379</c:v>
                </c:pt>
                <c:pt idx="206">
                  <c:v>230</c:v>
                </c:pt>
                <c:pt idx="207">
                  <c:v>270</c:v>
                </c:pt>
                <c:pt idx="208">
                  <c:v>270</c:v>
                </c:pt>
                <c:pt idx="209">
                  <c:v>208</c:v>
                </c:pt>
                <c:pt idx="210">
                  <c:v>234</c:v>
                </c:pt>
                <c:pt idx="211">
                  <c:v>379</c:v>
                </c:pt>
                <c:pt idx="212">
                  <c:v>207</c:v>
                </c:pt>
                <c:pt idx="213">
                  <c:v>196</c:v>
                </c:pt>
                <c:pt idx="214">
                  <c:v>259</c:v>
                </c:pt>
                <c:pt idx="215">
                  <c:v>242</c:v>
                </c:pt>
                <c:pt idx="216">
                  <c:v>196</c:v>
                </c:pt>
                <c:pt idx="217">
                  <c:v>275</c:v>
                </c:pt>
                <c:pt idx="218">
                  <c:v>242</c:v>
                </c:pt>
                <c:pt idx="219">
                  <c:v>248</c:v>
                </c:pt>
              </c:numCache>
            </c:numRef>
          </c:yVal>
          <c:smooth val="1"/>
          <c:extLst>
            <c:ext xmlns:c16="http://schemas.microsoft.com/office/drawing/2014/chart" uri="{C3380CC4-5D6E-409C-BE32-E72D297353CC}">
              <c16:uniqueId val="{00000002-5EDF-1149-BF68-63D2BA972CB3}"/>
            </c:ext>
          </c:extLst>
        </c:ser>
        <c:dLbls>
          <c:showLegendKey val="0"/>
          <c:showVal val="0"/>
          <c:showCatName val="0"/>
          <c:showSerName val="0"/>
          <c:showPercent val="0"/>
          <c:showBubbleSize val="0"/>
        </c:dLbls>
        <c:axId val="48650112"/>
        <c:axId val="48672768"/>
      </c:scatterChart>
      <c:valAx>
        <c:axId val="48672768"/>
        <c:scaling>
          <c:orientation val="minMax"/>
        </c:scaling>
        <c:delete val="0"/>
        <c:axPos val="l"/>
        <c:majorGridlines>
          <c:spPr>
            <a:ln w="9525">
              <a:solidFill>
                <a:srgbClr val="DCE6E5"/>
              </a:solidFill>
            </a:ln>
          </c:spPr>
        </c:majorGridlines>
        <c:title>
          <c:tx>
            <c:rich>
              <a:bodyPr/>
              <a:lstStyle/>
              <a:p>
                <a:r>
                  <a:rPr lang="fr-FR" sz="1575">
                    <a:solidFill>
                      <a:srgbClr val="5A6E71"/>
                    </a:solidFill>
                    <a:latin typeface="Arial"/>
                    <a:ea typeface="Arial"/>
                    <a:cs typeface="Arial"/>
                  </a:rPr>
                  <a:t>CO₂ déclaré (g/km)</a:t>
                </a:r>
              </a:p>
            </c:rich>
          </c:tx>
          <c:overlay val="0"/>
        </c:title>
        <c:numFmt formatCode="0" sourceLinked="1"/>
        <c:majorTickMark val="none"/>
        <c:minorTickMark val="none"/>
        <c:tickLblPos val="nextTo"/>
        <c:spPr>
          <a:ln w="0">
            <a:noFill/>
          </a:ln>
        </c:spPr>
        <c:txPr>
          <a:bodyPr anchorCtr="1"/>
          <a:lstStyle/>
          <a:p>
            <a:pPr>
              <a:defRPr sz="1575">
                <a:solidFill>
                  <a:srgbClr val="5A6E71"/>
                </a:solidFill>
                <a:latin typeface="Arial"/>
                <a:ea typeface="Arial"/>
                <a:cs typeface="Arial"/>
              </a:defRPr>
            </a:pPr>
            <a:endParaRPr lang="fr-FR"/>
          </a:p>
        </c:txPr>
        <c:crossAx val="48650112"/>
        <c:crosses val="autoZero"/>
        <c:crossBetween val="midCat"/>
      </c:valAx>
      <c:valAx>
        <c:axId val="48650112"/>
        <c:scaling>
          <c:orientation val="minMax"/>
        </c:scaling>
        <c:delete val="0"/>
        <c:axPos val="b"/>
        <c:title>
          <c:tx>
            <c:rich>
              <a:bodyPr/>
              <a:lstStyle/>
              <a:p>
                <a:r>
                  <a:rPr lang="fr-FR" sz="1575">
                    <a:solidFill>
                      <a:srgbClr val="5A6E71"/>
                    </a:solidFill>
                    <a:latin typeface="Arial"/>
                    <a:ea typeface="Arial"/>
                    <a:cs typeface="Arial"/>
                  </a:rPr>
                  <a:t>Puissance maximale (kW)</a:t>
                </a:r>
              </a:p>
            </c:rich>
          </c:tx>
          <c:overlay val="0"/>
        </c:title>
        <c:numFmt formatCode="General" sourceLinked="1"/>
        <c:majorTickMark val="none"/>
        <c:minorTickMark val="none"/>
        <c:tickLblPos val="nextTo"/>
        <c:spPr>
          <a:ln w="9525">
            <a:solidFill>
              <a:srgbClr val="DCE6E5"/>
            </a:solidFill>
          </a:ln>
        </c:spPr>
        <c:txPr>
          <a:bodyPr anchorCtr="1"/>
          <a:lstStyle/>
          <a:p>
            <a:pPr>
              <a:defRPr sz="1575">
                <a:solidFill>
                  <a:srgbClr val="5A6E71"/>
                </a:solidFill>
                <a:latin typeface="Arial"/>
                <a:ea typeface="Arial"/>
                <a:cs typeface="Arial"/>
              </a:defRPr>
            </a:pPr>
            <a:endParaRPr lang="fr-FR"/>
          </a:p>
        </c:txPr>
        <c:crossAx val="48672768"/>
        <c:crosses val="autoZero"/>
        <c:crossBetween val="midCat"/>
      </c:valAx>
      <c:spPr>
        <a:noFill/>
      </c:spPr>
    </c:plotArea>
    <c:legend>
      <c:legendPos val="b"/>
      <c:overlay val="0"/>
      <c:txPr>
        <a:bodyPr anchorCtr="1"/>
        <a:lstStyle/>
        <a:p>
          <a:pPr>
            <a:defRPr sz="1650">
              <a:solidFill>
                <a:srgbClr val="5A6E71"/>
              </a:solidFill>
              <a:latin typeface="Arial"/>
              <a:ea typeface="Arial"/>
              <a:cs typeface="Arial"/>
            </a:defRPr>
          </a:pPr>
          <a:endParaRPr lang="fr-FR"/>
        </a:p>
      </c:txPr>
    </c:legend>
    <c:plotVisOnly val="1"/>
    <c:dispBlanksAs val="zero"/>
    <c:showDLblsOverMax val="1"/>
  </c:chart>
  <c:spPr>
    <a:noFill/>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fr-FR"/>
  <c:roundedCorners val="1"/>
  <c:style val="2"/>
  <c:chart>
    <c:autoTitleDeleted val="1"/>
    <c:plotArea>
      <c:layout/>
      <c:barChart>
        <c:barDir val="col"/>
        <c:grouping val="clustered"/>
        <c:varyColors val="0"/>
        <c:ser>
          <c:idx val="0"/>
          <c:order val="0"/>
          <c:tx>
            <c:v>Écart-type brut</c:v>
          </c:tx>
          <c:spPr>
            <a:solidFill>
              <a:srgbClr val="5A6E71"/>
            </a:solidFill>
          </c:spPr>
          <c:invertIfNegative val="0"/>
          <c:dLbls>
            <c:numFmt formatCode="0.0" sourceLinked="0"/>
            <c:spPr>
              <a:noFill/>
              <a:ln>
                <a:noFill/>
              </a:ln>
              <a:effectLst/>
            </c:spPr>
            <c:txPr>
              <a:bodyPr anchorCtr="1"/>
              <a:lstStyle/>
              <a:p>
                <a:pPr>
                  <a:defRPr sz="1575" b="1">
                    <a:solidFill>
                      <a:srgbClr val="17363A"/>
                    </a:solidFill>
                    <a:latin typeface="Arial"/>
                    <a:ea typeface="Arial"/>
                    <a:cs typeface="Arial"/>
                  </a:defRPr>
                </a:pPr>
                <a:endParaRPr lang="fr-F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Data'!$A$2:$A$4</c:f>
              <c:strCache>
                <c:ptCount val="3"/>
                <c:pt idx="0">
                  <c:v>Puissance</c:v>
                </c:pt>
                <c:pt idx="1">
                  <c:v>Masse</c:v>
                </c:pt>
                <c:pt idx="2">
                  <c:v>CO₂</c:v>
                </c:pt>
              </c:strCache>
            </c:strRef>
          </c:cat>
          <c:val>
            <c:numRef>
              <c:f>'Chart Data'!$B$2:$B$4</c:f>
              <c:numCache>
                <c:formatCode>0.0</c:formatCode>
                <c:ptCount val="3"/>
                <c:pt idx="0">
                  <c:v>80.111831192300002</c:v>
                </c:pt>
                <c:pt idx="1">
                  <c:v>371.70731538400003</c:v>
                </c:pt>
                <c:pt idx="2">
                  <c:v>44.246418819699997</c:v>
                </c:pt>
              </c:numCache>
            </c:numRef>
          </c:val>
          <c:extLst>
            <c:ext xmlns:c16="http://schemas.microsoft.com/office/drawing/2014/chart" uri="{C3380CC4-5D6E-409C-BE32-E72D297353CC}">
              <c16:uniqueId val="{00000000-150F-4442-8BE6-B8EDBE814EEC}"/>
            </c:ext>
          </c:extLst>
        </c:ser>
        <c:dLbls>
          <c:dLblPos val="outEnd"/>
          <c:showLegendKey val="0"/>
          <c:showVal val="1"/>
          <c:showCatName val="0"/>
          <c:showSerName val="0"/>
          <c:showPercent val="0"/>
          <c:showBubbleSize val="0"/>
        </c:dLbls>
        <c:gapWidth val="7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CE6E5"/>
            </a:solidFill>
          </a:ln>
        </c:spPr>
        <c:txPr>
          <a:bodyPr anchorCtr="1"/>
          <a:lstStyle/>
          <a:p>
            <a:pPr>
              <a:defRPr sz="1575">
                <a:solidFill>
                  <a:srgbClr val="5A6E71"/>
                </a:solidFill>
                <a:latin typeface="Arial"/>
                <a:ea typeface="Arial"/>
                <a:cs typeface="Arial"/>
              </a:defRPr>
            </a:pPr>
            <a:endParaRPr lang="fr-FR"/>
          </a:p>
        </c:txPr>
        <c:crossAx val="48672768"/>
        <c:crosses val="autoZero"/>
        <c:auto val="1"/>
        <c:lblAlgn val="ctr"/>
        <c:lblOffset val="100"/>
        <c:noMultiLvlLbl val="1"/>
      </c:catAx>
      <c:valAx>
        <c:axId val="48672768"/>
        <c:scaling>
          <c:orientation val="minMax"/>
          <c:min val="0"/>
        </c:scaling>
        <c:delete val="0"/>
        <c:axPos val="l"/>
        <c:majorGridlines>
          <c:spPr>
            <a:ln w="9525">
              <a:solidFill>
                <a:srgbClr val="DCE6E5"/>
              </a:solidFill>
            </a:ln>
          </c:spPr>
        </c:majorGridlines>
        <c:title>
          <c:tx>
            <c:rich>
              <a:bodyPr/>
              <a:lstStyle/>
              <a:p>
                <a:r>
                  <a:rPr lang="fr-FR" sz="1575">
                    <a:solidFill>
                      <a:srgbClr val="5A6E71"/>
                    </a:solidFill>
                    <a:latin typeface="Arial"/>
                    <a:ea typeface="Arial"/>
                    <a:cs typeface="Arial"/>
                  </a:rPr>
                  <a:t>Écart-type, unités propres</a:t>
                </a:r>
              </a:p>
            </c:rich>
          </c:tx>
          <c:overlay val="0"/>
        </c:title>
        <c:numFmt formatCode="0.0" sourceLinked="1"/>
        <c:majorTickMark val="none"/>
        <c:minorTickMark val="none"/>
        <c:tickLblPos val="nextTo"/>
        <c:spPr>
          <a:ln w="0">
            <a:noFill/>
          </a:ln>
        </c:spPr>
        <c:txPr>
          <a:bodyPr anchorCtr="1"/>
          <a:lstStyle/>
          <a:p>
            <a:pPr>
              <a:defRPr sz="1575">
                <a:solidFill>
                  <a:srgbClr val="5A6E71"/>
                </a:solidFill>
                <a:latin typeface="Arial"/>
                <a:ea typeface="Arial"/>
                <a:cs typeface="Arial"/>
              </a:defRPr>
            </a:pPr>
            <a:endParaRPr lang="fr-FR"/>
          </a:p>
        </c:txPr>
        <c:crossAx val="48650112"/>
        <c:crosses val="autoZero"/>
        <c:crossBetween val="between"/>
      </c:valAx>
      <c:spPr>
        <a:noFill/>
      </c:spPr>
    </c:plotArea>
    <c:plotVisOnly val="1"/>
    <c:dispBlanksAs val="zero"/>
    <c:showDLblsOverMax val="1"/>
  </c:chart>
  <c:spPr>
    <a:noFill/>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fr-FR"/>
  <c:roundedCorners val="1"/>
  <c:style val="2"/>
  <c:chart>
    <c:autoTitleDeleted val="1"/>
    <c:plotArea>
      <c:layout/>
      <c:barChart>
        <c:barDir val="col"/>
        <c:grouping val="clustered"/>
        <c:varyColors val="0"/>
        <c:ser>
          <c:idx val="0"/>
          <c:order val="0"/>
          <c:tx>
            <c:v>Écart-type standardisé</c:v>
          </c:tx>
          <c:spPr>
            <a:solidFill>
              <a:srgbClr val="008C85"/>
            </a:solidFill>
          </c:spPr>
          <c:invertIfNegative val="0"/>
          <c:dLbls>
            <c:numFmt formatCode="0.0" sourceLinked="0"/>
            <c:spPr>
              <a:noFill/>
              <a:ln>
                <a:noFill/>
              </a:ln>
              <a:effectLst/>
            </c:spPr>
            <c:txPr>
              <a:bodyPr anchorCtr="1"/>
              <a:lstStyle/>
              <a:p>
                <a:pPr>
                  <a:defRPr sz="1575" b="1">
                    <a:solidFill>
                      <a:srgbClr val="17363A"/>
                    </a:solidFill>
                    <a:latin typeface="Arial"/>
                    <a:ea typeface="Arial"/>
                    <a:cs typeface="Arial"/>
                  </a:defRPr>
                </a:pPr>
                <a:endParaRPr lang="fr-F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Data'!$A$2:$A$4</c:f>
              <c:strCache>
                <c:ptCount val="3"/>
                <c:pt idx="0">
                  <c:v>Puissance</c:v>
                </c:pt>
                <c:pt idx="1">
                  <c:v>Masse</c:v>
                </c:pt>
                <c:pt idx="2">
                  <c:v>CO₂</c:v>
                </c:pt>
              </c:strCache>
            </c:strRef>
          </c:cat>
          <c:val>
            <c:numRef>
              <c:f>'Chart Data'!$B$2:$B$4</c:f>
              <c:numCache>
                <c:formatCode>0.0</c:formatCode>
                <c:ptCount val="3"/>
                <c:pt idx="0">
                  <c:v>1</c:v>
                </c:pt>
                <c:pt idx="1">
                  <c:v>1</c:v>
                </c:pt>
                <c:pt idx="2">
                  <c:v>1</c:v>
                </c:pt>
              </c:numCache>
            </c:numRef>
          </c:val>
          <c:extLst>
            <c:ext xmlns:c16="http://schemas.microsoft.com/office/drawing/2014/chart" uri="{C3380CC4-5D6E-409C-BE32-E72D297353CC}">
              <c16:uniqueId val="{00000000-A331-2640-84FC-970C802387B1}"/>
            </c:ext>
          </c:extLst>
        </c:ser>
        <c:dLbls>
          <c:dLblPos val="outEnd"/>
          <c:showLegendKey val="0"/>
          <c:showVal val="1"/>
          <c:showCatName val="0"/>
          <c:showSerName val="0"/>
          <c:showPercent val="0"/>
          <c:showBubbleSize val="0"/>
        </c:dLbls>
        <c:gapWidth val="7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CE6E5"/>
            </a:solidFill>
          </a:ln>
        </c:spPr>
        <c:txPr>
          <a:bodyPr anchorCtr="1"/>
          <a:lstStyle/>
          <a:p>
            <a:pPr>
              <a:defRPr sz="1575">
                <a:solidFill>
                  <a:srgbClr val="5A6E71"/>
                </a:solidFill>
                <a:latin typeface="Arial"/>
                <a:ea typeface="Arial"/>
                <a:cs typeface="Arial"/>
              </a:defRPr>
            </a:pPr>
            <a:endParaRPr lang="fr-FR"/>
          </a:p>
        </c:txPr>
        <c:crossAx val="48672768"/>
        <c:crosses val="autoZero"/>
        <c:auto val="1"/>
        <c:lblAlgn val="ctr"/>
        <c:lblOffset val="100"/>
        <c:noMultiLvlLbl val="1"/>
      </c:catAx>
      <c:valAx>
        <c:axId val="48672768"/>
        <c:scaling>
          <c:orientation val="minMax"/>
          <c:max val="1.3"/>
          <c:min val="0"/>
        </c:scaling>
        <c:delete val="0"/>
        <c:axPos val="l"/>
        <c:majorGridlines>
          <c:spPr>
            <a:ln w="9525">
              <a:solidFill>
                <a:srgbClr val="DCE6E5"/>
              </a:solidFill>
            </a:ln>
          </c:spPr>
        </c:majorGridlines>
        <c:title>
          <c:tx>
            <c:rich>
              <a:bodyPr/>
              <a:lstStyle/>
              <a:p>
                <a:r>
                  <a:rPr lang="fr-FR" sz="1575">
                    <a:solidFill>
                      <a:srgbClr val="5A6E71"/>
                    </a:solidFill>
                    <a:latin typeface="Arial"/>
                    <a:ea typeface="Arial"/>
                    <a:cs typeface="Arial"/>
                  </a:rPr>
                  <a:t>Écart-type, sans unité</a:t>
                </a:r>
              </a:p>
            </c:rich>
          </c:tx>
          <c:overlay val="0"/>
        </c:title>
        <c:numFmt formatCode="0.0" sourceLinked="1"/>
        <c:majorTickMark val="none"/>
        <c:minorTickMark val="none"/>
        <c:tickLblPos val="nextTo"/>
        <c:spPr>
          <a:ln w="0">
            <a:noFill/>
          </a:ln>
        </c:spPr>
        <c:txPr>
          <a:bodyPr anchorCtr="1"/>
          <a:lstStyle/>
          <a:p>
            <a:pPr>
              <a:defRPr sz="1575">
                <a:solidFill>
                  <a:srgbClr val="5A6E71"/>
                </a:solidFill>
                <a:latin typeface="Arial"/>
                <a:ea typeface="Arial"/>
                <a:cs typeface="Arial"/>
              </a:defRPr>
            </a:pPr>
            <a:endParaRPr lang="fr-FR"/>
          </a:p>
        </c:txPr>
        <c:crossAx val="48650112"/>
        <c:crosses val="autoZero"/>
        <c:crossBetween val="between"/>
      </c:valAx>
      <c:spPr>
        <a:noFill/>
      </c:spPr>
    </c:plotArea>
    <c:plotVisOnly val="1"/>
    <c:dispBlanksAs val="zero"/>
    <c:showDLblsOverMax val="1"/>
  </c:chart>
  <c:spPr>
    <a:noFill/>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fr-FR"/>
  <c:roundedCorners val="1"/>
  <c:style val="2"/>
  <c:chart>
    <c:autoTitleDeleted val="1"/>
    <c:plotArea>
      <c:layout/>
      <c:scatterChart>
        <c:scatterStyle val="lineMarker"/>
        <c:varyColors val="0"/>
        <c:ser>
          <c:idx val="0"/>
          <c:order val="0"/>
          <c:tx>
            <c:v>C0</c:v>
          </c:tx>
          <c:spPr>
            <a:ln w="0">
              <a:noFill/>
            </a:ln>
          </c:spPr>
          <c:marker>
            <c:symbol val="circle"/>
            <c:size val="4"/>
            <c:spPr>
              <a:solidFill>
                <a:srgbClr val="008C85"/>
              </a:solidFill>
            </c:spPr>
          </c:marker>
          <c:xVal>
            <c:numRef>
              <c:f>'Chart Data'!$A$2:$A$221</c:f>
              <c:numCache>
                <c:formatCode>General</c:formatCode>
                <c:ptCount val="220"/>
                <c:pt idx="0">
                  <c:v>-1.0745643151599999</c:v>
                </c:pt>
                <c:pt idx="1">
                  <c:v>-0.138373007534</c:v>
                </c:pt>
                <c:pt idx="2">
                  <c:v>-0.263198515217</c:v>
                </c:pt>
                <c:pt idx="3">
                  <c:v>-0.263198515217</c:v>
                </c:pt>
                <c:pt idx="4">
                  <c:v>-1.0371166628499999</c:v>
                </c:pt>
                <c:pt idx="5">
                  <c:v>-1.0371166628499999</c:v>
                </c:pt>
                <c:pt idx="6">
                  <c:v>-0.38802402289999999</c:v>
                </c:pt>
                <c:pt idx="7">
                  <c:v>-0.38802402289999999</c:v>
                </c:pt>
                <c:pt idx="8">
                  <c:v>-0.57526228442399996</c:v>
                </c:pt>
                <c:pt idx="9">
                  <c:v>-0.70008779210700001</c:v>
                </c:pt>
                <c:pt idx="10">
                  <c:v>-0.99966901054699997</c:v>
                </c:pt>
                <c:pt idx="11">
                  <c:v>-0.82491329979000005</c:v>
                </c:pt>
                <c:pt idx="12">
                  <c:v>-0.57526228442399996</c:v>
                </c:pt>
                <c:pt idx="13">
                  <c:v>-0.38802402289999999</c:v>
                </c:pt>
                <c:pt idx="14">
                  <c:v>-0.53781463211900005</c:v>
                </c:pt>
                <c:pt idx="15">
                  <c:v>-0.20078576137500001</c:v>
                </c:pt>
                <c:pt idx="16">
                  <c:v>-0.263198515217</c:v>
                </c:pt>
                <c:pt idx="17">
                  <c:v>-7.5960253692400004E-2</c:v>
                </c:pt>
                <c:pt idx="18">
                  <c:v>-0.81243074902199997</c:v>
                </c:pt>
                <c:pt idx="19">
                  <c:v>0.11127800783199999</c:v>
                </c:pt>
                <c:pt idx="20">
                  <c:v>4.8865253990699999E-2</c:v>
                </c:pt>
                <c:pt idx="21">
                  <c:v>-0.81243074902199997</c:v>
                </c:pt>
                <c:pt idx="22">
                  <c:v>-0.138373007534</c:v>
                </c:pt>
                <c:pt idx="23">
                  <c:v>4.8865253990699999E-2</c:v>
                </c:pt>
                <c:pt idx="24">
                  <c:v>-0.57526228442399996</c:v>
                </c:pt>
                <c:pt idx="25">
                  <c:v>-0.138373007534</c:v>
                </c:pt>
                <c:pt idx="26">
                  <c:v>-0.263198515217</c:v>
                </c:pt>
                <c:pt idx="27">
                  <c:v>0.11127800783199999</c:v>
                </c:pt>
                <c:pt idx="28">
                  <c:v>-7.5960253692400004E-2</c:v>
                </c:pt>
                <c:pt idx="29">
                  <c:v>-0.76250054594899996</c:v>
                </c:pt>
                <c:pt idx="30">
                  <c:v>-1.1369770690000001</c:v>
                </c:pt>
                <c:pt idx="31">
                  <c:v>-0.308135697983</c:v>
                </c:pt>
                <c:pt idx="32">
                  <c:v>-0.57526228442399996</c:v>
                </c:pt>
                <c:pt idx="33">
                  <c:v>1.48435859235</c:v>
                </c:pt>
                <c:pt idx="34">
                  <c:v>-0.99966901054699997</c:v>
                </c:pt>
                <c:pt idx="35">
                  <c:v>-0.308135697983</c:v>
                </c:pt>
                <c:pt idx="36">
                  <c:v>-0.263198515217</c:v>
                </c:pt>
                <c:pt idx="37">
                  <c:v>0.11127800783199999</c:v>
                </c:pt>
                <c:pt idx="38">
                  <c:v>1.14176016858E-2</c:v>
                </c:pt>
                <c:pt idx="39">
                  <c:v>-0.57526228442399996</c:v>
                </c:pt>
                <c:pt idx="40">
                  <c:v>-0.76250054594899996</c:v>
                </c:pt>
                <c:pt idx="41">
                  <c:v>4.8865253990699999E-2</c:v>
                </c:pt>
                <c:pt idx="42">
                  <c:v>-0.45043677674100002</c:v>
                </c:pt>
                <c:pt idx="43">
                  <c:v>-0.138373007534</c:v>
                </c:pt>
                <c:pt idx="44">
                  <c:v>-0.72505289364400005</c:v>
                </c:pt>
                <c:pt idx="45">
                  <c:v>4.8865253990699999E-2</c:v>
                </c:pt>
                <c:pt idx="46">
                  <c:v>-0.57526228442399996</c:v>
                </c:pt>
                <c:pt idx="47">
                  <c:v>-0.20078576137500001</c:v>
                </c:pt>
                <c:pt idx="48">
                  <c:v>-0.138373007534</c:v>
                </c:pt>
                <c:pt idx="49">
                  <c:v>0.17369076167399999</c:v>
                </c:pt>
                <c:pt idx="50">
                  <c:v>-0.57526228442399996</c:v>
                </c:pt>
                <c:pt idx="51">
                  <c:v>-0.138373007534</c:v>
                </c:pt>
                <c:pt idx="52">
                  <c:v>4.8865253990699999E-2</c:v>
                </c:pt>
                <c:pt idx="53">
                  <c:v>-0.138373007534</c:v>
                </c:pt>
                <c:pt idx="54">
                  <c:v>-0.99966901054699997</c:v>
                </c:pt>
                <c:pt idx="55">
                  <c:v>4.8865253990699999E-2</c:v>
                </c:pt>
                <c:pt idx="56">
                  <c:v>-6.3477702924100002E-2</c:v>
                </c:pt>
                <c:pt idx="57">
                  <c:v>-0.38802402289999999</c:v>
                </c:pt>
                <c:pt idx="58">
                  <c:v>4.8865253990699999E-2</c:v>
                </c:pt>
                <c:pt idx="59">
                  <c:v>-0.57526228442399996</c:v>
                </c:pt>
                <c:pt idx="60">
                  <c:v>-0.308135697983</c:v>
                </c:pt>
                <c:pt idx="61">
                  <c:v>-7.5960253692400004E-2</c:v>
                </c:pt>
                <c:pt idx="62">
                  <c:v>-0.38802402289999999</c:v>
                </c:pt>
                <c:pt idx="63">
                  <c:v>-0.76250054594899996</c:v>
                </c:pt>
                <c:pt idx="64">
                  <c:v>-1.0495992136200001</c:v>
                </c:pt>
                <c:pt idx="65">
                  <c:v>-0.263198515217</c:v>
                </c:pt>
                <c:pt idx="66">
                  <c:v>-0.61270993672899998</c:v>
                </c:pt>
                <c:pt idx="67">
                  <c:v>-0.45043677674100002</c:v>
                </c:pt>
                <c:pt idx="68">
                  <c:v>-1.18690727207</c:v>
                </c:pt>
                <c:pt idx="69">
                  <c:v>-0.72505289364400005</c:v>
                </c:pt>
                <c:pt idx="70">
                  <c:v>-7.5960253692400004E-2</c:v>
                </c:pt>
                <c:pt idx="71">
                  <c:v>0.11127800783199999</c:v>
                </c:pt>
                <c:pt idx="72">
                  <c:v>4.8865253990699999E-2</c:v>
                </c:pt>
                <c:pt idx="73">
                  <c:v>-0.138373007534</c:v>
                </c:pt>
                <c:pt idx="74">
                  <c:v>-0.32561126905799997</c:v>
                </c:pt>
                <c:pt idx="75">
                  <c:v>-0.138373007534</c:v>
                </c:pt>
                <c:pt idx="76">
                  <c:v>-0.76250054594899996</c:v>
                </c:pt>
                <c:pt idx="77">
                  <c:v>-0.20078576137500001</c:v>
                </c:pt>
                <c:pt idx="78">
                  <c:v>-0.263198515217</c:v>
                </c:pt>
                <c:pt idx="79">
                  <c:v>-7.5960253692400004E-2</c:v>
                </c:pt>
                <c:pt idx="80">
                  <c:v>-0.70008779210700001</c:v>
                </c:pt>
                <c:pt idx="81">
                  <c:v>0.11127800783199999</c:v>
                </c:pt>
                <c:pt idx="82">
                  <c:v>-0.72505289364400005</c:v>
                </c:pt>
                <c:pt idx="83">
                  <c:v>-0.76250054594899996</c:v>
                </c:pt>
                <c:pt idx="84">
                  <c:v>-1.1369770690000001</c:v>
                </c:pt>
                <c:pt idx="85">
                  <c:v>0.48575453088100001</c:v>
                </c:pt>
                <c:pt idx="86">
                  <c:v>-0.38802402289999999</c:v>
                </c:pt>
                <c:pt idx="87">
                  <c:v>-0.263198515217</c:v>
                </c:pt>
                <c:pt idx="88">
                  <c:v>0.54816728472300003</c:v>
                </c:pt>
                <c:pt idx="89">
                  <c:v>-0.138373007534</c:v>
                </c:pt>
                <c:pt idx="90">
                  <c:v>0.42334177703999998</c:v>
                </c:pt>
                <c:pt idx="91">
                  <c:v>-0.263198515217</c:v>
                </c:pt>
                <c:pt idx="92">
                  <c:v>-0.138373007534</c:v>
                </c:pt>
                <c:pt idx="93">
                  <c:v>-0.308135697983</c:v>
                </c:pt>
                <c:pt idx="94">
                  <c:v>-1.04335793824</c:v>
                </c:pt>
                <c:pt idx="95">
                  <c:v>-0.20078576137500001</c:v>
                </c:pt>
                <c:pt idx="96">
                  <c:v>-0.45043677674100002</c:v>
                </c:pt>
                <c:pt idx="97">
                  <c:v>-7.5960253692400004E-2</c:v>
                </c:pt>
                <c:pt idx="98">
                  <c:v>-0.263198515217</c:v>
                </c:pt>
                <c:pt idx="99">
                  <c:v>0.11127800783199999</c:v>
                </c:pt>
                <c:pt idx="100">
                  <c:v>-0.45043677674100002</c:v>
                </c:pt>
                <c:pt idx="101">
                  <c:v>-0.45043677674100002</c:v>
                </c:pt>
                <c:pt idx="102">
                  <c:v>-0.263198515217</c:v>
                </c:pt>
                <c:pt idx="103">
                  <c:v>-0.94973880747299999</c:v>
                </c:pt>
                <c:pt idx="104">
                  <c:v>-0.263198515217</c:v>
                </c:pt>
                <c:pt idx="105">
                  <c:v>-0.67512269057100005</c:v>
                </c:pt>
                <c:pt idx="106">
                  <c:v>-0.99966901054699997</c:v>
                </c:pt>
                <c:pt idx="107">
                  <c:v>-0.263198515217</c:v>
                </c:pt>
                <c:pt idx="108">
                  <c:v>-0.32561126905799997</c:v>
                </c:pt>
                <c:pt idx="109">
                  <c:v>-0.263198515217</c:v>
                </c:pt>
                <c:pt idx="110">
                  <c:v>-1.18690727207</c:v>
                </c:pt>
                <c:pt idx="111">
                  <c:v>4.8865253990699999E-2</c:v>
                </c:pt>
                <c:pt idx="112">
                  <c:v>-0.81243074902199997</c:v>
                </c:pt>
                <c:pt idx="113">
                  <c:v>-0.138373007534</c:v>
                </c:pt>
                <c:pt idx="114">
                  <c:v>4.8865253990699999E-2</c:v>
                </c:pt>
                <c:pt idx="115">
                  <c:v>-0.138373007534</c:v>
                </c:pt>
                <c:pt idx="116">
                  <c:v>-0.57526228442399996</c:v>
                </c:pt>
                <c:pt idx="117">
                  <c:v>-0.263198515217</c:v>
                </c:pt>
                <c:pt idx="118">
                  <c:v>-0.263198515217</c:v>
                </c:pt>
                <c:pt idx="119">
                  <c:v>-0.263198515217</c:v>
                </c:pt>
                <c:pt idx="120">
                  <c:v>-0.57526228442399996</c:v>
                </c:pt>
                <c:pt idx="121">
                  <c:v>-0.82491329979000005</c:v>
                </c:pt>
                <c:pt idx="122">
                  <c:v>4.8865253990699999E-2</c:v>
                </c:pt>
                <c:pt idx="123">
                  <c:v>-0.57526228442399996</c:v>
                </c:pt>
                <c:pt idx="124">
                  <c:v>-0.38802402289999999</c:v>
                </c:pt>
                <c:pt idx="125">
                  <c:v>-0.45043677674100002</c:v>
                </c:pt>
                <c:pt idx="126">
                  <c:v>-0.138373007534</c:v>
                </c:pt>
                <c:pt idx="127">
                  <c:v>-0.38802402289999999</c:v>
                </c:pt>
                <c:pt idx="128">
                  <c:v>-0.99966901054699997</c:v>
                </c:pt>
                <c:pt idx="129">
                  <c:v>-1.1744247213000001</c:v>
                </c:pt>
                <c:pt idx="130">
                  <c:v>-0.53781463211900005</c:v>
                </c:pt>
                <c:pt idx="131">
                  <c:v>-0.57526228442399996</c:v>
                </c:pt>
                <c:pt idx="132">
                  <c:v>-0.263198515217</c:v>
                </c:pt>
                <c:pt idx="133">
                  <c:v>-0.58774483519300003</c:v>
                </c:pt>
                <c:pt idx="134">
                  <c:v>-0.31312871829</c:v>
                </c:pt>
                <c:pt idx="135">
                  <c:v>-0.263198515217</c:v>
                </c:pt>
                <c:pt idx="136">
                  <c:v>-0.99966901054699997</c:v>
                </c:pt>
                <c:pt idx="137">
                  <c:v>-0.45043677674100002</c:v>
                </c:pt>
                <c:pt idx="138">
                  <c:v>4.8865253990699999E-2</c:v>
                </c:pt>
                <c:pt idx="139">
                  <c:v>-0.53781463211900005</c:v>
                </c:pt>
                <c:pt idx="140">
                  <c:v>-0.45043677674100002</c:v>
                </c:pt>
                <c:pt idx="141">
                  <c:v>-0.32561126905799997</c:v>
                </c:pt>
                <c:pt idx="142">
                  <c:v>-7.5960253692400004E-2</c:v>
                </c:pt>
                <c:pt idx="143">
                  <c:v>4.8865253990699999E-2</c:v>
                </c:pt>
                <c:pt idx="144">
                  <c:v>-0.97470390901000004</c:v>
                </c:pt>
                <c:pt idx="145">
                  <c:v>-0.138373007534</c:v>
                </c:pt>
                <c:pt idx="146">
                  <c:v>-0.57526228442399996</c:v>
                </c:pt>
                <c:pt idx="147">
                  <c:v>-0.57526228442399996</c:v>
                </c:pt>
                <c:pt idx="148">
                  <c:v>-0.263198515217</c:v>
                </c:pt>
                <c:pt idx="149">
                  <c:v>4.8865253990699999E-2</c:v>
                </c:pt>
                <c:pt idx="150">
                  <c:v>-0.138373007534</c:v>
                </c:pt>
                <c:pt idx="151">
                  <c:v>-0.38802402289999999</c:v>
                </c:pt>
                <c:pt idx="152">
                  <c:v>0.11127800783199999</c:v>
                </c:pt>
                <c:pt idx="153">
                  <c:v>-0.263198515217</c:v>
                </c:pt>
                <c:pt idx="154">
                  <c:v>-0.138373007534</c:v>
                </c:pt>
                <c:pt idx="155">
                  <c:v>4.8865253990699999E-2</c:v>
                </c:pt>
                <c:pt idx="156">
                  <c:v>-0.57526228442399996</c:v>
                </c:pt>
                <c:pt idx="157">
                  <c:v>-0.72505289364400005</c:v>
                </c:pt>
                <c:pt idx="158">
                  <c:v>-0.76250054594899996</c:v>
                </c:pt>
                <c:pt idx="159">
                  <c:v>-0.138373007534</c:v>
                </c:pt>
                <c:pt idx="160">
                  <c:v>-0.82491329979000005</c:v>
                </c:pt>
                <c:pt idx="161">
                  <c:v>-0.138373007534</c:v>
                </c:pt>
                <c:pt idx="162">
                  <c:v>-0.57526228442399996</c:v>
                </c:pt>
                <c:pt idx="163">
                  <c:v>-0.57526228442399996</c:v>
                </c:pt>
                <c:pt idx="164">
                  <c:v>0.236103515515</c:v>
                </c:pt>
                <c:pt idx="165">
                  <c:v>-0.263198515217</c:v>
                </c:pt>
                <c:pt idx="166">
                  <c:v>-0.99966901054699997</c:v>
                </c:pt>
                <c:pt idx="167">
                  <c:v>0.54816728472300003</c:v>
                </c:pt>
                <c:pt idx="168">
                  <c:v>-0.70008779210700001</c:v>
                </c:pt>
                <c:pt idx="169">
                  <c:v>-0.77498309671700005</c:v>
                </c:pt>
                <c:pt idx="170">
                  <c:v>4.8865253990699999E-2</c:v>
                </c:pt>
                <c:pt idx="171">
                  <c:v>-0.57526228442399996</c:v>
                </c:pt>
                <c:pt idx="172">
                  <c:v>-0.138373007534</c:v>
                </c:pt>
                <c:pt idx="173">
                  <c:v>-0.32561126905799997</c:v>
                </c:pt>
                <c:pt idx="174">
                  <c:v>-0.57526228442399996</c:v>
                </c:pt>
                <c:pt idx="175">
                  <c:v>-0.38802402289999999</c:v>
                </c:pt>
                <c:pt idx="176">
                  <c:v>-0.263198515217</c:v>
                </c:pt>
                <c:pt idx="177">
                  <c:v>1.48435859235</c:v>
                </c:pt>
                <c:pt idx="178">
                  <c:v>0.11127800783199999</c:v>
                </c:pt>
                <c:pt idx="179">
                  <c:v>-0.57526228442399996</c:v>
                </c:pt>
                <c:pt idx="180">
                  <c:v>-0.76250054594899996</c:v>
                </c:pt>
                <c:pt idx="181">
                  <c:v>-0.138373007534</c:v>
                </c:pt>
                <c:pt idx="182">
                  <c:v>-0.91229115516899995</c:v>
                </c:pt>
                <c:pt idx="183">
                  <c:v>-0.70008779210700001</c:v>
                </c:pt>
                <c:pt idx="184">
                  <c:v>-0.263198515217</c:v>
                </c:pt>
                <c:pt idx="185">
                  <c:v>-0.57526228442399996</c:v>
                </c:pt>
                <c:pt idx="186">
                  <c:v>-1.1369770690000001</c:v>
                </c:pt>
                <c:pt idx="187">
                  <c:v>-0.263198515217</c:v>
                </c:pt>
                <c:pt idx="188">
                  <c:v>-0.138373007534</c:v>
                </c:pt>
                <c:pt idx="189">
                  <c:v>-0.263198515217</c:v>
                </c:pt>
                <c:pt idx="190">
                  <c:v>4.8865253990699999E-2</c:v>
                </c:pt>
                <c:pt idx="191">
                  <c:v>-0.99966901054699997</c:v>
                </c:pt>
                <c:pt idx="192">
                  <c:v>0.42334177703999998</c:v>
                </c:pt>
                <c:pt idx="193">
                  <c:v>0.148725660137</c:v>
                </c:pt>
                <c:pt idx="194">
                  <c:v>-0.263198515217</c:v>
                </c:pt>
                <c:pt idx="195">
                  <c:v>-0.20078576137500001</c:v>
                </c:pt>
                <c:pt idx="196">
                  <c:v>-0.263198515217</c:v>
                </c:pt>
                <c:pt idx="197">
                  <c:v>-0.138373007534</c:v>
                </c:pt>
                <c:pt idx="198">
                  <c:v>-0.138373007534</c:v>
                </c:pt>
                <c:pt idx="199">
                  <c:v>-0.57526228442399996</c:v>
                </c:pt>
                <c:pt idx="200">
                  <c:v>-0.72505289364400005</c:v>
                </c:pt>
                <c:pt idx="201">
                  <c:v>-0.263198515217</c:v>
                </c:pt>
                <c:pt idx="202">
                  <c:v>-0.57526228442399996</c:v>
                </c:pt>
                <c:pt idx="203">
                  <c:v>-0.263198515217</c:v>
                </c:pt>
                <c:pt idx="204">
                  <c:v>-0.91229115516899995</c:v>
                </c:pt>
                <c:pt idx="205">
                  <c:v>-0.16333810906999999</c:v>
                </c:pt>
                <c:pt idx="206">
                  <c:v>-0.57526228442399996</c:v>
                </c:pt>
                <c:pt idx="207">
                  <c:v>-0.263198515217</c:v>
                </c:pt>
                <c:pt idx="208">
                  <c:v>-7.5960253692400004E-2</c:v>
                </c:pt>
                <c:pt idx="209">
                  <c:v>-0.263198515217</c:v>
                </c:pt>
                <c:pt idx="210">
                  <c:v>-0.81243074902199997</c:v>
                </c:pt>
                <c:pt idx="211">
                  <c:v>-0.263198515217</c:v>
                </c:pt>
                <c:pt idx="212">
                  <c:v>-0.76250054594899996</c:v>
                </c:pt>
                <c:pt idx="213">
                  <c:v>4.8865253990699999E-2</c:v>
                </c:pt>
                <c:pt idx="214">
                  <c:v>-0.20078576137500001</c:v>
                </c:pt>
                <c:pt idx="215">
                  <c:v>4.8865253990699999E-2</c:v>
                </c:pt>
                <c:pt idx="216">
                  <c:v>-0.263198515217</c:v>
                </c:pt>
                <c:pt idx="217">
                  <c:v>-0.57526228442399996</c:v>
                </c:pt>
                <c:pt idx="218">
                  <c:v>-0.94973880747299999</c:v>
                </c:pt>
                <c:pt idx="219">
                  <c:v>-0.91229115516899995</c:v>
                </c:pt>
              </c:numCache>
            </c:numRef>
          </c:xVal>
          <c:yVal>
            <c:numRef>
              <c:f>'Chart Data'!$B$2:$B$221</c:f>
              <c:numCache>
                <c:formatCode>0.0</c:formatCode>
                <c:ptCount val="220"/>
                <c:pt idx="0">
                  <c:v>-2.07351897742</c:v>
                </c:pt>
                <c:pt idx="1">
                  <c:v>-0.12305965096800001</c:v>
                </c:pt>
                <c:pt idx="2">
                  <c:v>0.14596922164600001</c:v>
                </c:pt>
                <c:pt idx="3">
                  <c:v>-0.64766595256500004</c:v>
                </c:pt>
                <c:pt idx="4">
                  <c:v>-0.21183917893000001</c:v>
                </c:pt>
                <c:pt idx="5">
                  <c:v>-1.4708943027600001</c:v>
                </c:pt>
                <c:pt idx="6">
                  <c:v>-0.835986163394</c:v>
                </c:pt>
                <c:pt idx="7">
                  <c:v>-1.1184664796399999</c:v>
                </c:pt>
                <c:pt idx="8">
                  <c:v>9.2163447123300005E-2</c:v>
                </c:pt>
                <c:pt idx="9">
                  <c:v>-1.02430637422</c:v>
                </c:pt>
                <c:pt idx="10">
                  <c:v>-1.89326963277</c:v>
                </c:pt>
                <c:pt idx="11">
                  <c:v>-1.0108549305900001</c:v>
                </c:pt>
                <c:pt idx="12">
                  <c:v>-0.203768312752</c:v>
                </c:pt>
                <c:pt idx="13">
                  <c:v>-0.835986163394</c:v>
                </c:pt>
                <c:pt idx="14">
                  <c:v>-0.970500599701</c:v>
                </c:pt>
                <c:pt idx="15">
                  <c:v>-0.13651109459800001</c:v>
                </c:pt>
                <c:pt idx="16">
                  <c:v>9.2163447123300005E-2</c:v>
                </c:pt>
                <c:pt idx="17">
                  <c:v>-0.58040873441100005</c:v>
                </c:pt>
                <c:pt idx="18">
                  <c:v>-1.20186543015</c:v>
                </c:pt>
                <c:pt idx="19">
                  <c:v>-0.71492317071800005</c:v>
                </c:pt>
                <c:pt idx="20">
                  <c:v>0.19977499616899999</c:v>
                </c:pt>
                <c:pt idx="21">
                  <c:v>-1.33368957773</c:v>
                </c:pt>
                <c:pt idx="22">
                  <c:v>-0.970500599701</c:v>
                </c:pt>
                <c:pt idx="23">
                  <c:v>-0.40553996721199997</c:v>
                </c:pt>
                <c:pt idx="24">
                  <c:v>-0.82253471976400006</c:v>
                </c:pt>
                <c:pt idx="25">
                  <c:v>-0.84943760702500004</c:v>
                </c:pt>
                <c:pt idx="26">
                  <c:v>-0.39477881230799999</c:v>
                </c:pt>
                <c:pt idx="27">
                  <c:v>-0.88979193791699995</c:v>
                </c:pt>
                <c:pt idx="28">
                  <c:v>-0.98395204333200004</c:v>
                </c:pt>
                <c:pt idx="29">
                  <c:v>-0.70147172708700001</c:v>
                </c:pt>
                <c:pt idx="30">
                  <c:v>-1.8851987665900001</c:v>
                </c:pt>
                <c:pt idx="31">
                  <c:v>-1.1453693669</c:v>
                </c:pt>
                <c:pt idx="32">
                  <c:v>9.2163447123300005E-2</c:v>
                </c:pt>
                <c:pt idx="33">
                  <c:v>-0.60731162167300001</c:v>
                </c:pt>
                <c:pt idx="34">
                  <c:v>-1.8313929920700001</c:v>
                </c:pt>
                <c:pt idx="35">
                  <c:v>-0.82522500849000002</c:v>
                </c:pt>
                <c:pt idx="36">
                  <c:v>-0.203768312752</c:v>
                </c:pt>
                <c:pt idx="37">
                  <c:v>-6.9253876445000001E-2</c:v>
                </c:pt>
                <c:pt idx="38">
                  <c:v>-1.3605924649900001</c:v>
                </c:pt>
                <c:pt idx="39">
                  <c:v>-0.62076306530299996</c:v>
                </c:pt>
                <c:pt idx="40">
                  <c:v>-0.70147172708700001</c:v>
                </c:pt>
                <c:pt idx="41">
                  <c:v>-6.9253876445000001E-2</c:v>
                </c:pt>
                <c:pt idx="42">
                  <c:v>-0.634214508934</c:v>
                </c:pt>
                <c:pt idx="43">
                  <c:v>-0.84943760702500004</c:v>
                </c:pt>
                <c:pt idx="44">
                  <c:v>-0.39477881230799999</c:v>
                </c:pt>
                <c:pt idx="45">
                  <c:v>-2.8899545552899999E-2</c:v>
                </c:pt>
                <c:pt idx="46">
                  <c:v>-0.76872894524099999</c:v>
                </c:pt>
                <c:pt idx="47">
                  <c:v>-0.82253471976400006</c:v>
                </c:pt>
                <c:pt idx="48">
                  <c:v>-0.84943760702500004</c:v>
                </c:pt>
                <c:pt idx="49">
                  <c:v>-0.98395204333200004</c:v>
                </c:pt>
                <c:pt idx="50">
                  <c:v>9.2163447123300005E-2</c:v>
                </c:pt>
                <c:pt idx="51">
                  <c:v>-0.93014626880899998</c:v>
                </c:pt>
                <c:pt idx="52">
                  <c:v>-0.27102553090499998</c:v>
                </c:pt>
                <c:pt idx="53">
                  <c:v>-0.445894298104</c:v>
                </c:pt>
                <c:pt idx="54">
                  <c:v>-1.02430637422</c:v>
                </c:pt>
                <c:pt idx="55">
                  <c:v>-0.40553996721199997</c:v>
                </c:pt>
                <c:pt idx="56">
                  <c:v>-0.82253471976400006</c:v>
                </c:pt>
                <c:pt idx="57">
                  <c:v>-1.0108549305900001</c:v>
                </c:pt>
                <c:pt idx="58">
                  <c:v>-0.58040873441100005</c:v>
                </c:pt>
                <c:pt idx="59">
                  <c:v>-0.53198353734100001</c:v>
                </c:pt>
                <c:pt idx="60">
                  <c:v>-0.84943760702500004</c:v>
                </c:pt>
                <c:pt idx="61">
                  <c:v>-0.87634049428600003</c:v>
                </c:pt>
                <c:pt idx="62">
                  <c:v>-1.03775781785</c:v>
                </c:pt>
                <c:pt idx="63">
                  <c:v>-1.43861083805</c:v>
                </c:pt>
                <c:pt idx="64">
                  <c:v>-1.1184664796399999</c:v>
                </c:pt>
                <c:pt idx="65">
                  <c:v>-0.66111739619499998</c:v>
                </c:pt>
                <c:pt idx="66">
                  <c:v>-1.4682040140399999</c:v>
                </c:pt>
                <c:pt idx="67">
                  <c:v>-1.5785058518099999</c:v>
                </c:pt>
                <c:pt idx="68">
                  <c:v>-2.3694507372900002</c:v>
                </c:pt>
                <c:pt idx="69">
                  <c:v>-0.71492317071800005</c:v>
                </c:pt>
                <c:pt idx="70">
                  <c:v>-0.54005440351900003</c:v>
                </c:pt>
                <c:pt idx="71">
                  <c:v>-0.88979193791699995</c:v>
                </c:pt>
                <c:pt idx="72">
                  <c:v>-0.12305965096800001</c:v>
                </c:pt>
                <c:pt idx="73">
                  <c:v>-0.203768312752</c:v>
                </c:pt>
                <c:pt idx="74">
                  <c:v>-0.82253471976400006</c:v>
                </c:pt>
                <c:pt idx="75">
                  <c:v>-0.52660295988799999</c:v>
                </c:pt>
                <c:pt idx="76">
                  <c:v>-0.60731162167300001</c:v>
                </c:pt>
                <c:pt idx="77">
                  <c:v>-0.62076306530299996</c:v>
                </c:pt>
                <c:pt idx="78">
                  <c:v>-0.52660295988799999</c:v>
                </c:pt>
                <c:pt idx="79">
                  <c:v>-0.67456883982600002</c:v>
                </c:pt>
                <c:pt idx="80">
                  <c:v>-1.1184664796399999</c:v>
                </c:pt>
                <c:pt idx="81">
                  <c:v>-0.71492317071800005</c:v>
                </c:pt>
                <c:pt idx="82">
                  <c:v>-1.2260780286799999</c:v>
                </c:pt>
                <c:pt idx="83">
                  <c:v>-1.5758155630799999</c:v>
                </c:pt>
                <c:pt idx="84">
                  <c:v>-1.6699756685</c:v>
                </c:pt>
                <c:pt idx="85">
                  <c:v>-0.33828274905900002</c:v>
                </c:pt>
                <c:pt idx="86">
                  <c:v>-1.1184664796399999</c:v>
                </c:pt>
                <c:pt idx="87">
                  <c:v>-0.76872894524099999</c:v>
                </c:pt>
                <c:pt idx="88">
                  <c:v>-0.52660295988799999</c:v>
                </c:pt>
                <c:pt idx="89">
                  <c:v>-0.52660295988799999</c:v>
                </c:pt>
                <c:pt idx="90">
                  <c:v>-0.71492317071800005</c:v>
                </c:pt>
                <c:pt idx="91">
                  <c:v>-0.203768312752</c:v>
                </c:pt>
                <c:pt idx="92">
                  <c:v>-0.25757408727499997</c:v>
                </c:pt>
                <c:pt idx="93">
                  <c:v>-1.1238470570900001</c:v>
                </c:pt>
                <c:pt idx="94">
                  <c:v>-2.03316464653</c:v>
                </c:pt>
                <c:pt idx="95">
                  <c:v>-1.1722722541599999</c:v>
                </c:pt>
                <c:pt idx="96">
                  <c:v>-0.35173419268900002</c:v>
                </c:pt>
                <c:pt idx="97">
                  <c:v>-0.52660295988799999</c:v>
                </c:pt>
                <c:pt idx="98">
                  <c:v>-0.58040873441100005</c:v>
                </c:pt>
                <c:pt idx="99">
                  <c:v>-0.68802028345699995</c:v>
                </c:pt>
                <c:pt idx="100">
                  <c:v>-1.1911042752400001</c:v>
                </c:pt>
                <c:pt idx="101">
                  <c:v>-0.52660295988799999</c:v>
                </c:pt>
                <c:pt idx="102">
                  <c:v>9.2163447123300005E-2</c:v>
                </c:pt>
                <c:pt idx="103">
                  <c:v>-1.44130112678</c:v>
                </c:pt>
                <c:pt idx="104">
                  <c:v>-0.62076306530299996</c:v>
                </c:pt>
                <c:pt idx="105">
                  <c:v>-1.1211567683600001</c:v>
                </c:pt>
                <c:pt idx="106">
                  <c:v>-0.970500599701</c:v>
                </c:pt>
                <c:pt idx="107">
                  <c:v>3.8357672600600003E-2</c:v>
                </c:pt>
                <c:pt idx="108">
                  <c:v>-0.13651109459800001</c:v>
                </c:pt>
                <c:pt idx="109">
                  <c:v>9.2163447123300005E-2</c:v>
                </c:pt>
                <c:pt idx="110">
                  <c:v>-1.89865021022</c:v>
                </c:pt>
                <c:pt idx="111">
                  <c:v>0.172872108907</c:v>
                </c:pt>
                <c:pt idx="112">
                  <c:v>-1.44130112678</c:v>
                </c:pt>
                <c:pt idx="113">
                  <c:v>-0.35173419268900002</c:v>
                </c:pt>
                <c:pt idx="114">
                  <c:v>0.172872108907</c:v>
                </c:pt>
                <c:pt idx="115">
                  <c:v>-0.52660295988799999</c:v>
                </c:pt>
                <c:pt idx="116">
                  <c:v>-0.203768312752</c:v>
                </c:pt>
                <c:pt idx="117">
                  <c:v>-0.203768312752</c:v>
                </c:pt>
                <c:pt idx="118">
                  <c:v>-0.203768312752</c:v>
                </c:pt>
                <c:pt idx="119">
                  <c:v>-0.70147172708700001</c:v>
                </c:pt>
                <c:pt idx="120">
                  <c:v>-0.203768312752</c:v>
                </c:pt>
                <c:pt idx="121">
                  <c:v>-1.03775781785</c:v>
                </c:pt>
                <c:pt idx="122">
                  <c:v>-2.8899545552899999E-2</c:v>
                </c:pt>
                <c:pt idx="123">
                  <c:v>-1.1722722541599999</c:v>
                </c:pt>
                <c:pt idx="124">
                  <c:v>-1.0108549305900001</c:v>
                </c:pt>
                <c:pt idx="125">
                  <c:v>-0.67456883982600002</c:v>
                </c:pt>
                <c:pt idx="126">
                  <c:v>-0.82253471976400006</c:v>
                </c:pt>
                <c:pt idx="127">
                  <c:v>-0.835986163394</c:v>
                </c:pt>
                <c:pt idx="128">
                  <c:v>-1.44130112678</c:v>
                </c:pt>
                <c:pt idx="129">
                  <c:v>-2.3452381387600001</c:v>
                </c:pt>
                <c:pt idx="130">
                  <c:v>-1.83677356952</c:v>
                </c:pt>
                <c:pt idx="131">
                  <c:v>9.2163447123300005E-2</c:v>
                </c:pt>
                <c:pt idx="132">
                  <c:v>-0.52660295988799999</c:v>
                </c:pt>
                <c:pt idx="133">
                  <c:v>-1.77758721754</c:v>
                </c:pt>
                <c:pt idx="134">
                  <c:v>-1.0108549305900001</c:v>
                </c:pt>
                <c:pt idx="135">
                  <c:v>-0.52660295988799999</c:v>
                </c:pt>
                <c:pt idx="136">
                  <c:v>-1.4063273733399999</c:v>
                </c:pt>
                <c:pt idx="137">
                  <c:v>-1.0162355080500001</c:v>
                </c:pt>
                <c:pt idx="138">
                  <c:v>-0.27102553090499998</c:v>
                </c:pt>
                <c:pt idx="139">
                  <c:v>-1.1184664796399999</c:v>
                </c:pt>
                <c:pt idx="140">
                  <c:v>-0.82253471976400006</c:v>
                </c:pt>
                <c:pt idx="141">
                  <c:v>9.2163447123300005E-2</c:v>
                </c:pt>
                <c:pt idx="142">
                  <c:v>-0.203768312752</c:v>
                </c:pt>
                <c:pt idx="143">
                  <c:v>0.60331830508899997</c:v>
                </c:pt>
                <c:pt idx="144">
                  <c:v>-1.7641357739100001</c:v>
                </c:pt>
                <c:pt idx="145">
                  <c:v>-0.39208852358099999</c:v>
                </c:pt>
                <c:pt idx="146">
                  <c:v>9.2163447123300005E-2</c:v>
                </c:pt>
                <c:pt idx="147">
                  <c:v>-0.95704915606999996</c:v>
                </c:pt>
                <c:pt idx="148">
                  <c:v>-0.203768312752</c:v>
                </c:pt>
                <c:pt idx="149">
                  <c:v>9.2163447123300005E-2</c:v>
                </c:pt>
                <c:pt idx="150">
                  <c:v>-0.970500599701</c:v>
                </c:pt>
                <c:pt idx="151">
                  <c:v>-0.82253471976400006</c:v>
                </c:pt>
                <c:pt idx="152">
                  <c:v>-0.12305965096800001</c:v>
                </c:pt>
                <c:pt idx="153">
                  <c:v>-0.13651109459800001</c:v>
                </c:pt>
                <c:pt idx="154">
                  <c:v>-0.835986163394</c:v>
                </c:pt>
                <c:pt idx="155">
                  <c:v>-9.6156763706299997E-2</c:v>
                </c:pt>
                <c:pt idx="156">
                  <c:v>-0.203768312752</c:v>
                </c:pt>
                <c:pt idx="157">
                  <c:v>-0.67456883982600002</c:v>
                </c:pt>
                <c:pt idx="158">
                  <c:v>-0.70147172708700001</c:v>
                </c:pt>
                <c:pt idx="159">
                  <c:v>-0.84943760702500004</c:v>
                </c:pt>
                <c:pt idx="160">
                  <c:v>-0.93014626880899998</c:v>
                </c:pt>
                <c:pt idx="161">
                  <c:v>-0.93014626880899998</c:v>
                </c:pt>
                <c:pt idx="162">
                  <c:v>-0.203768312752</c:v>
                </c:pt>
                <c:pt idx="163">
                  <c:v>-0.203768312752</c:v>
                </c:pt>
                <c:pt idx="164">
                  <c:v>-0.62076306530299996</c:v>
                </c:pt>
                <c:pt idx="165">
                  <c:v>-0.13651109459800001</c:v>
                </c:pt>
                <c:pt idx="166">
                  <c:v>-0.970500599701</c:v>
                </c:pt>
                <c:pt idx="167">
                  <c:v>9.2163447123300005E-2</c:v>
                </c:pt>
                <c:pt idx="168">
                  <c:v>-1.1184664796399999</c:v>
                </c:pt>
                <c:pt idx="169">
                  <c:v>-1.42784968314</c:v>
                </c:pt>
                <c:pt idx="170">
                  <c:v>-6.9253876445000001E-2</c:v>
                </c:pt>
                <c:pt idx="171">
                  <c:v>-0.203768312752</c:v>
                </c:pt>
                <c:pt idx="172">
                  <c:v>-0.970500599701</c:v>
                </c:pt>
                <c:pt idx="173">
                  <c:v>-0.98395204333200004</c:v>
                </c:pt>
                <c:pt idx="174">
                  <c:v>-0.87634049428600003</c:v>
                </c:pt>
                <c:pt idx="175">
                  <c:v>-4.2350989183600002E-2</c:v>
                </c:pt>
                <c:pt idx="176">
                  <c:v>-0.203768312752</c:v>
                </c:pt>
                <c:pt idx="177">
                  <c:v>-0.52660295988799999</c:v>
                </c:pt>
                <c:pt idx="178">
                  <c:v>-0.88979193791699995</c:v>
                </c:pt>
                <c:pt idx="179">
                  <c:v>-0.62076306530299996</c:v>
                </c:pt>
                <c:pt idx="180">
                  <c:v>-0.87634049428600003</c:v>
                </c:pt>
                <c:pt idx="181">
                  <c:v>-0.24412264364399999</c:v>
                </c:pt>
                <c:pt idx="182">
                  <c:v>-1.50855834493</c:v>
                </c:pt>
                <c:pt idx="183">
                  <c:v>-0.91669482517800005</c:v>
                </c:pt>
                <c:pt idx="184">
                  <c:v>-0.64766595256500004</c:v>
                </c:pt>
                <c:pt idx="185">
                  <c:v>-0.71492317071800005</c:v>
                </c:pt>
                <c:pt idx="186">
                  <c:v>-1.4816554576700001</c:v>
                </c:pt>
                <c:pt idx="187">
                  <c:v>-0.70147172708700001</c:v>
                </c:pt>
                <c:pt idx="188">
                  <c:v>-0.93014626880899998</c:v>
                </c:pt>
                <c:pt idx="189">
                  <c:v>-0.58040873441100005</c:v>
                </c:pt>
                <c:pt idx="190">
                  <c:v>9.2163447123300005E-2</c:v>
                </c:pt>
                <c:pt idx="191">
                  <c:v>-1.6592145135900001</c:v>
                </c:pt>
                <c:pt idx="192">
                  <c:v>-0.37863707995099999</c:v>
                </c:pt>
                <c:pt idx="193">
                  <c:v>-6.1183010266499999E-2</c:v>
                </c:pt>
                <c:pt idx="194">
                  <c:v>-0.13651109459800001</c:v>
                </c:pt>
                <c:pt idx="195">
                  <c:v>9.2163447123300005E-2</c:v>
                </c:pt>
                <c:pt idx="196">
                  <c:v>0.14596922164600001</c:v>
                </c:pt>
                <c:pt idx="197">
                  <c:v>-0.52660295988799999</c:v>
                </c:pt>
                <c:pt idx="198">
                  <c:v>-0.93014626880899998</c:v>
                </c:pt>
                <c:pt idx="199">
                  <c:v>-0.203768312752</c:v>
                </c:pt>
                <c:pt idx="200">
                  <c:v>-1.4682040140399999</c:v>
                </c:pt>
                <c:pt idx="201">
                  <c:v>-0.76872894524099999</c:v>
                </c:pt>
                <c:pt idx="202">
                  <c:v>-0.62076306530299996</c:v>
                </c:pt>
                <c:pt idx="203">
                  <c:v>-0.70147172708700001</c:v>
                </c:pt>
                <c:pt idx="204">
                  <c:v>-1.5758155630799999</c:v>
                </c:pt>
                <c:pt idx="205">
                  <c:v>-0.311379861797</c:v>
                </c:pt>
                <c:pt idx="206">
                  <c:v>-0.62076306530299996</c:v>
                </c:pt>
                <c:pt idx="207">
                  <c:v>-0.13651109459800001</c:v>
                </c:pt>
                <c:pt idx="208">
                  <c:v>-2.8899545552899999E-2</c:v>
                </c:pt>
                <c:pt idx="209">
                  <c:v>-0.66918826237399998</c:v>
                </c:pt>
                <c:pt idx="210">
                  <c:v>-1.1184664796399999</c:v>
                </c:pt>
                <c:pt idx="211">
                  <c:v>-0.203768312752</c:v>
                </c:pt>
                <c:pt idx="212">
                  <c:v>-0.70147172708700001</c:v>
                </c:pt>
                <c:pt idx="213">
                  <c:v>9.2163447123300005E-2</c:v>
                </c:pt>
                <c:pt idx="214">
                  <c:v>-0.52660295988799999</c:v>
                </c:pt>
                <c:pt idx="215">
                  <c:v>-0.25757408727499997</c:v>
                </c:pt>
                <c:pt idx="216">
                  <c:v>-0.58040873441100005</c:v>
                </c:pt>
                <c:pt idx="217">
                  <c:v>-0.203768312752</c:v>
                </c:pt>
                <c:pt idx="218">
                  <c:v>-1.73723288665</c:v>
                </c:pt>
                <c:pt idx="219">
                  <c:v>-1.5758155630799999</c:v>
                </c:pt>
              </c:numCache>
            </c:numRef>
          </c:yVal>
          <c:smooth val="1"/>
          <c:extLst>
            <c:ext xmlns:c16="http://schemas.microsoft.com/office/drawing/2014/chart" uri="{C3380CC4-5D6E-409C-BE32-E72D297353CC}">
              <c16:uniqueId val="{00000000-63DC-3B4C-9FA5-73B2512A4DA8}"/>
            </c:ext>
          </c:extLst>
        </c:ser>
        <c:ser>
          <c:idx val="1"/>
          <c:order val="1"/>
          <c:tx>
            <c:v>C1</c:v>
          </c:tx>
          <c:spPr>
            <a:ln w="0">
              <a:noFill/>
            </a:ln>
          </c:spPr>
          <c:marker>
            <c:symbol val="circle"/>
            <c:size val="4"/>
            <c:spPr>
              <a:solidFill>
                <a:srgbClr val="4179B7"/>
              </a:solidFill>
            </c:spPr>
          </c:marker>
          <c:xVal>
            <c:numRef>
              <c:f>'Chart Data'!$C$2:$C$221</c:f>
              <c:numCache>
                <c:formatCode>General</c:formatCode>
                <c:ptCount val="220"/>
                <c:pt idx="0">
                  <c:v>0.29851626935699999</c:v>
                </c:pt>
                <c:pt idx="1">
                  <c:v>-0.57526228442399996</c:v>
                </c:pt>
                <c:pt idx="2">
                  <c:v>-0.63767503826600003</c:v>
                </c:pt>
                <c:pt idx="3">
                  <c:v>-7.5960253692400004E-2</c:v>
                </c:pt>
                <c:pt idx="4">
                  <c:v>0.54816728472300003</c:v>
                </c:pt>
                <c:pt idx="5">
                  <c:v>0.54816728472300003</c:v>
                </c:pt>
                <c:pt idx="6">
                  <c:v>-0.63767503826600003</c:v>
                </c:pt>
                <c:pt idx="7">
                  <c:v>0.42334177703999998</c:v>
                </c:pt>
                <c:pt idx="8">
                  <c:v>-7.5960253692400004E-2</c:v>
                </c:pt>
                <c:pt idx="9">
                  <c:v>0.460789429345</c:v>
                </c:pt>
                <c:pt idx="10">
                  <c:v>0.560649835491</c:v>
                </c:pt>
                <c:pt idx="11">
                  <c:v>-7.5960253692400004E-2</c:v>
                </c:pt>
                <c:pt idx="12">
                  <c:v>-0.32561126905799997</c:v>
                </c:pt>
                <c:pt idx="13">
                  <c:v>-0.32561126905799997</c:v>
                </c:pt>
                <c:pt idx="14">
                  <c:v>0.98505656161300004</c:v>
                </c:pt>
                <c:pt idx="15">
                  <c:v>-0.63767503826600003</c:v>
                </c:pt>
                <c:pt idx="16">
                  <c:v>-0.32561126905799997</c:v>
                </c:pt>
                <c:pt idx="17">
                  <c:v>-0.38802402289999999</c:v>
                </c:pt>
                <c:pt idx="18">
                  <c:v>-0.32561126905799997</c:v>
                </c:pt>
                <c:pt idx="19">
                  <c:v>-0.32561126905799997</c:v>
                </c:pt>
                <c:pt idx="20">
                  <c:v>-0.32561126905799997</c:v>
                </c:pt>
                <c:pt idx="21">
                  <c:v>-0.63767503826600003</c:v>
                </c:pt>
                <c:pt idx="22">
                  <c:v>0.98505656161300004</c:v>
                </c:pt>
                <c:pt idx="23">
                  <c:v>-0.32561126905799997</c:v>
                </c:pt>
                <c:pt idx="24">
                  <c:v>-0.57526228442399996</c:v>
                </c:pt>
                <c:pt idx="25">
                  <c:v>-0.89980860439999999</c:v>
                </c:pt>
                <c:pt idx="26">
                  <c:v>-0.57526228442399996</c:v>
                </c:pt>
                <c:pt idx="27">
                  <c:v>-7.5960253692400004E-2</c:v>
                </c:pt>
                <c:pt idx="28">
                  <c:v>-0.32561126905799997</c:v>
                </c:pt>
                <c:pt idx="29">
                  <c:v>-0.46291932750999998</c:v>
                </c:pt>
                <c:pt idx="30">
                  <c:v>-0.38802402289999999</c:v>
                </c:pt>
                <c:pt idx="31">
                  <c:v>-0.63767503826600003</c:v>
                </c:pt>
                <c:pt idx="32">
                  <c:v>1.14176016858E-2</c:v>
                </c:pt>
                <c:pt idx="33">
                  <c:v>-0.63767503826600003</c:v>
                </c:pt>
                <c:pt idx="34">
                  <c:v>-0.32561126905799997</c:v>
                </c:pt>
                <c:pt idx="35">
                  <c:v>-0.32561126905799997</c:v>
                </c:pt>
                <c:pt idx="36">
                  <c:v>-0.32561126905799997</c:v>
                </c:pt>
                <c:pt idx="37">
                  <c:v>0.86023105392999999</c:v>
                </c:pt>
                <c:pt idx="38">
                  <c:v>9.87954570639E-2</c:v>
                </c:pt>
                <c:pt idx="39">
                  <c:v>-7.5960253692400004E-2</c:v>
                </c:pt>
                <c:pt idx="40">
                  <c:v>-0.32561126905799997</c:v>
                </c:pt>
                <c:pt idx="41">
                  <c:v>-0.62519248749800005</c:v>
                </c:pt>
                <c:pt idx="42">
                  <c:v>-0.32561126905799997</c:v>
                </c:pt>
                <c:pt idx="43">
                  <c:v>-0.32561126905799997</c:v>
                </c:pt>
                <c:pt idx="44">
                  <c:v>0.98505656161300004</c:v>
                </c:pt>
                <c:pt idx="45">
                  <c:v>-0.63767503826600003</c:v>
                </c:pt>
                <c:pt idx="46">
                  <c:v>-0.32561126905799997</c:v>
                </c:pt>
                <c:pt idx="47">
                  <c:v>-0.32561126905799997</c:v>
                </c:pt>
                <c:pt idx="48">
                  <c:v>-0.57526228442399996</c:v>
                </c:pt>
                <c:pt idx="49">
                  <c:v>0.98505656161300004</c:v>
                </c:pt>
                <c:pt idx="50">
                  <c:v>-0.76250054594899996</c:v>
                </c:pt>
                <c:pt idx="51">
                  <c:v>-0.32561126905799997</c:v>
                </c:pt>
                <c:pt idx="52">
                  <c:v>0.86023105392999999</c:v>
                </c:pt>
                <c:pt idx="53">
                  <c:v>0.17369076167399999</c:v>
                </c:pt>
                <c:pt idx="54">
                  <c:v>0.54816728472300003</c:v>
                </c:pt>
                <c:pt idx="55">
                  <c:v>-0.32561126905799997</c:v>
                </c:pt>
                <c:pt idx="56">
                  <c:v>-0.32561126905799997</c:v>
                </c:pt>
                <c:pt idx="57">
                  <c:v>-0.63767503826600003</c:v>
                </c:pt>
                <c:pt idx="58">
                  <c:v>0.236103515515</c:v>
                </c:pt>
                <c:pt idx="59">
                  <c:v>1.23470757698</c:v>
                </c:pt>
                <c:pt idx="60">
                  <c:v>1.23470757698</c:v>
                </c:pt>
                <c:pt idx="61">
                  <c:v>-7.5960253692400004E-2</c:v>
                </c:pt>
                <c:pt idx="62">
                  <c:v>-0.76250054594899996</c:v>
                </c:pt>
                <c:pt idx="63">
                  <c:v>-0.32561126905799997</c:v>
                </c:pt>
                <c:pt idx="64">
                  <c:v>1.23470757698</c:v>
                </c:pt>
                <c:pt idx="65">
                  <c:v>0.67299279240599996</c:v>
                </c:pt>
                <c:pt idx="66">
                  <c:v>0.236103515515</c:v>
                </c:pt>
                <c:pt idx="67">
                  <c:v>-0.63767503826600003</c:v>
                </c:pt>
                <c:pt idx="68">
                  <c:v>-0.63767503826600003</c:v>
                </c:pt>
                <c:pt idx="69">
                  <c:v>-0.32561126905799997</c:v>
                </c:pt>
                <c:pt idx="70">
                  <c:v>-0.32561126905799997</c:v>
                </c:pt>
                <c:pt idx="71">
                  <c:v>-0.63767503826600003</c:v>
                </c:pt>
                <c:pt idx="72">
                  <c:v>-0.53781463211900005</c:v>
                </c:pt>
                <c:pt idx="73">
                  <c:v>1.23470757698</c:v>
                </c:pt>
                <c:pt idx="74">
                  <c:v>0.54816728472300003</c:v>
                </c:pt>
                <c:pt idx="75">
                  <c:v>-0.32561126905799997</c:v>
                </c:pt>
                <c:pt idx="76">
                  <c:v>-0.63767503826600003</c:v>
                </c:pt>
                <c:pt idx="77">
                  <c:v>-0.32561126905799997</c:v>
                </c:pt>
                <c:pt idx="78">
                  <c:v>-0.63767503826600003</c:v>
                </c:pt>
                <c:pt idx="79">
                  <c:v>-0.63767503826600003</c:v>
                </c:pt>
                <c:pt idx="80">
                  <c:v>1.23470757698</c:v>
                </c:pt>
                <c:pt idx="81">
                  <c:v>0.98505656161300004</c:v>
                </c:pt>
                <c:pt idx="82">
                  <c:v>-0.63767503826600003</c:v>
                </c:pt>
                <c:pt idx="83">
                  <c:v>-0.63767503826600003</c:v>
                </c:pt>
                <c:pt idx="84">
                  <c:v>0.54816728472300003</c:v>
                </c:pt>
                <c:pt idx="85">
                  <c:v>0.54816728472300003</c:v>
                </c:pt>
                <c:pt idx="86">
                  <c:v>-1.0121515613100001</c:v>
                </c:pt>
                <c:pt idx="87">
                  <c:v>-0.32561126905799997</c:v>
                </c:pt>
                <c:pt idx="88">
                  <c:v>0.54816728472300003</c:v>
                </c:pt>
                <c:pt idx="89">
                  <c:v>-7.5960253692400004E-2</c:v>
                </c:pt>
                <c:pt idx="90">
                  <c:v>-0.57526228442399996</c:v>
                </c:pt>
                <c:pt idx="91">
                  <c:v>-0.32561126905799997</c:v>
                </c:pt>
                <c:pt idx="92">
                  <c:v>-0.63767503826600003</c:v>
                </c:pt>
                <c:pt idx="93">
                  <c:v>-0.63767503826600003</c:v>
                </c:pt>
                <c:pt idx="94">
                  <c:v>-0.57526228442399996</c:v>
                </c:pt>
                <c:pt idx="95">
                  <c:v>-0.77498309671700005</c:v>
                </c:pt>
                <c:pt idx="96">
                  <c:v>0.48575453088100001</c:v>
                </c:pt>
                <c:pt idx="97">
                  <c:v>-0.63767503826600003</c:v>
                </c:pt>
                <c:pt idx="98">
                  <c:v>-0.63767503826600003</c:v>
                </c:pt>
                <c:pt idx="99">
                  <c:v>-0.57526228442399996</c:v>
                </c:pt>
                <c:pt idx="100">
                  <c:v>-0.32561126905799997</c:v>
                </c:pt>
                <c:pt idx="101">
                  <c:v>-0.72505289364400005</c:v>
                </c:pt>
                <c:pt idx="102">
                  <c:v>-0.32561126905799997</c:v>
                </c:pt>
                <c:pt idx="103">
                  <c:v>-0.46291932750999998</c:v>
                </c:pt>
                <c:pt idx="104">
                  <c:v>-7.5960253692400004E-2</c:v>
                </c:pt>
                <c:pt idx="105">
                  <c:v>4.8865253990699999E-2</c:v>
                </c:pt>
                <c:pt idx="106">
                  <c:v>-0.53781463211900005</c:v>
                </c:pt>
                <c:pt idx="107">
                  <c:v>-7.5960253692400004E-2</c:v>
                </c:pt>
                <c:pt idx="108">
                  <c:v>0.17369076167399999</c:v>
                </c:pt>
                <c:pt idx="109">
                  <c:v>1.23470757698</c:v>
                </c:pt>
                <c:pt idx="110">
                  <c:v>-0.138373007534</c:v>
                </c:pt>
                <c:pt idx="111">
                  <c:v>-7.5960253692400004E-2</c:v>
                </c:pt>
                <c:pt idx="112">
                  <c:v>-7.5960253692400004E-2</c:v>
                </c:pt>
                <c:pt idx="113">
                  <c:v>-0.63767503826600003</c:v>
                </c:pt>
                <c:pt idx="114">
                  <c:v>-0.57526228442399996</c:v>
                </c:pt>
                <c:pt idx="115">
                  <c:v>-0.63767503826600003</c:v>
                </c:pt>
                <c:pt idx="116">
                  <c:v>0.29851626935699999</c:v>
                </c:pt>
                <c:pt idx="117">
                  <c:v>-0.32561126905799997</c:v>
                </c:pt>
                <c:pt idx="118">
                  <c:v>1.23470757698</c:v>
                </c:pt>
                <c:pt idx="119">
                  <c:v>-0.53781463211900005</c:v>
                </c:pt>
                <c:pt idx="120">
                  <c:v>1.1098820693</c:v>
                </c:pt>
                <c:pt idx="121">
                  <c:v>4.8865253990699999E-2</c:v>
                </c:pt>
                <c:pt idx="122">
                  <c:v>1.23470757698</c:v>
                </c:pt>
                <c:pt idx="123">
                  <c:v>0.98505656161300004</c:v>
                </c:pt>
                <c:pt idx="124">
                  <c:v>-7.5960253692400004E-2</c:v>
                </c:pt>
                <c:pt idx="125">
                  <c:v>-0.57526228442399996</c:v>
                </c:pt>
                <c:pt idx="126">
                  <c:v>-7.5960253692400004E-2</c:v>
                </c:pt>
                <c:pt idx="127">
                  <c:v>-0.32561126905799997</c:v>
                </c:pt>
                <c:pt idx="128">
                  <c:v>0.17369076167399999</c:v>
                </c:pt>
                <c:pt idx="129">
                  <c:v>-0.32561126905799997</c:v>
                </c:pt>
                <c:pt idx="130">
                  <c:v>-7.5960253692400004E-2</c:v>
                </c:pt>
                <c:pt idx="131">
                  <c:v>0.98505656161300004</c:v>
                </c:pt>
                <c:pt idx="132">
                  <c:v>-0.57526228442399996</c:v>
                </c:pt>
                <c:pt idx="133">
                  <c:v>-7.5960253692400004E-2</c:v>
                </c:pt>
                <c:pt idx="134">
                  <c:v>-0.72505289364400005</c:v>
                </c:pt>
                <c:pt idx="135">
                  <c:v>-0.32561126905799997</c:v>
                </c:pt>
                <c:pt idx="136">
                  <c:v>-0.72505289364400005</c:v>
                </c:pt>
                <c:pt idx="137">
                  <c:v>0.54816728472300003</c:v>
                </c:pt>
                <c:pt idx="138">
                  <c:v>-0.38802402289999999</c:v>
                </c:pt>
                <c:pt idx="139">
                  <c:v>-0.32561126905799997</c:v>
                </c:pt>
                <c:pt idx="140">
                  <c:v>-0.32561126905799997</c:v>
                </c:pt>
                <c:pt idx="141">
                  <c:v>-0.32561126905799997</c:v>
                </c:pt>
                <c:pt idx="142">
                  <c:v>1.23470757698</c:v>
                </c:pt>
                <c:pt idx="143">
                  <c:v>-0.32561126905799997</c:v>
                </c:pt>
                <c:pt idx="144">
                  <c:v>-0.57526228442399996</c:v>
                </c:pt>
                <c:pt idx="145">
                  <c:v>-0.72505289364400005</c:v>
                </c:pt>
                <c:pt idx="146">
                  <c:v>0.460789429345</c:v>
                </c:pt>
                <c:pt idx="147">
                  <c:v>-0.32561126905799997</c:v>
                </c:pt>
                <c:pt idx="148">
                  <c:v>-0.57526228442399996</c:v>
                </c:pt>
                <c:pt idx="149">
                  <c:v>-0.32561126905799997</c:v>
                </c:pt>
                <c:pt idx="150">
                  <c:v>-0.46291932750999998</c:v>
                </c:pt>
                <c:pt idx="151">
                  <c:v>-0.32561126905799997</c:v>
                </c:pt>
                <c:pt idx="152">
                  <c:v>-7.5960253692400004E-2</c:v>
                </c:pt>
                <c:pt idx="153">
                  <c:v>1.23470757698</c:v>
                </c:pt>
                <c:pt idx="154">
                  <c:v>-0.63767503826600003</c:v>
                </c:pt>
                <c:pt idx="155">
                  <c:v>0.36092902319800002</c:v>
                </c:pt>
                <c:pt idx="156">
                  <c:v>0.54816728472300003</c:v>
                </c:pt>
                <c:pt idx="157">
                  <c:v>-0.32561126905799997</c:v>
                </c:pt>
                <c:pt idx="158">
                  <c:v>8.6312906295599998E-2</c:v>
                </c:pt>
                <c:pt idx="159">
                  <c:v>-0.99966901054699997</c:v>
                </c:pt>
                <c:pt idx="160">
                  <c:v>1.23470757698</c:v>
                </c:pt>
                <c:pt idx="161">
                  <c:v>-0.32561126905799997</c:v>
                </c:pt>
                <c:pt idx="162">
                  <c:v>-0.32561126905799997</c:v>
                </c:pt>
                <c:pt idx="163">
                  <c:v>-0.32561126905799997</c:v>
                </c:pt>
                <c:pt idx="164">
                  <c:v>-0.32561126905799997</c:v>
                </c:pt>
                <c:pt idx="165">
                  <c:v>-0.57526228442399996</c:v>
                </c:pt>
                <c:pt idx="166">
                  <c:v>0.48575453088100001</c:v>
                </c:pt>
                <c:pt idx="167">
                  <c:v>-0.32561126905799997</c:v>
                </c:pt>
                <c:pt idx="168">
                  <c:v>-0.63767503826600003</c:v>
                </c:pt>
                <c:pt idx="169">
                  <c:v>1.23470757698</c:v>
                </c:pt>
                <c:pt idx="170">
                  <c:v>-0.81243074902199997</c:v>
                </c:pt>
                <c:pt idx="171">
                  <c:v>-0.63767503826600003</c:v>
                </c:pt>
                <c:pt idx="172">
                  <c:v>0.98505656161300004</c:v>
                </c:pt>
                <c:pt idx="173">
                  <c:v>-0.32561126905799997</c:v>
                </c:pt>
                <c:pt idx="174">
                  <c:v>0.86023105392999999</c:v>
                </c:pt>
                <c:pt idx="175">
                  <c:v>-0.32561126905799997</c:v>
                </c:pt>
                <c:pt idx="176">
                  <c:v>-0.32561126905799997</c:v>
                </c:pt>
                <c:pt idx="177">
                  <c:v>-0.32561126905799997</c:v>
                </c:pt>
                <c:pt idx="178">
                  <c:v>-0.77498309671700005</c:v>
                </c:pt>
                <c:pt idx="179">
                  <c:v>-0.63767503826600003</c:v>
                </c:pt>
                <c:pt idx="180">
                  <c:v>4.8865253990699999E-2</c:v>
                </c:pt>
                <c:pt idx="181">
                  <c:v>1.23470757698</c:v>
                </c:pt>
                <c:pt idx="182">
                  <c:v>-0.32561126905799997</c:v>
                </c:pt>
                <c:pt idx="183">
                  <c:v>-0.77498309671700005</c:v>
                </c:pt>
                <c:pt idx="184">
                  <c:v>-0.63767503826600003</c:v>
                </c:pt>
                <c:pt idx="185">
                  <c:v>-0.32561126905799997</c:v>
                </c:pt>
                <c:pt idx="186">
                  <c:v>-0.63767503826600003</c:v>
                </c:pt>
                <c:pt idx="187">
                  <c:v>-7.5960253692400004E-2</c:v>
                </c:pt>
                <c:pt idx="188">
                  <c:v>-7.5960253692400004E-2</c:v>
                </c:pt>
                <c:pt idx="189">
                  <c:v>-0.63767503826600003</c:v>
                </c:pt>
                <c:pt idx="190">
                  <c:v>-0.32561126905799997</c:v>
                </c:pt>
                <c:pt idx="191">
                  <c:v>9.87954570639E-2</c:v>
                </c:pt>
                <c:pt idx="192">
                  <c:v>-0.46291932750999998</c:v>
                </c:pt>
                <c:pt idx="193">
                  <c:v>-0.57526228442399996</c:v>
                </c:pt>
                <c:pt idx="194">
                  <c:v>4.8865253990699999E-2</c:v>
                </c:pt>
                <c:pt idx="195">
                  <c:v>-0.57526228442399996</c:v>
                </c:pt>
                <c:pt idx="196">
                  <c:v>-0.32561126905799997</c:v>
                </c:pt>
                <c:pt idx="197">
                  <c:v>-7.5960253692400004E-2</c:v>
                </c:pt>
                <c:pt idx="198">
                  <c:v>-0.32561126905799997</c:v>
                </c:pt>
                <c:pt idx="199">
                  <c:v>-0.32561126905799997</c:v>
                </c:pt>
                <c:pt idx="200">
                  <c:v>-0.32561126905799997</c:v>
                </c:pt>
                <c:pt idx="201">
                  <c:v>-0.82491329979000005</c:v>
                </c:pt>
                <c:pt idx="202">
                  <c:v>1.02250421392</c:v>
                </c:pt>
                <c:pt idx="203">
                  <c:v>-0.63767503826600003</c:v>
                </c:pt>
                <c:pt idx="204">
                  <c:v>-0.32561126905799997</c:v>
                </c:pt>
                <c:pt idx="205">
                  <c:v>-0.63767503826600003</c:v>
                </c:pt>
                <c:pt idx="206">
                  <c:v>-0.63767503826600003</c:v>
                </c:pt>
                <c:pt idx="207">
                  <c:v>4.8865253990699999E-2</c:v>
                </c:pt>
                <c:pt idx="208">
                  <c:v>-0.63767503826600003</c:v>
                </c:pt>
                <c:pt idx="209">
                  <c:v>-0.63767503826600003</c:v>
                </c:pt>
                <c:pt idx="210">
                  <c:v>-0.57526228442399996</c:v>
                </c:pt>
                <c:pt idx="211">
                  <c:v>-0.57526228442399996</c:v>
                </c:pt>
                <c:pt idx="212">
                  <c:v>0.54816728472300003</c:v>
                </c:pt>
                <c:pt idx="213">
                  <c:v>-0.57526228442399996</c:v>
                </c:pt>
                <c:pt idx="214">
                  <c:v>-0.57526228442399996</c:v>
                </c:pt>
                <c:pt idx="215">
                  <c:v>-0.57526228442399996</c:v>
                </c:pt>
                <c:pt idx="216">
                  <c:v>-0.32561126905799997</c:v>
                </c:pt>
                <c:pt idx="217">
                  <c:v>-0.62519248749800005</c:v>
                </c:pt>
                <c:pt idx="218">
                  <c:v>-0.38802402289999999</c:v>
                </c:pt>
                <c:pt idx="219">
                  <c:v>1.1722948231400001</c:v>
                </c:pt>
              </c:numCache>
            </c:numRef>
          </c:xVal>
          <c:yVal>
            <c:numRef>
              <c:f>'Chart Data'!$D$2:$D$221</c:f>
              <c:numCache>
                <c:formatCode>0.0</c:formatCode>
                <c:ptCount val="220"/>
                <c:pt idx="0">
                  <c:v>0.38809520699799999</c:v>
                </c:pt>
                <c:pt idx="1">
                  <c:v>0.44459127024700001</c:v>
                </c:pt>
                <c:pt idx="2">
                  <c:v>1.7197881264399999</c:v>
                </c:pt>
                <c:pt idx="3">
                  <c:v>2.0856673931900001</c:v>
                </c:pt>
                <c:pt idx="4">
                  <c:v>0.44190098152099999</c:v>
                </c:pt>
                <c:pt idx="5">
                  <c:v>0.44190098152099999</c:v>
                </c:pt>
                <c:pt idx="6">
                  <c:v>2.0856673931900001</c:v>
                </c:pt>
                <c:pt idx="7">
                  <c:v>-0.14996253822899999</c:v>
                </c:pt>
                <c:pt idx="8">
                  <c:v>1.46690098618</c:v>
                </c:pt>
                <c:pt idx="9">
                  <c:v>0.84544429044199998</c:v>
                </c:pt>
                <c:pt idx="10">
                  <c:v>-0.22798091128699999</c:v>
                </c:pt>
                <c:pt idx="11">
                  <c:v>1.46690098618</c:v>
                </c:pt>
                <c:pt idx="12">
                  <c:v>2.0856673931900001</c:v>
                </c:pt>
                <c:pt idx="13">
                  <c:v>0.46880386878300001</c:v>
                </c:pt>
                <c:pt idx="14">
                  <c:v>0.361192319737</c:v>
                </c:pt>
                <c:pt idx="15">
                  <c:v>2.0856673931900001</c:v>
                </c:pt>
                <c:pt idx="16">
                  <c:v>2.0856673931900001</c:v>
                </c:pt>
                <c:pt idx="17">
                  <c:v>1.5987251337599999</c:v>
                </c:pt>
                <c:pt idx="18">
                  <c:v>0.50915819967499998</c:v>
                </c:pt>
                <c:pt idx="19">
                  <c:v>1.46690098618</c:v>
                </c:pt>
                <c:pt idx="20">
                  <c:v>1.46690098618</c:v>
                </c:pt>
                <c:pt idx="21">
                  <c:v>1.00955190274</c:v>
                </c:pt>
                <c:pt idx="22">
                  <c:v>0.307386545214</c:v>
                </c:pt>
                <c:pt idx="23">
                  <c:v>1.46690098618</c:v>
                </c:pt>
                <c:pt idx="24">
                  <c:v>0.64367263598199997</c:v>
                </c:pt>
                <c:pt idx="25">
                  <c:v>0.57372512910200002</c:v>
                </c:pt>
                <c:pt idx="26">
                  <c:v>0.44459127024700001</c:v>
                </c:pt>
                <c:pt idx="27">
                  <c:v>2.0856673931900001</c:v>
                </c:pt>
                <c:pt idx="28">
                  <c:v>0.44459127024700001</c:v>
                </c:pt>
                <c:pt idx="29">
                  <c:v>1.51801647198</c:v>
                </c:pt>
                <c:pt idx="30">
                  <c:v>2.0856673931900001</c:v>
                </c:pt>
                <c:pt idx="31">
                  <c:v>1.46690098618</c:v>
                </c:pt>
                <c:pt idx="32">
                  <c:v>0.70554927668300005</c:v>
                </c:pt>
                <c:pt idx="33">
                  <c:v>2.0856673931900001</c:v>
                </c:pt>
                <c:pt idx="34">
                  <c:v>2.0856673931900001</c:v>
                </c:pt>
                <c:pt idx="35">
                  <c:v>1.46690098618</c:v>
                </c:pt>
                <c:pt idx="36">
                  <c:v>0.44459127024700001</c:v>
                </c:pt>
                <c:pt idx="37">
                  <c:v>0.24012932706099999</c:v>
                </c:pt>
                <c:pt idx="38">
                  <c:v>-0.25757408727499997</c:v>
                </c:pt>
                <c:pt idx="39">
                  <c:v>0.608698882542</c:v>
                </c:pt>
                <c:pt idx="40">
                  <c:v>1.00955190274</c:v>
                </c:pt>
                <c:pt idx="41">
                  <c:v>0.87234717770299997</c:v>
                </c:pt>
                <c:pt idx="42">
                  <c:v>1.46690098618</c:v>
                </c:pt>
                <c:pt idx="43">
                  <c:v>0.44459127024700001</c:v>
                </c:pt>
                <c:pt idx="44">
                  <c:v>0.79163851591900003</c:v>
                </c:pt>
                <c:pt idx="45">
                  <c:v>2.0856673931900001</c:v>
                </c:pt>
                <c:pt idx="46">
                  <c:v>1.46690098618</c:v>
                </c:pt>
                <c:pt idx="47">
                  <c:v>1.0741188321599999</c:v>
                </c:pt>
                <c:pt idx="48">
                  <c:v>0.50915819967499998</c:v>
                </c:pt>
                <c:pt idx="49">
                  <c:v>1.17904009248</c:v>
                </c:pt>
                <c:pt idx="50">
                  <c:v>0.44459127024700001</c:v>
                </c:pt>
                <c:pt idx="51">
                  <c:v>0.83199284681100005</c:v>
                </c:pt>
                <c:pt idx="52">
                  <c:v>0.22667788343</c:v>
                </c:pt>
                <c:pt idx="53">
                  <c:v>0.81854140318099999</c:v>
                </c:pt>
                <c:pt idx="54">
                  <c:v>1.7332395700700001</c:v>
                </c:pt>
                <c:pt idx="55">
                  <c:v>0.71092985413499998</c:v>
                </c:pt>
                <c:pt idx="56">
                  <c:v>1.46690098618</c:v>
                </c:pt>
                <c:pt idx="57">
                  <c:v>0.91270150859499999</c:v>
                </c:pt>
                <c:pt idx="58">
                  <c:v>-1.5448101922199999E-2</c:v>
                </c:pt>
                <c:pt idx="59">
                  <c:v>0.18632355253800001</c:v>
                </c:pt>
                <c:pt idx="60">
                  <c:v>0.33428943247600001</c:v>
                </c:pt>
                <c:pt idx="61">
                  <c:v>0.83199284681100005</c:v>
                </c:pt>
                <c:pt idx="62">
                  <c:v>0.44459127024700001</c:v>
                </c:pt>
                <c:pt idx="63">
                  <c:v>0.44459127024700001</c:v>
                </c:pt>
                <c:pt idx="64">
                  <c:v>-0.445894298104</c:v>
                </c:pt>
                <c:pt idx="65">
                  <c:v>0.42844953789099999</c:v>
                </c:pt>
                <c:pt idx="66">
                  <c:v>0.50646791094900001</c:v>
                </c:pt>
                <c:pt idx="67">
                  <c:v>2.0856673931900001</c:v>
                </c:pt>
                <c:pt idx="68">
                  <c:v>2.0856673931900001</c:v>
                </c:pt>
                <c:pt idx="69">
                  <c:v>1.00955190274</c:v>
                </c:pt>
                <c:pt idx="70">
                  <c:v>1.00955190274</c:v>
                </c:pt>
                <c:pt idx="71">
                  <c:v>2.0856673931900001</c:v>
                </c:pt>
                <c:pt idx="72">
                  <c:v>0.35312145355899999</c:v>
                </c:pt>
                <c:pt idx="73">
                  <c:v>-0.21721975638300001</c:v>
                </c:pt>
                <c:pt idx="74">
                  <c:v>0.44190098152099999</c:v>
                </c:pt>
                <c:pt idx="75">
                  <c:v>1.46690098618</c:v>
                </c:pt>
                <c:pt idx="76">
                  <c:v>1.7735939009599999</c:v>
                </c:pt>
                <c:pt idx="77">
                  <c:v>0.77818707228799999</c:v>
                </c:pt>
                <c:pt idx="78">
                  <c:v>2.0856673931900001</c:v>
                </c:pt>
                <c:pt idx="79">
                  <c:v>2.0856673931900001</c:v>
                </c:pt>
                <c:pt idx="80">
                  <c:v>-0.21721975638300001</c:v>
                </c:pt>
                <c:pt idx="81">
                  <c:v>0.307386545214</c:v>
                </c:pt>
                <c:pt idx="82">
                  <c:v>1.00955190274</c:v>
                </c:pt>
                <c:pt idx="83">
                  <c:v>1.46690098618</c:v>
                </c:pt>
                <c:pt idx="84">
                  <c:v>0.44190098152099999</c:v>
                </c:pt>
                <c:pt idx="85">
                  <c:v>0.97995872674899998</c:v>
                </c:pt>
                <c:pt idx="86">
                  <c:v>0.44459127024700001</c:v>
                </c:pt>
                <c:pt idx="87">
                  <c:v>1.00955190274</c:v>
                </c:pt>
                <c:pt idx="88">
                  <c:v>0.63022119235100005</c:v>
                </c:pt>
                <c:pt idx="89">
                  <c:v>0.96650728311800005</c:v>
                </c:pt>
                <c:pt idx="90">
                  <c:v>-0.36249534759399998</c:v>
                </c:pt>
                <c:pt idx="91">
                  <c:v>0.71092985413499998</c:v>
                </c:pt>
                <c:pt idx="92">
                  <c:v>1.0741188321599999</c:v>
                </c:pt>
                <c:pt idx="93">
                  <c:v>2.0856673931900001</c:v>
                </c:pt>
                <c:pt idx="94">
                  <c:v>0.77818707228799999</c:v>
                </c:pt>
                <c:pt idx="95">
                  <c:v>0.44459127024700001</c:v>
                </c:pt>
                <c:pt idx="96">
                  <c:v>-0.203768312752</c:v>
                </c:pt>
                <c:pt idx="97">
                  <c:v>2.0856673931900001</c:v>
                </c:pt>
                <c:pt idx="98">
                  <c:v>1.85430256274</c:v>
                </c:pt>
                <c:pt idx="99">
                  <c:v>0.44459127024700001</c:v>
                </c:pt>
                <c:pt idx="100">
                  <c:v>1.46690098618</c:v>
                </c:pt>
                <c:pt idx="101">
                  <c:v>0.44459127024700001</c:v>
                </c:pt>
                <c:pt idx="102">
                  <c:v>0.71092985413499998</c:v>
                </c:pt>
                <c:pt idx="103">
                  <c:v>1.7870453445900001</c:v>
                </c:pt>
                <c:pt idx="104">
                  <c:v>0.54144166438800001</c:v>
                </c:pt>
                <c:pt idx="105">
                  <c:v>0.60331830508899997</c:v>
                </c:pt>
                <c:pt idx="106">
                  <c:v>0.44459127024700001</c:v>
                </c:pt>
                <c:pt idx="107">
                  <c:v>0.83199284681100005</c:v>
                </c:pt>
                <c:pt idx="108">
                  <c:v>0.69747841050399995</c:v>
                </c:pt>
                <c:pt idx="109">
                  <c:v>-0.21721975638300001</c:v>
                </c:pt>
                <c:pt idx="110">
                  <c:v>-0.14996253822899999</c:v>
                </c:pt>
                <c:pt idx="111">
                  <c:v>2.0856673931900001</c:v>
                </c:pt>
                <c:pt idx="112">
                  <c:v>2.0856673931900001</c:v>
                </c:pt>
                <c:pt idx="113">
                  <c:v>1.46690098618</c:v>
                </c:pt>
                <c:pt idx="114">
                  <c:v>0.77818707228799999</c:v>
                </c:pt>
                <c:pt idx="115">
                  <c:v>1.46690098618</c:v>
                </c:pt>
                <c:pt idx="116">
                  <c:v>0.38809520699799999</c:v>
                </c:pt>
                <c:pt idx="117">
                  <c:v>2.0856673931900001</c:v>
                </c:pt>
                <c:pt idx="118">
                  <c:v>9.2163447123300005E-2</c:v>
                </c:pt>
                <c:pt idx="119">
                  <c:v>0.44459127024700001</c:v>
                </c:pt>
                <c:pt idx="120">
                  <c:v>0.69747841050399995</c:v>
                </c:pt>
                <c:pt idx="121">
                  <c:v>0.38809520699799999</c:v>
                </c:pt>
                <c:pt idx="122">
                  <c:v>9.2163447123300005E-2</c:v>
                </c:pt>
                <c:pt idx="123">
                  <c:v>-0.40553996721199997</c:v>
                </c:pt>
                <c:pt idx="124">
                  <c:v>1.8596831402</c:v>
                </c:pt>
                <c:pt idx="125">
                  <c:v>0.44459127024700001</c:v>
                </c:pt>
                <c:pt idx="126">
                  <c:v>2.0856673931900001</c:v>
                </c:pt>
                <c:pt idx="127">
                  <c:v>0.77818707228799999</c:v>
                </c:pt>
                <c:pt idx="128">
                  <c:v>0.81854140318099999</c:v>
                </c:pt>
                <c:pt idx="129">
                  <c:v>2.0856673931900001</c:v>
                </c:pt>
                <c:pt idx="130">
                  <c:v>1.46690098618</c:v>
                </c:pt>
                <c:pt idx="131">
                  <c:v>0.79163851591900003</c:v>
                </c:pt>
                <c:pt idx="132">
                  <c:v>0.77818707228799999</c:v>
                </c:pt>
                <c:pt idx="133">
                  <c:v>1.0741188321599999</c:v>
                </c:pt>
                <c:pt idx="134">
                  <c:v>0.44459127024700001</c:v>
                </c:pt>
                <c:pt idx="135">
                  <c:v>0.64367263598199997</c:v>
                </c:pt>
                <c:pt idx="136">
                  <c:v>0.44459127024700001</c:v>
                </c:pt>
                <c:pt idx="137">
                  <c:v>0.38809520699799999</c:v>
                </c:pt>
                <c:pt idx="138">
                  <c:v>1.06066738853</c:v>
                </c:pt>
                <c:pt idx="139">
                  <c:v>1.46690098618</c:v>
                </c:pt>
                <c:pt idx="140">
                  <c:v>1.46690098618</c:v>
                </c:pt>
                <c:pt idx="141">
                  <c:v>1.46690098618</c:v>
                </c:pt>
                <c:pt idx="142">
                  <c:v>0.33428943247600001</c:v>
                </c:pt>
                <c:pt idx="143">
                  <c:v>2.0856673931900001</c:v>
                </c:pt>
                <c:pt idx="144">
                  <c:v>0.77818707228799999</c:v>
                </c:pt>
                <c:pt idx="145">
                  <c:v>0.44459127024700001</c:v>
                </c:pt>
                <c:pt idx="146">
                  <c:v>1.00686161401</c:v>
                </c:pt>
                <c:pt idx="147">
                  <c:v>0.64367263598199997</c:v>
                </c:pt>
                <c:pt idx="148">
                  <c:v>0.64367263598199997</c:v>
                </c:pt>
                <c:pt idx="149">
                  <c:v>2.0856673931900001</c:v>
                </c:pt>
                <c:pt idx="150">
                  <c:v>2.33855453345</c:v>
                </c:pt>
                <c:pt idx="151">
                  <c:v>0.46611358005600001</c:v>
                </c:pt>
                <c:pt idx="152">
                  <c:v>0.54144166438800001</c:v>
                </c:pt>
                <c:pt idx="153">
                  <c:v>-6.9253876445000001E-2</c:v>
                </c:pt>
                <c:pt idx="154">
                  <c:v>1.46690098618</c:v>
                </c:pt>
                <c:pt idx="155">
                  <c:v>-1.9966582915099998E-3</c:v>
                </c:pt>
                <c:pt idx="156">
                  <c:v>0.63022119235100005</c:v>
                </c:pt>
                <c:pt idx="157">
                  <c:v>2.0856673931900001</c:v>
                </c:pt>
                <c:pt idx="158">
                  <c:v>-0.48624862899600002</c:v>
                </c:pt>
                <c:pt idx="159">
                  <c:v>0.44459127024700001</c:v>
                </c:pt>
                <c:pt idx="160">
                  <c:v>-0.16341398186</c:v>
                </c:pt>
                <c:pt idx="161">
                  <c:v>2.0856673931900001</c:v>
                </c:pt>
                <c:pt idx="162">
                  <c:v>0.44459127024700001</c:v>
                </c:pt>
                <c:pt idx="163">
                  <c:v>1.0741188321599999</c:v>
                </c:pt>
                <c:pt idx="164">
                  <c:v>0.44459127024700001</c:v>
                </c:pt>
                <c:pt idx="165">
                  <c:v>0.71092985413499998</c:v>
                </c:pt>
                <c:pt idx="166">
                  <c:v>9.2163447123300005E-2</c:v>
                </c:pt>
                <c:pt idx="167">
                  <c:v>0.83199284681100005</c:v>
                </c:pt>
                <c:pt idx="168">
                  <c:v>1.00955190274</c:v>
                </c:pt>
                <c:pt idx="169">
                  <c:v>-0.445894298104</c:v>
                </c:pt>
                <c:pt idx="170">
                  <c:v>0.67595610069500001</c:v>
                </c:pt>
                <c:pt idx="171">
                  <c:v>1.00686161401</c:v>
                </c:pt>
                <c:pt idx="172">
                  <c:v>9.2163447123300005E-2</c:v>
                </c:pt>
                <c:pt idx="173">
                  <c:v>1.63907946465</c:v>
                </c:pt>
                <c:pt idx="174">
                  <c:v>0.22667788343</c:v>
                </c:pt>
                <c:pt idx="175">
                  <c:v>0.64367263598199997</c:v>
                </c:pt>
                <c:pt idx="176">
                  <c:v>1.46690098618</c:v>
                </c:pt>
                <c:pt idx="177">
                  <c:v>1.0983314307000001</c:v>
                </c:pt>
                <c:pt idx="178">
                  <c:v>0.44459127024700001</c:v>
                </c:pt>
                <c:pt idx="179">
                  <c:v>2.0856673931900001</c:v>
                </c:pt>
                <c:pt idx="180">
                  <c:v>0.60331830508899997</c:v>
                </c:pt>
                <c:pt idx="181">
                  <c:v>6.5260559861900005E-2</c:v>
                </c:pt>
                <c:pt idx="182">
                  <c:v>2.0856673931900001</c:v>
                </c:pt>
                <c:pt idx="183">
                  <c:v>0.44459127024700001</c:v>
                </c:pt>
                <c:pt idx="184">
                  <c:v>1.00955190274</c:v>
                </c:pt>
                <c:pt idx="185">
                  <c:v>1.46690098618</c:v>
                </c:pt>
                <c:pt idx="186">
                  <c:v>2.0856673931900001</c:v>
                </c:pt>
                <c:pt idx="187">
                  <c:v>1.85430256274</c:v>
                </c:pt>
                <c:pt idx="188">
                  <c:v>0.54144166438800001</c:v>
                </c:pt>
                <c:pt idx="189">
                  <c:v>1.7197881264399999</c:v>
                </c:pt>
                <c:pt idx="190">
                  <c:v>1.0741188321599999</c:v>
                </c:pt>
                <c:pt idx="191">
                  <c:v>-0.25757408727499997</c:v>
                </c:pt>
                <c:pt idx="192">
                  <c:v>1.28934193025</c:v>
                </c:pt>
                <c:pt idx="193">
                  <c:v>0.50915819967499998</c:v>
                </c:pt>
                <c:pt idx="194">
                  <c:v>0.38809520699799999</c:v>
                </c:pt>
                <c:pt idx="195">
                  <c:v>0.71092985413499998</c:v>
                </c:pt>
                <c:pt idx="196">
                  <c:v>1.46690098618</c:v>
                </c:pt>
                <c:pt idx="197">
                  <c:v>0.89925006496500004</c:v>
                </c:pt>
                <c:pt idx="198">
                  <c:v>1.46690098618</c:v>
                </c:pt>
                <c:pt idx="199">
                  <c:v>0.77818707228799999</c:v>
                </c:pt>
                <c:pt idx="200">
                  <c:v>1.46690098618</c:v>
                </c:pt>
                <c:pt idx="201">
                  <c:v>0.68133667814700005</c:v>
                </c:pt>
                <c:pt idx="202">
                  <c:v>0.22667788343</c:v>
                </c:pt>
                <c:pt idx="203">
                  <c:v>1.46690098618</c:v>
                </c:pt>
                <c:pt idx="204">
                  <c:v>0.64367263598199997</c:v>
                </c:pt>
                <c:pt idx="205">
                  <c:v>1.46690098618</c:v>
                </c:pt>
                <c:pt idx="206">
                  <c:v>2.0856673931900001</c:v>
                </c:pt>
                <c:pt idx="207">
                  <c:v>0.93960439585699995</c:v>
                </c:pt>
                <c:pt idx="208">
                  <c:v>2.0856673931900001</c:v>
                </c:pt>
                <c:pt idx="209">
                  <c:v>2.0856673931900001</c:v>
                </c:pt>
                <c:pt idx="210">
                  <c:v>0.77818707228799999</c:v>
                </c:pt>
                <c:pt idx="211">
                  <c:v>0.44459127024700001</c:v>
                </c:pt>
                <c:pt idx="212">
                  <c:v>0.885798621334</c:v>
                </c:pt>
                <c:pt idx="213">
                  <c:v>0.44459127024700001</c:v>
                </c:pt>
                <c:pt idx="214">
                  <c:v>0.44459127024700001</c:v>
                </c:pt>
                <c:pt idx="215">
                  <c:v>0.44459127024700001</c:v>
                </c:pt>
                <c:pt idx="216">
                  <c:v>2.0856673931900001</c:v>
                </c:pt>
                <c:pt idx="217">
                  <c:v>0.87234717770299997</c:v>
                </c:pt>
                <c:pt idx="218">
                  <c:v>1.53146791561</c:v>
                </c:pt>
                <c:pt idx="219">
                  <c:v>0.52260964330500004</c:v>
                </c:pt>
              </c:numCache>
            </c:numRef>
          </c:yVal>
          <c:smooth val="1"/>
          <c:extLst>
            <c:ext xmlns:c16="http://schemas.microsoft.com/office/drawing/2014/chart" uri="{C3380CC4-5D6E-409C-BE32-E72D297353CC}">
              <c16:uniqueId val="{00000001-63DC-3B4C-9FA5-73B2512A4DA8}"/>
            </c:ext>
          </c:extLst>
        </c:ser>
        <c:ser>
          <c:idx val="2"/>
          <c:order val="2"/>
          <c:tx>
            <c:v>C2</c:v>
          </c:tx>
          <c:spPr>
            <a:ln w="0">
              <a:noFill/>
            </a:ln>
          </c:spPr>
          <c:marker>
            <c:symbol val="circle"/>
            <c:size val="4"/>
            <c:spPr>
              <a:solidFill>
                <a:srgbClr val="DE8736"/>
              </a:solidFill>
            </c:spPr>
          </c:marker>
          <c:xVal>
            <c:numRef>
              <c:f>'Chart Data'!$E$2:$E$221</c:f>
              <c:numCache>
                <c:formatCode>General</c:formatCode>
                <c:ptCount val="220"/>
                <c:pt idx="0">
                  <c:v>3.2943284537499999</c:v>
                </c:pt>
                <c:pt idx="1">
                  <c:v>3.6812875275699999</c:v>
                </c:pt>
                <c:pt idx="2">
                  <c:v>2.3581371461299998</c:v>
                </c:pt>
                <c:pt idx="3">
                  <c:v>3.5439794691099999</c:v>
                </c:pt>
                <c:pt idx="4">
                  <c:v>1.2971203308199999</c:v>
                </c:pt>
                <c:pt idx="5">
                  <c:v>2.3581371461299998</c:v>
                </c:pt>
                <c:pt idx="6">
                  <c:v>3.0446774383799999</c:v>
                </c:pt>
                <c:pt idx="7">
                  <c:v>2.3581371461299998</c:v>
                </c:pt>
                <c:pt idx="8">
                  <c:v>3.9559036444700002</c:v>
                </c:pt>
                <c:pt idx="9">
                  <c:v>2.12096868153</c:v>
                </c:pt>
                <c:pt idx="10">
                  <c:v>2.3581371461299998</c:v>
                </c:pt>
                <c:pt idx="11">
                  <c:v>1.9212478692399999</c:v>
                </c:pt>
                <c:pt idx="12">
                  <c:v>3.2943284537499999</c:v>
                </c:pt>
                <c:pt idx="13">
                  <c:v>3.5439794691099999</c:v>
                </c:pt>
                <c:pt idx="14">
                  <c:v>2.5578579584200001</c:v>
                </c:pt>
                <c:pt idx="15">
                  <c:v>1.1098820693</c:v>
                </c:pt>
                <c:pt idx="16">
                  <c:v>3.5439794691099999</c:v>
                </c:pt>
                <c:pt idx="17">
                  <c:v>1.9212478692399999</c:v>
                </c:pt>
                <c:pt idx="18">
                  <c:v>1.73400960771</c:v>
                </c:pt>
                <c:pt idx="19">
                  <c:v>2.3581371461299998</c:v>
                </c:pt>
                <c:pt idx="20">
                  <c:v>1.9212478692399999</c:v>
                </c:pt>
                <c:pt idx="21">
                  <c:v>1.73400960771</c:v>
                </c:pt>
                <c:pt idx="22">
                  <c:v>2.12096868153</c:v>
                </c:pt>
                <c:pt idx="23">
                  <c:v>3.2943284537499999</c:v>
                </c:pt>
                <c:pt idx="24">
                  <c:v>3.0446774383799999</c:v>
                </c:pt>
                <c:pt idx="25">
                  <c:v>1.2097424754399999</c:v>
                </c:pt>
                <c:pt idx="26">
                  <c:v>2.12096868153</c:v>
                </c:pt>
                <c:pt idx="27">
                  <c:v>1.8463525646300001</c:v>
                </c:pt>
                <c:pt idx="28">
                  <c:v>2.6452358137999998</c:v>
                </c:pt>
                <c:pt idx="29">
                  <c:v>2.3581371461299998</c:v>
                </c:pt>
                <c:pt idx="30">
                  <c:v>3.5439794691099999</c:v>
                </c:pt>
                <c:pt idx="31">
                  <c:v>3.0197123368500001</c:v>
                </c:pt>
                <c:pt idx="32">
                  <c:v>3.5439794691099999</c:v>
                </c:pt>
                <c:pt idx="33">
                  <c:v>0.97257401084499995</c:v>
                </c:pt>
                <c:pt idx="34">
                  <c:v>3.5439794691099999</c:v>
                </c:pt>
                <c:pt idx="35">
                  <c:v>3.0446774383799999</c:v>
                </c:pt>
                <c:pt idx="36">
                  <c:v>3.5439794691099999</c:v>
                </c:pt>
                <c:pt idx="37">
                  <c:v>1.9212478692399999</c:v>
                </c:pt>
                <c:pt idx="38">
                  <c:v>1.8463525646300001</c:v>
                </c:pt>
                <c:pt idx="39">
                  <c:v>2.9947472353100002</c:v>
                </c:pt>
                <c:pt idx="40">
                  <c:v>4.0058338475399999</c:v>
                </c:pt>
                <c:pt idx="41">
                  <c:v>3.5439794691099999</c:v>
                </c:pt>
                <c:pt idx="42">
                  <c:v>3.2943284537499999</c:v>
                </c:pt>
                <c:pt idx="43">
                  <c:v>3.5439794691099999</c:v>
                </c:pt>
                <c:pt idx="44">
                  <c:v>1.7090445061699999</c:v>
                </c:pt>
                <c:pt idx="45">
                  <c:v>1.2971203308199999</c:v>
                </c:pt>
                <c:pt idx="46">
                  <c:v>3.9559036444700002</c:v>
                </c:pt>
                <c:pt idx="47">
                  <c:v>3.4191539614300002</c:v>
                </c:pt>
                <c:pt idx="48">
                  <c:v>2.3581371461299998</c:v>
                </c:pt>
                <c:pt idx="49">
                  <c:v>3.36922375836</c:v>
                </c:pt>
                <c:pt idx="50">
                  <c:v>4.0058338475399999</c:v>
                </c:pt>
                <c:pt idx="51">
                  <c:v>2.3581371461299998</c:v>
                </c:pt>
                <c:pt idx="52">
                  <c:v>3.5439794691099999</c:v>
                </c:pt>
                <c:pt idx="53">
                  <c:v>1.73400960771</c:v>
                </c:pt>
                <c:pt idx="54">
                  <c:v>1.8463525646300001</c:v>
                </c:pt>
                <c:pt idx="55">
                  <c:v>2.3581371461299998</c:v>
                </c:pt>
                <c:pt idx="56">
                  <c:v>2.12096868153</c:v>
                </c:pt>
                <c:pt idx="57">
                  <c:v>2.8574391768599998</c:v>
                </c:pt>
                <c:pt idx="58">
                  <c:v>1.73400960771</c:v>
                </c:pt>
                <c:pt idx="59">
                  <c:v>3.5439794691099999</c:v>
                </c:pt>
                <c:pt idx="60">
                  <c:v>3.3192935552899998</c:v>
                </c:pt>
                <c:pt idx="61">
                  <c:v>1.8463525646300001</c:v>
                </c:pt>
                <c:pt idx="62">
                  <c:v>3.9559036444700002</c:v>
                </c:pt>
                <c:pt idx="63">
                  <c:v>3.0446774383799999</c:v>
                </c:pt>
                <c:pt idx="64">
                  <c:v>3.2943284537499999</c:v>
                </c:pt>
                <c:pt idx="65">
                  <c:v>2.0585559276900001</c:v>
                </c:pt>
                <c:pt idx="66">
                  <c:v>3.3192935552899998</c:v>
                </c:pt>
                <c:pt idx="67">
                  <c:v>3.2943284537499999</c:v>
                </c:pt>
                <c:pt idx="68">
                  <c:v>2.3581371461299998</c:v>
                </c:pt>
                <c:pt idx="69">
                  <c:v>3.3192935552899998</c:v>
                </c:pt>
                <c:pt idx="70">
                  <c:v>3.5439794691099999</c:v>
                </c:pt>
                <c:pt idx="71">
                  <c:v>2.3581371461299998</c:v>
                </c:pt>
                <c:pt idx="72">
                  <c:v>3.7561828321799999</c:v>
                </c:pt>
                <c:pt idx="73">
                  <c:v>3.9559036444700002</c:v>
                </c:pt>
                <c:pt idx="74">
                  <c:v>3.5439794691099999</c:v>
                </c:pt>
                <c:pt idx="75">
                  <c:v>2.3581371461299998</c:v>
                </c:pt>
                <c:pt idx="76">
                  <c:v>2.1708988846000001</c:v>
                </c:pt>
                <c:pt idx="77">
                  <c:v>2.3581371461299998</c:v>
                </c:pt>
                <c:pt idx="78">
                  <c:v>2.2957243922799999</c:v>
                </c:pt>
                <c:pt idx="79">
                  <c:v>3.2194331491399999</c:v>
                </c:pt>
                <c:pt idx="80">
                  <c:v>3.5439794691099999</c:v>
                </c:pt>
                <c:pt idx="81">
                  <c:v>3.2943284537499999</c:v>
                </c:pt>
                <c:pt idx="82">
                  <c:v>2.3581371461299998</c:v>
                </c:pt>
                <c:pt idx="83">
                  <c:v>1.7964223615499999</c:v>
                </c:pt>
                <c:pt idx="84">
                  <c:v>3.40667141066</c:v>
                </c:pt>
                <c:pt idx="85">
                  <c:v>2.3581371461299998</c:v>
                </c:pt>
                <c:pt idx="86">
                  <c:v>1.73400960771</c:v>
                </c:pt>
                <c:pt idx="87">
                  <c:v>3.0446774383799999</c:v>
                </c:pt>
                <c:pt idx="88">
                  <c:v>1.73400960771</c:v>
                </c:pt>
                <c:pt idx="89">
                  <c:v>1.2971203308199999</c:v>
                </c:pt>
                <c:pt idx="90">
                  <c:v>3.5439794691099999</c:v>
                </c:pt>
                <c:pt idx="91">
                  <c:v>3.5439794691099999</c:v>
                </c:pt>
                <c:pt idx="92">
                  <c:v>2.3581371461299998</c:v>
                </c:pt>
                <c:pt idx="93">
                  <c:v>3.3192935552899998</c:v>
                </c:pt>
                <c:pt idx="94">
                  <c:v>2.3581371461299998</c:v>
                </c:pt>
                <c:pt idx="95">
                  <c:v>1.9212478692399999</c:v>
                </c:pt>
                <c:pt idx="96">
                  <c:v>3.5439794691099999</c:v>
                </c:pt>
                <c:pt idx="97">
                  <c:v>2.8824042783900001</c:v>
                </c:pt>
                <c:pt idx="98">
                  <c:v>2.94481703224</c:v>
                </c:pt>
                <c:pt idx="99">
                  <c:v>2.3955847984299998</c:v>
                </c:pt>
                <c:pt idx="100">
                  <c:v>3.40667141066</c:v>
                </c:pt>
                <c:pt idx="101">
                  <c:v>2.8574391768599998</c:v>
                </c:pt>
                <c:pt idx="102">
                  <c:v>3.5439794691099999</c:v>
                </c:pt>
                <c:pt idx="103">
                  <c:v>2.3581371461299998</c:v>
                </c:pt>
                <c:pt idx="104">
                  <c:v>2.8574391768599998</c:v>
                </c:pt>
                <c:pt idx="105">
                  <c:v>2.3581371461299998</c:v>
                </c:pt>
                <c:pt idx="106">
                  <c:v>1.8962827677</c:v>
                </c:pt>
                <c:pt idx="107">
                  <c:v>2.5453754076499999</c:v>
                </c:pt>
                <c:pt idx="108">
                  <c:v>3.0446774383799999</c:v>
                </c:pt>
                <c:pt idx="109">
                  <c:v>0.74788809701600001</c:v>
                </c:pt>
                <c:pt idx="110">
                  <c:v>2.3581371461299998</c:v>
                </c:pt>
                <c:pt idx="111">
                  <c:v>2.0460733769199999</c:v>
                </c:pt>
                <c:pt idx="112">
                  <c:v>3.6812875275699999</c:v>
                </c:pt>
                <c:pt idx="113">
                  <c:v>3.5439794691099999</c:v>
                </c:pt>
                <c:pt idx="114">
                  <c:v>3.5439794691099999</c:v>
                </c:pt>
                <c:pt idx="115">
                  <c:v>3.2319156999100001</c:v>
                </c:pt>
                <c:pt idx="116">
                  <c:v>3.0446774383799999</c:v>
                </c:pt>
                <c:pt idx="117">
                  <c:v>3.5439794691099999</c:v>
                </c:pt>
                <c:pt idx="118">
                  <c:v>4.6049962844200003</c:v>
                </c:pt>
                <c:pt idx="119">
                  <c:v>2.12096868153</c:v>
                </c:pt>
                <c:pt idx="120">
                  <c:v>1.6715968538699999</c:v>
                </c:pt>
                <c:pt idx="121">
                  <c:v>3.1070901922199998</c:v>
                </c:pt>
                <c:pt idx="122">
                  <c:v>3.4566016137400002</c:v>
                </c:pt>
                <c:pt idx="123">
                  <c:v>1.7964223615499999</c:v>
                </c:pt>
                <c:pt idx="124">
                  <c:v>2.5453754076499999</c:v>
                </c:pt>
                <c:pt idx="125">
                  <c:v>5.4787748381999997</c:v>
                </c:pt>
                <c:pt idx="126">
                  <c:v>1.9212478692399999</c:v>
                </c:pt>
                <c:pt idx="127">
                  <c:v>3.2943284537499999</c:v>
                </c:pt>
                <c:pt idx="128">
                  <c:v>3.9559036444700002</c:v>
                </c:pt>
                <c:pt idx="129">
                  <c:v>1.9212478692399999</c:v>
                </c:pt>
                <c:pt idx="130">
                  <c:v>3.2943284537499999</c:v>
                </c:pt>
                <c:pt idx="131">
                  <c:v>2.3581371461299998</c:v>
                </c:pt>
                <c:pt idx="132">
                  <c:v>1.8463525646300001</c:v>
                </c:pt>
                <c:pt idx="133">
                  <c:v>2.12096868153</c:v>
                </c:pt>
                <c:pt idx="134">
                  <c:v>3.79363048448</c:v>
                </c:pt>
                <c:pt idx="135">
                  <c:v>3.69377007833</c:v>
                </c:pt>
                <c:pt idx="136">
                  <c:v>3.2943284537499999</c:v>
                </c:pt>
                <c:pt idx="137">
                  <c:v>2.1459337830699998</c:v>
                </c:pt>
                <c:pt idx="138">
                  <c:v>2.0335908261500002</c:v>
                </c:pt>
                <c:pt idx="139">
                  <c:v>3.2943284537499999</c:v>
                </c:pt>
                <c:pt idx="140">
                  <c:v>1.15981227237</c:v>
                </c:pt>
                <c:pt idx="141">
                  <c:v>3.2943284537499999</c:v>
                </c:pt>
                <c:pt idx="142">
                  <c:v>3.1695029460700002</c:v>
                </c:pt>
                <c:pt idx="143">
                  <c:v>1.9212478692399999</c:v>
                </c:pt>
                <c:pt idx="144">
                  <c:v>2.3581371461299998</c:v>
                </c:pt>
                <c:pt idx="145">
                  <c:v>3.2943284537499999</c:v>
                </c:pt>
                <c:pt idx="146">
                  <c:v>1.2971203308199999</c:v>
                </c:pt>
                <c:pt idx="147">
                  <c:v>2.3581371461299998</c:v>
                </c:pt>
                <c:pt idx="148">
                  <c:v>2.0335908261500002</c:v>
                </c:pt>
                <c:pt idx="149">
                  <c:v>3.9559036444700002</c:v>
                </c:pt>
                <c:pt idx="150">
                  <c:v>1.3844981862000001</c:v>
                </c:pt>
                <c:pt idx="151">
                  <c:v>3.5439794691099999</c:v>
                </c:pt>
                <c:pt idx="152">
                  <c:v>2.3581371461299998</c:v>
                </c:pt>
                <c:pt idx="153">
                  <c:v>1.73400960771</c:v>
                </c:pt>
                <c:pt idx="154">
                  <c:v>3.9808687460100001</c:v>
                </c:pt>
                <c:pt idx="155">
                  <c:v>3.5439794691099999</c:v>
                </c:pt>
                <c:pt idx="156">
                  <c:v>2.0585559276900001</c:v>
                </c:pt>
                <c:pt idx="157">
                  <c:v>3.1695029460700002</c:v>
                </c:pt>
                <c:pt idx="158">
                  <c:v>3.2943284537499999</c:v>
                </c:pt>
                <c:pt idx="159">
                  <c:v>1.7964223615499999</c:v>
                </c:pt>
                <c:pt idx="160">
                  <c:v>2.3581371461299998</c:v>
                </c:pt>
                <c:pt idx="161">
                  <c:v>2.3581371461299998</c:v>
                </c:pt>
                <c:pt idx="162">
                  <c:v>2.3581371461299998</c:v>
                </c:pt>
                <c:pt idx="163">
                  <c:v>2.83247407532</c:v>
                </c:pt>
                <c:pt idx="164">
                  <c:v>3.3192935552899998</c:v>
                </c:pt>
                <c:pt idx="165">
                  <c:v>3.5439794691099999</c:v>
                </c:pt>
                <c:pt idx="166">
                  <c:v>2.3082069430500001</c:v>
                </c:pt>
                <c:pt idx="167">
                  <c:v>1.6715968538699999</c:v>
                </c:pt>
                <c:pt idx="168">
                  <c:v>2.3581371461299998</c:v>
                </c:pt>
                <c:pt idx="169">
                  <c:v>2.3581371461299998</c:v>
                </c:pt>
                <c:pt idx="170">
                  <c:v>1.9212478692399999</c:v>
                </c:pt>
                <c:pt idx="171">
                  <c:v>1.9212478692399999</c:v>
                </c:pt>
                <c:pt idx="172">
                  <c:v>3.5439794691099999</c:v>
                </c:pt>
                <c:pt idx="173">
                  <c:v>2.3581371461299998</c:v>
                </c:pt>
                <c:pt idx="174">
                  <c:v>1.9212478692399999</c:v>
                </c:pt>
                <c:pt idx="175">
                  <c:v>3.5439794691099999</c:v>
                </c:pt>
                <c:pt idx="176">
                  <c:v>1.73400960771</c:v>
                </c:pt>
                <c:pt idx="177">
                  <c:v>3.5439794691099999</c:v>
                </c:pt>
                <c:pt idx="178">
                  <c:v>3.2943284537499999</c:v>
                </c:pt>
                <c:pt idx="179">
                  <c:v>4.7922345459500004</c:v>
                </c:pt>
                <c:pt idx="180">
                  <c:v>3.5439794691099999</c:v>
                </c:pt>
                <c:pt idx="181">
                  <c:v>1.73400960771</c:v>
                </c:pt>
                <c:pt idx="182">
                  <c:v>1.3844981862000001</c:v>
                </c:pt>
                <c:pt idx="183">
                  <c:v>1.8463525646300001</c:v>
                </c:pt>
                <c:pt idx="184">
                  <c:v>1.7964223615499999</c:v>
                </c:pt>
                <c:pt idx="185">
                  <c:v>3.3192935552899998</c:v>
                </c:pt>
                <c:pt idx="186">
                  <c:v>3.9559036444700002</c:v>
                </c:pt>
                <c:pt idx="187">
                  <c:v>2.9947472353100002</c:v>
                </c:pt>
                <c:pt idx="188">
                  <c:v>3.5439794691099999</c:v>
                </c:pt>
                <c:pt idx="189">
                  <c:v>1.8463525646300001</c:v>
                </c:pt>
                <c:pt idx="190">
                  <c:v>3.0446774383799999</c:v>
                </c:pt>
                <c:pt idx="191">
                  <c:v>4.7922345459500004</c:v>
                </c:pt>
                <c:pt idx="192">
                  <c:v>2.5578579584200001</c:v>
                </c:pt>
                <c:pt idx="193">
                  <c:v>2.3581371461299998</c:v>
                </c:pt>
                <c:pt idx="194">
                  <c:v>1.73400960771</c:v>
                </c:pt>
                <c:pt idx="195">
                  <c:v>2.3581371461299998</c:v>
                </c:pt>
                <c:pt idx="196">
                  <c:v>3.3192935552899998</c:v>
                </c:pt>
                <c:pt idx="197">
                  <c:v>2.12096868153</c:v>
                </c:pt>
                <c:pt idx="198">
                  <c:v>1.9212478692399999</c:v>
                </c:pt>
                <c:pt idx="199">
                  <c:v>2.12096868153</c:v>
                </c:pt>
                <c:pt idx="200">
                  <c:v>3.2943284537499999</c:v>
                </c:pt>
                <c:pt idx="201">
                  <c:v>3.9184559921600002</c:v>
                </c:pt>
                <c:pt idx="202">
                  <c:v>2.3581371461299998</c:v>
                </c:pt>
                <c:pt idx="203">
                  <c:v>3.5439794691099999</c:v>
                </c:pt>
                <c:pt idx="204">
                  <c:v>3.0446774383799999</c:v>
                </c:pt>
                <c:pt idx="205">
                  <c:v>3.3192935552899998</c:v>
                </c:pt>
                <c:pt idx="206">
                  <c:v>2.3581371461299998</c:v>
                </c:pt>
                <c:pt idx="207">
                  <c:v>2.0585559276900001</c:v>
                </c:pt>
                <c:pt idx="208">
                  <c:v>3.9559036444700002</c:v>
                </c:pt>
                <c:pt idx="209">
                  <c:v>2.3581371461299998</c:v>
                </c:pt>
                <c:pt idx="210">
                  <c:v>2.2208290876799999</c:v>
                </c:pt>
                <c:pt idx="211">
                  <c:v>3.3192935552899998</c:v>
                </c:pt>
                <c:pt idx="212">
                  <c:v>2.3581371461299998</c:v>
                </c:pt>
                <c:pt idx="213">
                  <c:v>2.8574391768599998</c:v>
                </c:pt>
                <c:pt idx="214">
                  <c:v>3.0446774383799999</c:v>
                </c:pt>
                <c:pt idx="215">
                  <c:v>3.5439794691099999</c:v>
                </c:pt>
                <c:pt idx="216">
                  <c:v>2.8574391768599998</c:v>
                </c:pt>
                <c:pt idx="217">
                  <c:v>3.6812875275699999</c:v>
                </c:pt>
                <c:pt idx="218">
                  <c:v>3.5439794691099999</c:v>
                </c:pt>
                <c:pt idx="219">
                  <c:v>3.2943284537499999</c:v>
                </c:pt>
              </c:numCache>
            </c:numRef>
          </c:xVal>
          <c:yVal>
            <c:numRef>
              <c:f>'Chart Data'!$F$2:$F$221</c:f>
              <c:numCache>
                <c:formatCode>0.0</c:formatCode>
                <c:ptCount val="220"/>
                <c:pt idx="0">
                  <c:v>2.0695256608300001</c:v>
                </c:pt>
                <c:pt idx="1">
                  <c:v>-0.87634049428600003</c:v>
                </c:pt>
                <c:pt idx="2">
                  <c:v>0.69747841050399995</c:v>
                </c:pt>
                <c:pt idx="3">
                  <c:v>0.69747841050399995</c:v>
                </c:pt>
                <c:pt idx="4">
                  <c:v>-0.386707946129</c:v>
                </c:pt>
                <c:pt idx="5">
                  <c:v>0.495706756044</c:v>
                </c:pt>
                <c:pt idx="6">
                  <c:v>1.00686161401</c:v>
                </c:pt>
                <c:pt idx="7">
                  <c:v>0.69747841050399995</c:v>
                </c:pt>
                <c:pt idx="8">
                  <c:v>1.00686161401</c:v>
                </c:pt>
                <c:pt idx="9">
                  <c:v>-0.835986163394</c:v>
                </c:pt>
                <c:pt idx="10">
                  <c:v>0.69747841050399995</c:v>
                </c:pt>
                <c:pt idx="11">
                  <c:v>0.38809520699799999</c:v>
                </c:pt>
                <c:pt idx="12">
                  <c:v>9.2163447123300005E-2</c:v>
                </c:pt>
                <c:pt idx="13">
                  <c:v>0.63022119235100005</c:v>
                </c:pt>
                <c:pt idx="14">
                  <c:v>7.8712003492600005E-2</c:v>
                </c:pt>
                <c:pt idx="15">
                  <c:v>0.16749153145500001</c:v>
                </c:pt>
                <c:pt idx="16">
                  <c:v>0.38809520699799999</c:v>
                </c:pt>
                <c:pt idx="17">
                  <c:v>0.25358077069200002</c:v>
                </c:pt>
                <c:pt idx="18">
                  <c:v>1.53146791561</c:v>
                </c:pt>
                <c:pt idx="19">
                  <c:v>0.549512530567</c:v>
                </c:pt>
                <c:pt idx="20">
                  <c:v>0.38809520699799999</c:v>
                </c:pt>
                <c:pt idx="21">
                  <c:v>0.65712407961200003</c:v>
                </c:pt>
                <c:pt idx="22">
                  <c:v>-0.835986163394</c:v>
                </c:pt>
                <c:pt idx="23">
                  <c:v>0.57641541782799999</c:v>
                </c:pt>
                <c:pt idx="24">
                  <c:v>1.00686161401</c:v>
                </c:pt>
                <c:pt idx="25">
                  <c:v>-1.0512092614899999</c:v>
                </c:pt>
                <c:pt idx="26">
                  <c:v>-0.47279718536600002</c:v>
                </c:pt>
                <c:pt idx="27">
                  <c:v>-0.43244285447399999</c:v>
                </c:pt>
                <c:pt idx="28">
                  <c:v>-0.21721975638300001</c:v>
                </c:pt>
                <c:pt idx="29">
                  <c:v>0.64367263598199997</c:v>
                </c:pt>
                <c:pt idx="30">
                  <c:v>0.34774087610600002</c:v>
                </c:pt>
                <c:pt idx="31">
                  <c:v>1.97536555542</c:v>
                </c:pt>
                <c:pt idx="32">
                  <c:v>0.69747841050399995</c:v>
                </c:pt>
                <c:pt idx="33">
                  <c:v>3.3839191607599999E-3</c:v>
                </c:pt>
                <c:pt idx="34">
                  <c:v>0.57641541782799999</c:v>
                </c:pt>
                <c:pt idx="35">
                  <c:v>1.00686161401</c:v>
                </c:pt>
                <c:pt idx="36">
                  <c:v>0.69747841050399995</c:v>
                </c:pt>
                <c:pt idx="37">
                  <c:v>0.361192319737</c:v>
                </c:pt>
                <c:pt idx="38">
                  <c:v>-0.67456883982600002</c:v>
                </c:pt>
                <c:pt idx="39">
                  <c:v>-0.24412264364399999</c:v>
                </c:pt>
                <c:pt idx="40">
                  <c:v>2.0426227735700002</c:v>
                </c:pt>
                <c:pt idx="41">
                  <c:v>0.38809520699799999</c:v>
                </c:pt>
                <c:pt idx="42">
                  <c:v>0.361192319737</c:v>
                </c:pt>
                <c:pt idx="43">
                  <c:v>0.159420665277</c:v>
                </c:pt>
                <c:pt idx="44">
                  <c:v>0.96650728311800005</c:v>
                </c:pt>
                <c:pt idx="45">
                  <c:v>0.34505058738</c:v>
                </c:pt>
                <c:pt idx="46">
                  <c:v>1.18173038121</c:v>
                </c:pt>
                <c:pt idx="47">
                  <c:v>1.6794337955400001</c:v>
                </c:pt>
                <c:pt idx="48">
                  <c:v>0.64367263598199997</c:v>
                </c:pt>
                <c:pt idx="49">
                  <c:v>-0.45934574173499998</c:v>
                </c:pt>
                <c:pt idx="50">
                  <c:v>1.5718222465</c:v>
                </c:pt>
                <c:pt idx="51">
                  <c:v>0.549512530567</c:v>
                </c:pt>
                <c:pt idx="52">
                  <c:v>0.69747841050399995</c:v>
                </c:pt>
                <c:pt idx="53">
                  <c:v>1.93501122453</c:v>
                </c:pt>
                <c:pt idx="54">
                  <c:v>-0.62076306530299996</c:v>
                </c:pt>
                <c:pt idx="55">
                  <c:v>0.69747841050399995</c:v>
                </c:pt>
                <c:pt idx="56">
                  <c:v>-0.43244285447399999</c:v>
                </c:pt>
                <c:pt idx="57">
                  <c:v>-0.21721975638300001</c:v>
                </c:pt>
                <c:pt idx="58">
                  <c:v>0.549512530567</c:v>
                </c:pt>
                <c:pt idx="59">
                  <c:v>0.63022119235100005</c:v>
                </c:pt>
                <c:pt idx="60">
                  <c:v>0.361192319737</c:v>
                </c:pt>
                <c:pt idx="61">
                  <c:v>0.50915819967499998</c:v>
                </c:pt>
                <c:pt idx="62">
                  <c:v>1.18173038121</c:v>
                </c:pt>
                <c:pt idx="63">
                  <c:v>1.00686161401</c:v>
                </c:pt>
                <c:pt idx="64">
                  <c:v>0.38809520699799999</c:v>
                </c:pt>
                <c:pt idx="65">
                  <c:v>-9.6156763706299997E-2</c:v>
                </c:pt>
                <c:pt idx="66">
                  <c:v>-0.52660295988799999</c:v>
                </c:pt>
                <c:pt idx="67">
                  <c:v>0.29393510158399999</c:v>
                </c:pt>
                <c:pt idx="68">
                  <c:v>0.69747841050399995</c:v>
                </c:pt>
                <c:pt idx="69">
                  <c:v>-0.52660295988799999</c:v>
                </c:pt>
                <c:pt idx="70">
                  <c:v>0.38809520699799999</c:v>
                </c:pt>
                <c:pt idx="71">
                  <c:v>-6.9253876445000001E-2</c:v>
                </c:pt>
                <c:pt idx="72">
                  <c:v>-0.16341398186</c:v>
                </c:pt>
                <c:pt idx="73">
                  <c:v>0.37464376336799998</c:v>
                </c:pt>
                <c:pt idx="74">
                  <c:v>0.159420665277</c:v>
                </c:pt>
                <c:pt idx="75">
                  <c:v>0.495706756044</c:v>
                </c:pt>
                <c:pt idx="76">
                  <c:v>1.7063366828099999</c:v>
                </c:pt>
                <c:pt idx="77">
                  <c:v>0.495706756044</c:v>
                </c:pt>
                <c:pt idx="78">
                  <c:v>0.52260964330500004</c:v>
                </c:pt>
                <c:pt idx="79">
                  <c:v>-0.37863707995099999</c:v>
                </c:pt>
                <c:pt idx="80">
                  <c:v>9.2163447123300005E-2</c:v>
                </c:pt>
                <c:pt idx="81">
                  <c:v>1.4373078101900001</c:v>
                </c:pt>
                <c:pt idx="82">
                  <c:v>0.549512530567</c:v>
                </c:pt>
                <c:pt idx="83">
                  <c:v>1.7063366828099999</c:v>
                </c:pt>
                <c:pt idx="84">
                  <c:v>0.69747841050399995</c:v>
                </c:pt>
                <c:pt idx="85">
                  <c:v>0.549512530567</c:v>
                </c:pt>
                <c:pt idx="86">
                  <c:v>0.549512530567</c:v>
                </c:pt>
                <c:pt idx="87">
                  <c:v>1.00686161401</c:v>
                </c:pt>
                <c:pt idx="88">
                  <c:v>0.549512530567</c:v>
                </c:pt>
                <c:pt idx="89">
                  <c:v>1.9027277598100001</c:v>
                </c:pt>
                <c:pt idx="90">
                  <c:v>0.69747841050399995</c:v>
                </c:pt>
                <c:pt idx="91">
                  <c:v>0.361192319737</c:v>
                </c:pt>
                <c:pt idx="92">
                  <c:v>0.549512530567</c:v>
                </c:pt>
                <c:pt idx="93">
                  <c:v>-0.68802028345699995</c:v>
                </c:pt>
                <c:pt idx="94">
                  <c:v>0.549512530567</c:v>
                </c:pt>
                <c:pt idx="95">
                  <c:v>0.46880386878300001</c:v>
                </c:pt>
                <c:pt idx="96">
                  <c:v>0.38809520699799999</c:v>
                </c:pt>
                <c:pt idx="97">
                  <c:v>2.55377763154</c:v>
                </c:pt>
                <c:pt idx="98">
                  <c:v>0.89925006496500004</c:v>
                </c:pt>
                <c:pt idx="99">
                  <c:v>2.2174915407700002</c:v>
                </c:pt>
                <c:pt idx="100">
                  <c:v>-0.82253471976400006</c:v>
                </c:pt>
                <c:pt idx="101">
                  <c:v>1.70095610535</c:v>
                </c:pt>
                <c:pt idx="102">
                  <c:v>0.38809520699799999</c:v>
                </c:pt>
                <c:pt idx="103">
                  <c:v>0.549512530567</c:v>
                </c:pt>
                <c:pt idx="104">
                  <c:v>-0.21721975638300001</c:v>
                </c:pt>
                <c:pt idx="105">
                  <c:v>0.495706756044</c:v>
                </c:pt>
                <c:pt idx="106">
                  <c:v>0.159420665277</c:v>
                </c:pt>
                <c:pt idx="107">
                  <c:v>-6.9253876445000001E-2</c:v>
                </c:pt>
                <c:pt idx="108">
                  <c:v>1.00686161401</c:v>
                </c:pt>
                <c:pt idx="109">
                  <c:v>0.92346266349999995</c:v>
                </c:pt>
                <c:pt idx="110">
                  <c:v>0.75128418502700001</c:v>
                </c:pt>
                <c:pt idx="111">
                  <c:v>-0.54005440351900003</c:v>
                </c:pt>
                <c:pt idx="112">
                  <c:v>-0.87634049428600003</c:v>
                </c:pt>
                <c:pt idx="113">
                  <c:v>0.63022119235100005</c:v>
                </c:pt>
                <c:pt idx="114">
                  <c:v>0.63022119235100005</c:v>
                </c:pt>
                <c:pt idx="115">
                  <c:v>-0.36518563632000001</c:v>
                </c:pt>
                <c:pt idx="116">
                  <c:v>1.00686161401</c:v>
                </c:pt>
                <c:pt idx="117">
                  <c:v>0.69747841050399995</c:v>
                </c:pt>
                <c:pt idx="118">
                  <c:v>-0.12305965096800001</c:v>
                </c:pt>
                <c:pt idx="119">
                  <c:v>-0.66111739619499998</c:v>
                </c:pt>
                <c:pt idx="120">
                  <c:v>-0.22798091128699999</c:v>
                </c:pt>
                <c:pt idx="121">
                  <c:v>9.2163447123300005E-2</c:v>
                </c:pt>
                <c:pt idx="122">
                  <c:v>2.0426227735700002</c:v>
                </c:pt>
                <c:pt idx="123">
                  <c:v>1.4373078101900001</c:v>
                </c:pt>
                <c:pt idx="124">
                  <c:v>-0.25757408727499997</c:v>
                </c:pt>
                <c:pt idx="125">
                  <c:v>-0.66111739619499998</c:v>
                </c:pt>
                <c:pt idx="126">
                  <c:v>0.38809520699799999</c:v>
                </c:pt>
                <c:pt idx="127">
                  <c:v>0.57641541782799999</c:v>
                </c:pt>
                <c:pt idx="128">
                  <c:v>1.00686161401</c:v>
                </c:pt>
                <c:pt idx="129">
                  <c:v>0.52260964330500004</c:v>
                </c:pt>
                <c:pt idx="130">
                  <c:v>0.361192319737</c:v>
                </c:pt>
                <c:pt idx="131">
                  <c:v>0.69747841050399995</c:v>
                </c:pt>
                <c:pt idx="132">
                  <c:v>-0.48624862899600002</c:v>
                </c:pt>
                <c:pt idx="133">
                  <c:v>-0.67456883982600002</c:v>
                </c:pt>
                <c:pt idx="134">
                  <c:v>2.0695256608300001</c:v>
                </c:pt>
                <c:pt idx="135">
                  <c:v>1.9215597809</c:v>
                </c:pt>
                <c:pt idx="136">
                  <c:v>0.361192319737</c:v>
                </c:pt>
                <c:pt idx="137">
                  <c:v>8.9473158397200006E-2</c:v>
                </c:pt>
                <c:pt idx="138">
                  <c:v>0.71092985413499998</c:v>
                </c:pt>
                <c:pt idx="139">
                  <c:v>0.361192319737</c:v>
                </c:pt>
                <c:pt idx="140">
                  <c:v>0.549512530567</c:v>
                </c:pt>
                <c:pt idx="141">
                  <c:v>0.57641541782799999</c:v>
                </c:pt>
                <c:pt idx="142">
                  <c:v>1.98881699905</c:v>
                </c:pt>
                <c:pt idx="143">
                  <c:v>0.25358077069200002</c:v>
                </c:pt>
                <c:pt idx="144">
                  <c:v>0.495706756044</c:v>
                </c:pt>
                <c:pt idx="145">
                  <c:v>0.361192319737</c:v>
                </c:pt>
                <c:pt idx="146">
                  <c:v>0.36926318591500001</c:v>
                </c:pt>
                <c:pt idx="147">
                  <c:v>0.549512530567</c:v>
                </c:pt>
                <c:pt idx="148">
                  <c:v>0.19977499616899999</c:v>
                </c:pt>
                <c:pt idx="149">
                  <c:v>1.00686161401</c:v>
                </c:pt>
                <c:pt idx="150">
                  <c:v>-0.71492317071800005</c:v>
                </c:pt>
                <c:pt idx="151">
                  <c:v>0.69747841050399995</c:v>
                </c:pt>
                <c:pt idx="152">
                  <c:v>0.64367263598199997</c:v>
                </c:pt>
                <c:pt idx="153">
                  <c:v>0.549512530567</c:v>
                </c:pt>
                <c:pt idx="154">
                  <c:v>1.6794337955400001</c:v>
                </c:pt>
                <c:pt idx="155">
                  <c:v>0.159420665277</c:v>
                </c:pt>
                <c:pt idx="156">
                  <c:v>-9.6156763706299997E-2</c:v>
                </c:pt>
                <c:pt idx="157">
                  <c:v>1.98881699905</c:v>
                </c:pt>
                <c:pt idx="158">
                  <c:v>0.361192319737</c:v>
                </c:pt>
                <c:pt idx="159">
                  <c:v>1.5718222465</c:v>
                </c:pt>
                <c:pt idx="160">
                  <c:v>0.69747841050399995</c:v>
                </c:pt>
                <c:pt idx="161">
                  <c:v>0.549512530567</c:v>
                </c:pt>
                <c:pt idx="162">
                  <c:v>-6.9253876445000001E-2</c:v>
                </c:pt>
                <c:pt idx="163">
                  <c:v>1.5045650283500001</c:v>
                </c:pt>
                <c:pt idx="164">
                  <c:v>9.2163447123300005E-2</c:v>
                </c:pt>
                <c:pt idx="165">
                  <c:v>0.69747841050399995</c:v>
                </c:pt>
                <c:pt idx="166">
                  <c:v>0.60331830508899997</c:v>
                </c:pt>
                <c:pt idx="167">
                  <c:v>0.56296397419699995</c:v>
                </c:pt>
                <c:pt idx="168">
                  <c:v>0.495706756044</c:v>
                </c:pt>
                <c:pt idx="169">
                  <c:v>0.549512530567</c:v>
                </c:pt>
                <c:pt idx="170">
                  <c:v>0.25358077069200002</c:v>
                </c:pt>
                <c:pt idx="171">
                  <c:v>0.25358077069200002</c:v>
                </c:pt>
                <c:pt idx="172">
                  <c:v>0.57641541782799999</c:v>
                </c:pt>
                <c:pt idx="173">
                  <c:v>0.69747841050399995</c:v>
                </c:pt>
                <c:pt idx="174">
                  <c:v>0.46880386878300001</c:v>
                </c:pt>
                <c:pt idx="175">
                  <c:v>0.57641541782799999</c:v>
                </c:pt>
                <c:pt idx="176">
                  <c:v>1.53146791561</c:v>
                </c:pt>
                <c:pt idx="177">
                  <c:v>0.57641541782799999</c:v>
                </c:pt>
                <c:pt idx="178">
                  <c:v>0.361192319737</c:v>
                </c:pt>
                <c:pt idx="179">
                  <c:v>1.14547853392E-2</c:v>
                </c:pt>
                <c:pt idx="180">
                  <c:v>0.361192319737</c:v>
                </c:pt>
                <c:pt idx="181">
                  <c:v>0.549512530567</c:v>
                </c:pt>
                <c:pt idx="182">
                  <c:v>-0.71492317071800005</c:v>
                </c:pt>
                <c:pt idx="183">
                  <c:v>0.50915819967499998</c:v>
                </c:pt>
                <c:pt idx="184">
                  <c:v>1.4911135847100001</c:v>
                </c:pt>
                <c:pt idx="185">
                  <c:v>-0.52660295988799999</c:v>
                </c:pt>
                <c:pt idx="186">
                  <c:v>1.18173038121</c:v>
                </c:pt>
                <c:pt idx="187">
                  <c:v>1.4373078101900001</c:v>
                </c:pt>
                <c:pt idx="188">
                  <c:v>9.2163447123300005E-2</c:v>
                </c:pt>
                <c:pt idx="189">
                  <c:v>0.50915819967499998</c:v>
                </c:pt>
                <c:pt idx="190">
                  <c:v>1.00686161401</c:v>
                </c:pt>
                <c:pt idx="191">
                  <c:v>-0.12305965096800001</c:v>
                </c:pt>
                <c:pt idx="192">
                  <c:v>7.8712003492600005E-2</c:v>
                </c:pt>
                <c:pt idx="193">
                  <c:v>0.64367263598199997</c:v>
                </c:pt>
                <c:pt idx="194">
                  <c:v>0.549512530567</c:v>
                </c:pt>
                <c:pt idx="195">
                  <c:v>0.549512530567</c:v>
                </c:pt>
                <c:pt idx="196">
                  <c:v>-0.35173419268900002</c:v>
                </c:pt>
                <c:pt idx="197">
                  <c:v>-0.64766595256500004</c:v>
                </c:pt>
                <c:pt idx="198">
                  <c:v>0.2132264398</c:v>
                </c:pt>
                <c:pt idx="199">
                  <c:v>-0.66111739619499998</c:v>
                </c:pt>
                <c:pt idx="200">
                  <c:v>0.57641541782799999</c:v>
                </c:pt>
                <c:pt idx="201">
                  <c:v>2.02917132994</c:v>
                </c:pt>
                <c:pt idx="202">
                  <c:v>0.495706756044</c:v>
                </c:pt>
                <c:pt idx="203">
                  <c:v>0.159420665277</c:v>
                </c:pt>
                <c:pt idx="204">
                  <c:v>1.00686161401</c:v>
                </c:pt>
                <c:pt idx="205">
                  <c:v>-0.52660295988799999</c:v>
                </c:pt>
                <c:pt idx="206">
                  <c:v>0.75128418502700001</c:v>
                </c:pt>
                <c:pt idx="207">
                  <c:v>-9.6156763706299997E-2</c:v>
                </c:pt>
                <c:pt idx="208">
                  <c:v>0.37464376336799998</c:v>
                </c:pt>
                <c:pt idx="209">
                  <c:v>0.549512530567</c:v>
                </c:pt>
                <c:pt idx="210">
                  <c:v>1.00686161401</c:v>
                </c:pt>
                <c:pt idx="211">
                  <c:v>-0.52660295988799999</c:v>
                </c:pt>
                <c:pt idx="212">
                  <c:v>0.549512530567</c:v>
                </c:pt>
                <c:pt idx="213">
                  <c:v>-2.8899545552899999E-2</c:v>
                </c:pt>
                <c:pt idx="214">
                  <c:v>1.00686161401</c:v>
                </c:pt>
                <c:pt idx="215">
                  <c:v>0.69747841050399995</c:v>
                </c:pt>
                <c:pt idx="216">
                  <c:v>-2.8899545552899999E-2</c:v>
                </c:pt>
                <c:pt idx="217">
                  <c:v>-0.58040873441100005</c:v>
                </c:pt>
                <c:pt idx="218">
                  <c:v>0.69747841050399995</c:v>
                </c:pt>
                <c:pt idx="219">
                  <c:v>0.57641541782799999</c:v>
                </c:pt>
              </c:numCache>
            </c:numRef>
          </c:yVal>
          <c:smooth val="1"/>
          <c:extLst>
            <c:ext xmlns:c16="http://schemas.microsoft.com/office/drawing/2014/chart" uri="{C3380CC4-5D6E-409C-BE32-E72D297353CC}">
              <c16:uniqueId val="{00000002-63DC-3B4C-9FA5-73B2512A4DA8}"/>
            </c:ext>
          </c:extLst>
        </c:ser>
        <c:ser>
          <c:idx val="3"/>
          <c:order val="3"/>
          <c:tx>
            <c:v>Centres</c:v>
          </c:tx>
          <c:spPr>
            <a:ln w="0">
              <a:noFill/>
            </a:ln>
          </c:spPr>
          <c:marker>
            <c:symbol val="diamond"/>
            <c:size val="15"/>
            <c:spPr>
              <a:solidFill>
                <a:srgbClr val="17363A"/>
              </a:solidFill>
            </c:spPr>
          </c:marker>
          <c:xVal>
            <c:numRef>
              <c:f>'Chart Data'!$G$2:$G$4</c:f>
              <c:numCache>
                <c:formatCode>General</c:formatCode>
                <c:ptCount val="3"/>
                <c:pt idx="0">
                  <c:v>-0.37938194444200002</c:v>
                </c:pt>
                <c:pt idx="1">
                  <c:v>-8.6133148514199995E-2</c:v>
                </c:pt>
                <c:pt idx="2">
                  <c:v>2.7106288546099999</c:v>
                </c:pt>
              </c:numCache>
            </c:numRef>
          </c:xVal>
          <c:yVal>
            <c:numRef>
              <c:f>'Chart Data'!$H$2:$H$4</c:f>
              <c:numCache>
                <c:formatCode>0.0</c:formatCode>
                <c:ptCount val="3"/>
                <c:pt idx="0">
                  <c:v>-0.72437761395599998</c:v>
                </c:pt>
                <c:pt idx="1">
                  <c:v>0.90471814521500005</c:v>
                </c:pt>
                <c:pt idx="2">
                  <c:v>0.44827641310499999</c:v>
                </c:pt>
              </c:numCache>
            </c:numRef>
          </c:yVal>
          <c:smooth val="1"/>
          <c:extLst>
            <c:ext xmlns:c16="http://schemas.microsoft.com/office/drawing/2014/chart" uri="{C3380CC4-5D6E-409C-BE32-E72D297353CC}">
              <c16:uniqueId val="{00000003-63DC-3B4C-9FA5-73B2512A4DA8}"/>
            </c:ext>
          </c:extLst>
        </c:ser>
        <c:dLbls>
          <c:showLegendKey val="0"/>
          <c:showVal val="0"/>
          <c:showCatName val="0"/>
          <c:showSerName val="0"/>
          <c:showPercent val="0"/>
          <c:showBubbleSize val="0"/>
        </c:dLbls>
        <c:axId val="48650112"/>
        <c:axId val="48672768"/>
      </c:scatterChart>
      <c:valAx>
        <c:axId val="48672768"/>
        <c:scaling>
          <c:orientation val="minMax"/>
          <c:max val="4"/>
          <c:min val="-3"/>
        </c:scaling>
        <c:delete val="0"/>
        <c:axPos val="l"/>
        <c:majorGridlines>
          <c:spPr>
            <a:ln w="9525">
              <a:solidFill>
                <a:srgbClr val="DCE6E5"/>
              </a:solidFill>
            </a:ln>
          </c:spPr>
        </c:majorGridlines>
        <c:title>
          <c:tx>
            <c:rich>
              <a:bodyPr/>
              <a:lstStyle/>
              <a:p>
                <a:r>
                  <a:rPr lang="fr-FR" sz="1575">
                    <a:solidFill>
                      <a:srgbClr val="5A6E71"/>
                    </a:solidFill>
                    <a:latin typeface="Arial"/>
                    <a:ea typeface="Arial"/>
                    <a:cs typeface="Arial"/>
                  </a:rPr>
                  <a:t>Masse standardisée</a:t>
                </a:r>
              </a:p>
            </c:rich>
          </c:tx>
          <c:overlay val="0"/>
        </c:title>
        <c:numFmt formatCode="0.0" sourceLinked="1"/>
        <c:majorTickMark val="none"/>
        <c:minorTickMark val="none"/>
        <c:tickLblPos val="low"/>
        <c:spPr>
          <a:ln w="9525">
            <a:solidFill>
              <a:srgbClr val="D4D4D4"/>
            </a:solidFill>
            <a:prstDash val="solid"/>
          </a:ln>
        </c:spPr>
        <c:txPr>
          <a:bodyPr anchorCtr="1"/>
          <a:lstStyle/>
          <a:p>
            <a:pPr>
              <a:defRPr sz="1575">
                <a:solidFill>
                  <a:srgbClr val="5A6E71"/>
                </a:solidFill>
                <a:latin typeface="Arial"/>
                <a:ea typeface="Arial"/>
                <a:cs typeface="Arial"/>
              </a:defRPr>
            </a:pPr>
            <a:endParaRPr lang="fr-FR"/>
          </a:p>
        </c:txPr>
        <c:crossAx val="48650112"/>
        <c:crossesAt val="-3"/>
        <c:crossBetween val="midCat"/>
      </c:valAx>
      <c:valAx>
        <c:axId val="48650112"/>
        <c:scaling>
          <c:orientation val="minMax"/>
          <c:max val="6"/>
          <c:min val="-2"/>
        </c:scaling>
        <c:delete val="0"/>
        <c:axPos val="b"/>
        <c:title>
          <c:tx>
            <c:rich>
              <a:bodyPr/>
              <a:lstStyle/>
              <a:p>
                <a:r>
                  <a:rPr lang="fr-FR" sz="1575">
                    <a:solidFill>
                      <a:srgbClr val="5A6E71"/>
                    </a:solidFill>
                    <a:latin typeface="Arial"/>
                    <a:ea typeface="Arial"/>
                    <a:cs typeface="Arial"/>
                  </a:rPr>
                  <a:t>Puissance standardisée</a:t>
                </a:r>
              </a:p>
            </c:rich>
          </c:tx>
          <c:overlay val="0"/>
        </c:title>
        <c:numFmt formatCode="General" sourceLinked="1"/>
        <c:majorTickMark val="none"/>
        <c:minorTickMark val="none"/>
        <c:tickLblPos val="low"/>
        <c:spPr>
          <a:ln w="9525">
            <a:solidFill>
              <a:srgbClr val="D4D4D4"/>
            </a:solidFill>
            <a:prstDash val="solid"/>
          </a:ln>
        </c:spPr>
        <c:txPr>
          <a:bodyPr anchorCtr="1"/>
          <a:lstStyle/>
          <a:p>
            <a:pPr>
              <a:defRPr sz="1575">
                <a:solidFill>
                  <a:srgbClr val="5A6E71"/>
                </a:solidFill>
                <a:latin typeface="Arial"/>
                <a:ea typeface="Arial"/>
                <a:cs typeface="Arial"/>
              </a:defRPr>
            </a:pPr>
            <a:endParaRPr lang="fr-FR"/>
          </a:p>
        </c:txPr>
        <c:crossAx val="48672768"/>
        <c:crossesAt val="-2"/>
        <c:crossBetween val="midCat"/>
      </c:valAx>
      <c:spPr>
        <a:noFill/>
      </c:spPr>
    </c:plotArea>
    <c:plotVisOnly val="1"/>
    <c:dispBlanksAs val="zero"/>
    <c:showDLblsOverMax val="1"/>
  </c:chart>
  <c:spPr>
    <a:noFill/>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fr-FR"/>
  <c:roundedCorners val="1"/>
  <c:style val="2"/>
  <c:chart>
    <c:autoTitleDeleted val="1"/>
    <c:plotArea>
      <c:layout/>
      <c:lineChart>
        <c:grouping val="standard"/>
        <c:varyColors val="0"/>
        <c:ser>
          <c:idx val="0"/>
          <c:order val="0"/>
          <c:tx>
            <c:v>Inertie</c:v>
          </c:tx>
          <c:spPr>
            <a:ln w="38100">
              <a:solidFill>
                <a:srgbClr val="008C85"/>
              </a:solidFill>
            </a:ln>
          </c:spPr>
          <c:marker>
            <c:symbol val="circle"/>
            <c:size val="8"/>
            <c:spPr>
              <a:solidFill>
                <a:srgbClr val="008C85"/>
              </a:solidFill>
            </c:spPr>
          </c:marker>
          <c:cat>
            <c:numRef>
              <c:f>'Chart Data'!$A$2:$A$10</c:f>
              <c:numCache>
                <c:formatCode>General</c:formatCode>
                <c:ptCount val="9"/>
                <c:pt idx="0">
                  <c:v>2</c:v>
                </c:pt>
                <c:pt idx="1">
                  <c:v>3</c:v>
                </c:pt>
                <c:pt idx="2">
                  <c:v>4</c:v>
                </c:pt>
                <c:pt idx="3">
                  <c:v>5</c:v>
                </c:pt>
                <c:pt idx="4">
                  <c:v>6</c:v>
                </c:pt>
                <c:pt idx="5">
                  <c:v>7</c:v>
                </c:pt>
                <c:pt idx="6">
                  <c:v>8</c:v>
                </c:pt>
                <c:pt idx="7">
                  <c:v>9</c:v>
                </c:pt>
                <c:pt idx="8">
                  <c:v>10</c:v>
                </c:pt>
              </c:numCache>
            </c:numRef>
          </c:cat>
          <c:val>
            <c:numRef>
              <c:f>'Chart Data'!$B$2:$B$10</c:f>
              <c:numCache>
                <c:formatCode>0</c:formatCode>
                <c:ptCount val="9"/>
                <c:pt idx="0">
                  <c:v>34971.744606300002</c:v>
                </c:pt>
                <c:pt idx="1">
                  <c:v>20108.334654900002</c:v>
                </c:pt>
                <c:pt idx="2">
                  <c:v>15015.3067335</c:v>
                </c:pt>
                <c:pt idx="3">
                  <c:v>12600.4576934</c:v>
                </c:pt>
                <c:pt idx="4">
                  <c:v>10686.646978299999</c:v>
                </c:pt>
                <c:pt idx="5">
                  <c:v>9404.7842205500001</c:v>
                </c:pt>
                <c:pt idx="6">
                  <c:v>8464.1771443199996</c:v>
                </c:pt>
                <c:pt idx="7">
                  <c:v>7749.8028802299996</c:v>
                </c:pt>
                <c:pt idx="8">
                  <c:v>7123.1850600099997</c:v>
                </c:pt>
              </c:numCache>
            </c:numRef>
          </c:val>
          <c:smooth val="0"/>
          <c:extLst>
            <c:ext xmlns:c16="http://schemas.microsoft.com/office/drawing/2014/chart" uri="{C3380CC4-5D6E-409C-BE32-E72D297353CC}">
              <c16:uniqueId val="{00000000-90B1-8D42-BE8C-E7A8E53E33A7}"/>
            </c:ext>
          </c:extLst>
        </c:ser>
        <c:dLbls>
          <c:showLegendKey val="0"/>
          <c:showVal val="0"/>
          <c:showCatName val="0"/>
          <c:showSerName val="0"/>
          <c:showPercent val="0"/>
          <c:showBubbleSize val="0"/>
        </c:dLbls>
        <c:marker val="1"/>
        <c:smooth val="0"/>
        <c:axId val="48650112"/>
        <c:axId val="48672768"/>
      </c:lineChart>
      <c:catAx>
        <c:axId val="48650112"/>
        <c:scaling>
          <c:orientation val="minMax"/>
        </c:scaling>
        <c:delete val="0"/>
        <c:axPos val="b"/>
        <c:title>
          <c:tx>
            <c:rich>
              <a:bodyPr/>
              <a:lstStyle/>
              <a:p>
                <a:r>
                  <a:rPr lang="fr-FR" sz="1575">
                    <a:solidFill>
                      <a:srgbClr val="5A6E71"/>
                    </a:solidFill>
                    <a:latin typeface="Arial"/>
                    <a:ea typeface="Arial"/>
                    <a:cs typeface="Arial"/>
                  </a:rPr>
                  <a:t>Nombre de groupes K</a:t>
                </a:r>
              </a:p>
            </c:rich>
          </c:tx>
          <c:overlay val="0"/>
        </c:title>
        <c:numFmt formatCode="General" sourceLinked="1"/>
        <c:majorTickMark val="none"/>
        <c:minorTickMark val="none"/>
        <c:tickLblPos val="nextTo"/>
        <c:spPr>
          <a:ln w="9525">
            <a:solidFill>
              <a:srgbClr val="DCE6E5"/>
            </a:solidFill>
          </a:ln>
        </c:spPr>
        <c:txPr>
          <a:bodyPr anchorCtr="1"/>
          <a:lstStyle/>
          <a:p>
            <a:pPr>
              <a:defRPr sz="1575">
                <a:solidFill>
                  <a:srgbClr val="5A6E71"/>
                </a:solidFill>
                <a:latin typeface="Arial"/>
                <a:ea typeface="Arial"/>
                <a:cs typeface="Arial"/>
              </a:defRPr>
            </a:pPr>
            <a:endParaRPr lang="fr-FR"/>
          </a:p>
        </c:txPr>
        <c:crossAx val="48672768"/>
        <c:crosses val="autoZero"/>
        <c:auto val="1"/>
        <c:lblAlgn val="ctr"/>
        <c:lblOffset val="100"/>
        <c:noMultiLvlLbl val="1"/>
      </c:catAx>
      <c:valAx>
        <c:axId val="48672768"/>
        <c:scaling>
          <c:orientation val="minMax"/>
          <c:min val="0"/>
        </c:scaling>
        <c:delete val="0"/>
        <c:axPos val="l"/>
        <c:majorGridlines>
          <c:spPr>
            <a:ln w="9525">
              <a:solidFill>
                <a:srgbClr val="DCE6E5"/>
              </a:solidFill>
            </a:ln>
          </c:spPr>
        </c:majorGridlines>
        <c:title>
          <c:tx>
            <c:rich>
              <a:bodyPr/>
              <a:lstStyle/>
              <a:p>
                <a:r>
                  <a:rPr lang="fr-FR" sz="1575">
                    <a:solidFill>
                      <a:srgbClr val="5A6E71"/>
                    </a:solidFill>
                    <a:latin typeface="Arial"/>
                    <a:ea typeface="Arial"/>
                    <a:cs typeface="Arial"/>
                  </a:rPr>
                  <a:t>Somme des distances au carré</a:t>
                </a:r>
              </a:p>
            </c:rich>
          </c:tx>
          <c:overlay val="0"/>
        </c:title>
        <c:numFmt formatCode="0" sourceLinked="1"/>
        <c:majorTickMark val="none"/>
        <c:minorTickMark val="none"/>
        <c:tickLblPos val="nextTo"/>
        <c:spPr>
          <a:ln w="0">
            <a:noFill/>
          </a:ln>
        </c:spPr>
        <c:txPr>
          <a:bodyPr anchorCtr="1"/>
          <a:lstStyle/>
          <a:p>
            <a:pPr>
              <a:defRPr sz="1575">
                <a:solidFill>
                  <a:srgbClr val="5A6E71"/>
                </a:solidFill>
                <a:latin typeface="Arial"/>
                <a:ea typeface="Arial"/>
                <a:cs typeface="Arial"/>
              </a:defRPr>
            </a:pPr>
            <a:endParaRPr lang="fr-FR"/>
          </a:p>
        </c:txPr>
        <c:crossAx val="48650112"/>
        <c:crosses val="autoZero"/>
        <c:crossBetween val="between"/>
      </c:valAx>
      <c:spPr>
        <a:noFill/>
      </c:spPr>
    </c:plotArea>
    <c:plotVisOnly val="1"/>
    <c:dispBlanksAs val="zero"/>
    <c:showDLblsOverMax val="1"/>
  </c:chart>
  <c:spPr>
    <a:noFill/>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fr-FR"/>
  <c:roundedCorners val="1"/>
  <c:style val="2"/>
  <c:chart>
    <c:autoTitleDeleted val="1"/>
    <c:plotArea>
      <c:layout/>
      <c:lineChart>
        <c:grouping val="standard"/>
        <c:varyColors val="0"/>
        <c:ser>
          <c:idx val="0"/>
          <c:order val="0"/>
          <c:tx>
            <c:v>Silhouette</c:v>
          </c:tx>
          <c:spPr>
            <a:ln w="38100">
              <a:solidFill>
                <a:srgbClr val="DE8736"/>
              </a:solidFill>
            </a:ln>
          </c:spPr>
          <c:marker>
            <c:symbol val="circle"/>
            <c:size val="8"/>
            <c:spPr>
              <a:solidFill>
                <a:srgbClr val="DE8736"/>
              </a:solidFill>
            </c:spPr>
          </c:marker>
          <c:cat>
            <c:numRef>
              <c:f>'Chart Data'!$A$2:$A$10</c:f>
              <c:numCache>
                <c:formatCode>General</c:formatCode>
                <c:ptCount val="9"/>
                <c:pt idx="0">
                  <c:v>2</c:v>
                </c:pt>
                <c:pt idx="1">
                  <c:v>3</c:v>
                </c:pt>
                <c:pt idx="2">
                  <c:v>4</c:v>
                </c:pt>
                <c:pt idx="3">
                  <c:v>5</c:v>
                </c:pt>
                <c:pt idx="4">
                  <c:v>6</c:v>
                </c:pt>
                <c:pt idx="5">
                  <c:v>7</c:v>
                </c:pt>
                <c:pt idx="6">
                  <c:v>8</c:v>
                </c:pt>
                <c:pt idx="7">
                  <c:v>9</c:v>
                </c:pt>
                <c:pt idx="8">
                  <c:v>10</c:v>
                </c:pt>
              </c:numCache>
            </c:numRef>
          </c:cat>
          <c:val>
            <c:numRef>
              <c:f>'Chart Data'!$B$2:$B$10</c:f>
              <c:numCache>
                <c:formatCode>0.00</c:formatCode>
                <c:ptCount val="9"/>
                <c:pt idx="0">
                  <c:v>0.43854994161999999</c:v>
                </c:pt>
                <c:pt idx="1">
                  <c:v>0.47002440826300002</c:v>
                </c:pt>
                <c:pt idx="2">
                  <c:v>0.40939082052100001</c:v>
                </c:pt>
                <c:pt idx="3">
                  <c:v>0.38175678161999999</c:v>
                </c:pt>
                <c:pt idx="4">
                  <c:v>0.35551711174700001</c:v>
                </c:pt>
                <c:pt idx="5">
                  <c:v>0.35732431266300002</c:v>
                </c:pt>
                <c:pt idx="6">
                  <c:v>0.34247377946200003</c:v>
                </c:pt>
                <c:pt idx="7">
                  <c:v>0.34650561348999998</c:v>
                </c:pt>
                <c:pt idx="8">
                  <c:v>0.34617676482400001</c:v>
                </c:pt>
              </c:numCache>
            </c:numRef>
          </c:val>
          <c:smooth val="0"/>
          <c:extLst>
            <c:ext xmlns:c16="http://schemas.microsoft.com/office/drawing/2014/chart" uri="{C3380CC4-5D6E-409C-BE32-E72D297353CC}">
              <c16:uniqueId val="{00000000-34F6-BF4E-BDE0-2B9659805B56}"/>
            </c:ext>
          </c:extLst>
        </c:ser>
        <c:dLbls>
          <c:showLegendKey val="0"/>
          <c:showVal val="0"/>
          <c:showCatName val="0"/>
          <c:showSerName val="0"/>
          <c:showPercent val="0"/>
          <c:showBubbleSize val="0"/>
        </c:dLbls>
        <c:marker val="1"/>
        <c:smooth val="0"/>
        <c:axId val="48650112"/>
        <c:axId val="48672768"/>
      </c:lineChart>
      <c:catAx>
        <c:axId val="48650112"/>
        <c:scaling>
          <c:orientation val="minMax"/>
        </c:scaling>
        <c:delete val="0"/>
        <c:axPos val="b"/>
        <c:title>
          <c:tx>
            <c:rich>
              <a:bodyPr/>
              <a:lstStyle/>
              <a:p>
                <a:r>
                  <a:rPr lang="fr-FR" sz="1575">
                    <a:solidFill>
                      <a:srgbClr val="5A6E71"/>
                    </a:solidFill>
                    <a:latin typeface="Arial"/>
                    <a:ea typeface="Arial"/>
                    <a:cs typeface="Arial"/>
                  </a:rPr>
                  <a:t>Nombre de groupes K</a:t>
                </a:r>
              </a:p>
            </c:rich>
          </c:tx>
          <c:overlay val="0"/>
        </c:title>
        <c:numFmt formatCode="General" sourceLinked="1"/>
        <c:majorTickMark val="none"/>
        <c:minorTickMark val="none"/>
        <c:tickLblPos val="nextTo"/>
        <c:spPr>
          <a:ln w="9525">
            <a:solidFill>
              <a:srgbClr val="DCE6E5"/>
            </a:solidFill>
          </a:ln>
        </c:spPr>
        <c:txPr>
          <a:bodyPr anchorCtr="1"/>
          <a:lstStyle/>
          <a:p>
            <a:pPr>
              <a:defRPr sz="1575">
                <a:solidFill>
                  <a:srgbClr val="5A6E71"/>
                </a:solidFill>
                <a:latin typeface="Arial"/>
                <a:ea typeface="Arial"/>
                <a:cs typeface="Arial"/>
              </a:defRPr>
            </a:pPr>
            <a:endParaRPr lang="fr-FR"/>
          </a:p>
        </c:txPr>
        <c:crossAx val="48672768"/>
        <c:crosses val="autoZero"/>
        <c:auto val="1"/>
        <c:lblAlgn val="ctr"/>
        <c:lblOffset val="100"/>
        <c:noMultiLvlLbl val="1"/>
      </c:catAx>
      <c:valAx>
        <c:axId val="48672768"/>
        <c:scaling>
          <c:orientation val="minMax"/>
          <c:max val="0.6"/>
          <c:min val="0"/>
        </c:scaling>
        <c:delete val="0"/>
        <c:axPos val="l"/>
        <c:majorGridlines>
          <c:spPr>
            <a:ln w="9525">
              <a:solidFill>
                <a:srgbClr val="DCE6E5"/>
              </a:solidFill>
            </a:ln>
          </c:spPr>
        </c:majorGridlines>
        <c:title>
          <c:tx>
            <c:rich>
              <a:bodyPr/>
              <a:lstStyle/>
              <a:p>
                <a:r>
                  <a:rPr lang="fr-FR" sz="1575">
                    <a:solidFill>
                      <a:srgbClr val="5A6E71"/>
                    </a:solidFill>
                    <a:latin typeface="Arial"/>
                    <a:ea typeface="Arial"/>
                    <a:cs typeface="Arial"/>
                  </a:rPr>
                  <a:t>Silhouette moyenne</a:t>
                </a:r>
              </a:p>
            </c:rich>
          </c:tx>
          <c:overlay val="0"/>
        </c:title>
        <c:numFmt formatCode="0.00" sourceLinked="1"/>
        <c:majorTickMark val="none"/>
        <c:minorTickMark val="none"/>
        <c:tickLblPos val="nextTo"/>
        <c:spPr>
          <a:ln w="0">
            <a:noFill/>
          </a:ln>
        </c:spPr>
        <c:txPr>
          <a:bodyPr anchorCtr="1"/>
          <a:lstStyle/>
          <a:p>
            <a:pPr>
              <a:defRPr sz="1575">
                <a:solidFill>
                  <a:srgbClr val="5A6E71"/>
                </a:solidFill>
                <a:latin typeface="Arial"/>
                <a:ea typeface="Arial"/>
                <a:cs typeface="Arial"/>
              </a:defRPr>
            </a:pPr>
            <a:endParaRPr lang="fr-FR"/>
          </a:p>
        </c:txPr>
        <c:crossAx val="48650112"/>
        <c:crosses val="autoZero"/>
        <c:crossBetween val="between"/>
      </c:valAx>
      <c:spPr>
        <a:noFill/>
      </c:spPr>
    </c:plotArea>
    <c:plotVisOnly val="1"/>
    <c:dispBlanksAs val="zero"/>
    <c:showDLblsOverMax val="1"/>
  </c:chart>
  <c:spPr>
    <a:noFill/>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fr-FR"/>
  <c:roundedCorners val="1"/>
  <c:style val="2"/>
  <c:chart>
    <c:autoTitleDeleted val="1"/>
    <c:plotArea>
      <c:layout/>
      <c:scatterChart>
        <c:scatterStyle val="lineMarker"/>
        <c:varyColors val="0"/>
        <c:ser>
          <c:idx val="0"/>
          <c:order val="0"/>
          <c:tx>
            <c:v>C0</c:v>
          </c:tx>
          <c:spPr>
            <a:ln w="0">
              <a:noFill/>
            </a:ln>
          </c:spPr>
          <c:marker>
            <c:symbol val="circle"/>
            <c:size val="5"/>
            <c:spPr>
              <a:solidFill>
                <a:srgbClr val="008C85"/>
              </a:solidFill>
            </c:spPr>
          </c:marker>
          <c:xVal>
            <c:numRef>
              <c:f>'Chart Data'!$A$2:$A$221</c:f>
              <c:numCache>
                <c:formatCode>General</c:formatCode>
                <c:ptCount val="220"/>
                <c:pt idx="0">
                  <c:v>-2.4025562247800001</c:v>
                </c:pt>
                <c:pt idx="1">
                  <c:v>-0.492264197259</c:v>
                </c:pt>
                <c:pt idx="2">
                  <c:v>-0.47837465218500003</c:v>
                </c:pt>
                <c:pt idx="3">
                  <c:v>-1.14842198853</c:v>
                </c:pt>
                <c:pt idx="4">
                  <c:v>-2.5799616635299998</c:v>
                </c:pt>
                <c:pt idx="5">
                  <c:v>-1.6022285916300001</c:v>
                </c:pt>
                <c:pt idx="6">
                  <c:v>-0.96839264402299996</c:v>
                </c:pt>
                <c:pt idx="7">
                  <c:v>-1.1010601123399999</c:v>
                </c:pt>
                <c:pt idx="8">
                  <c:v>-0.55323312191399998</c:v>
                </c:pt>
                <c:pt idx="9">
                  <c:v>-1.44376418706</c:v>
                </c:pt>
                <c:pt idx="10">
                  <c:v>-2.2382756013799998</c:v>
                </c:pt>
                <c:pt idx="11">
                  <c:v>-1.5334690285000001</c:v>
                </c:pt>
                <c:pt idx="12">
                  <c:v>-0.85802833555900004</c:v>
                </c:pt>
                <c:pt idx="13">
                  <c:v>-0.96839264402299996</c:v>
                </c:pt>
                <c:pt idx="14">
                  <c:v>-1.2538563979599999</c:v>
                </c:pt>
                <c:pt idx="15">
                  <c:v>-0.63771703154500003</c:v>
                </c:pt>
                <c:pt idx="16">
                  <c:v>-0.50650344350900001</c:v>
                </c:pt>
                <c:pt idx="17">
                  <c:v>-0.87810332364900001</c:v>
                </c:pt>
                <c:pt idx="18">
                  <c:v>-1.73171507396</c:v>
                </c:pt>
                <c:pt idx="19">
                  <c:v>-0.65323288168500004</c:v>
                </c:pt>
                <c:pt idx="20">
                  <c:v>-0.25342932109100003</c:v>
                </c:pt>
                <c:pt idx="21">
                  <c:v>-2.13082170771</c:v>
                </c:pt>
                <c:pt idx="22">
                  <c:v>-0.98031871901599998</c:v>
                </c:pt>
                <c:pt idx="23">
                  <c:v>-0.56987822348299999</c:v>
                </c:pt>
                <c:pt idx="24">
                  <c:v>-1.3165876110100001</c:v>
                </c:pt>
                <c:pt idx="25">
                  <c:v>-0.91702893853800005</c:v>
                </c:pt>
                <c:pt idx="26">
                  <c:v>-0.49091265453100003</c:v>
                </c:pt>
                <c:pt idx="27">
                  <c:v>-0.80468619803300001</c:v>
                </c:pt>
                <c:pt idx="28">
                  <c:v>-1.10407794471</c:v>
                </c:pt>
                <c:pt idx="29">
                  <c:v>-1.3984033894400001</c:v>
                </c:pt>
                <c:pt idx="30">
                  <c:v>-2.2774305441</c:v>
                </c:pt>
                <c:pt idx="31">
                  <c:v>-1.13245866566</c:v>
                </c:pt>
                <c:pt idx="32">
                  <c:v>-0.58325049418700003</c:v>
                </c:pt>
                <c:pt idx="33">
                  <c:v>0.572192935909</c:v>
                </c:pt>
                <c:pt idx="34">
                  <c:v>-2.2359448636299999</c:v>
                </c:pt>
                <c:pt idx="35">
                  <c:v>-0.89004892660599999</c:v>
                </c:pt>
                <c:pt idx="36">
                  <c:v>-0.79628997101800003</c:v>
                </c:pt>
                <c:pt idx="37">
                  <c:v>-0.180609210572</c:v>
                </c:pt>
                <c:pt idx="38">
                  <c:v>-0.30872849048000001</c:v>
                </c:pt>
                <c:pt idx="39">
                  <c:v>-1.24112201582</c:v>
                </c:pt>
                <c:pt idx="40">
                  <c:v>-1.3083512726199999</c:v>
                </c:pt>
                <c:pt idx="41">
                  <c:v>-0.51414276680100002</c:v>
                </c:pt>
                <c:pt idx="42">
                  <c:v>-1.4365822109699999</c:v>
                </c:pt>
                <c:pt idx="43">
                  <c:v>-0.70690733262700001</c:v>
                </c:pt>
                <c:pt idx="44">
                  <c:v>-0.75278410856400002</c:v>
                </c:pt>
                <c:pt idx="45">
                  <c:v>-0.538072231718</c:v>
                </c:pt>
                <c:pt idx="46">
                  <c:v>-1.3785109365099999</c:v>
                </c:pt>
                <c:pt idx="47">
                  <c:v>-1.1914720406999999</c:v>
                </c:pt>
                <c:pt idx="48">
                  <c:v>-1.0370984276299999</c:v>
                </c:pt>
                <c:pt idx="49">
                  <c:v>-0.47535196821100001</c:v>
                </c:pt>
                <c:pt idx="50">
                  <c:v>-0.52321574964100004</c:v>
                </c:pt>
                <c:pt idx="51">
                  <c:v>-0.91419606711400003</c:v>
                </c:pt>
                <c:pt idx="52">
                  <c:v>-0.42451281449099998</c:v>
                </c:pt>
                <c:pt idx="53">
                  <c:v>-0.55597614224500003</c:v>
                </c:pt>
                <c:pt idx="54">
                  <c:v>-1.4387958403600001</c:v>
                </c:pt>
                <c:pt idx="55">
                  <c:v>-0.74998245712099998</c:v>
                </c:pt>
                <c:pt idx="56">
                  <c:v>-0.77288062585799999</c:v>
                </c:pt>
                <c:pt idx="57">
                  <c:v>-0.99977647127900005</c:v>
                </c:pt>
                <c:pt idx="58">
                  <c:v>-0.96147051801500005</c:v>
                </c:pt>
                <c:pt idx="59">
                  <c:v>-1.23973556854</c:v>
                </c:pt>
                <c:pt idx="60">
                  <c:v>-0.90270688270099997</c:v>
                </c:pt>
                <c:pt idx="61">
                  <c:v>-1.2579419679799999</c:v>
                </c:pt>
                <c:pt idx="62">
                  <c:v>-1.1789364144400001</c:v>
                </c:pt>
                <c:pt idx="63">
                  <c:v>-1.51361148012</c:v>
                </c:pt>
                <c:pt idx="64">
                  <c:v>-1.8899262453900001</c:v>
                </c:pt>
                <c:pt idx="65">
                  <c:v>-0.69018491612999999</c:v>
                </c:pt>
                <c:pt idx="66">
                  <c:v>-1.3139405397199999</c:v>
                </c:pt>
                <c:pt idx="67">
                  <c:v>-1.7351295789300001</c:v>
                </c:pt>
                <c:pt idx="68">
                  <c:v>-2.7673991387300001</c:v>
                </c:pt>
                <c:pt idx="69">
                  <c:v>-1.40042837331</c:v>
                </c:pt>
                <c:pt idx="70">
                  <c:v>-0.54182432128900004</c:v>
                </c:pt>
                <c:pt idx="71">
                  <c:v>-0.81969488416900005</c:v>
                </c:pt>
                <c:pt idx="72">
                  <c:v>-0.87246265312799998</c:v>
                </c:pt>
                <c:pt idx="73">
                  <c:v>-0.29431840605999998</c:v>
                </c:pt>
                <c:pt idx="74">
                  <c:v>-1.2281743354200001</c:v>
                </c:pt>
                <c:pt idx="75">
                  <c:v>-0.403056409457</c:v>
                </c:pt>
                <c:pt idx="76">
                  <c:v>-1.2741345739400001</c:v>
                </c:pt>
                <c:pt idx="77">
                  <c:v>-0.87586746732099996</c:v>
                </c:pt>
                <c:pt idx="78">
                  <c:v>-0.90502797441399996</c:v>
                </c:pt>
                <c:pt idx="79">
                  <c:v>-0.85228527778300001</c:v>
                </c:pt>
                <c:pt idx="80">
                  <c:v>-1.3879287689199999</c:v>
                </c:pt>
                <c:pt idx="81">
                  <c:v>-0.60820682327599995</c:v>
                </c:pt>
                <c:pt idx="82">
                  <c:v>-1.11233050383</c:v>
                </c:pt>
                <c:pt idx="83">
                  <c:v>-2.0656178543600001</c:v>
                </c:pt>
                <c:pt idx="84">
                  <c:v>-2.3150022401700001</c:v>
                </c:pt>
                <c:pt idx="85">
                  <c:v>0.16407087040000001</c:v>
                </c:pt>
                <c:pt idx="86">
                  <c:v>-1.0560340539299999</c:v>
                </c:pt>
                <c:pt idx="87">
                  <c:v>-1.19670308287</c:v>
                </c:pt>
                <c:pt idx="88">
                  <c:v>-0.36628933596500002</c:v>
                </c:pt>
                <c:pt idx="89">
                  <c:v>-0.403056409457</c:v>
                </c:pt>
                <c:pt idx="90">
                  <c:v>-0.23128604986699999</c:v>
                </c:pt>
                <c:pt idx="91">
                  <c:v>-0.67622048192600004</c:v>
                </c:pt>
                <c:pt idx="92">
                  <c:v>-0.24740376670200001</c:v>
                </c:pt>
                <c:pt idx="93">
                  <c:v>-1.06117240459</c:v>
                </c:pt>
                <c:pt idx="94">
                  <c:v>-2.4848492036300001</c:v>
                </c:pt>
                <c:pt idx="95">
                  <c:v>-0.99909203088800003</c:v>
                </c:pt>
                <c:pt idx="96">
                  <c:v>-0.22328934083099999</c:v>
                </c:pt>
                <c:pt idx="97">
                  <c:v>-0.92501796300700001</c:v>
                </c:pt>
                <c:pt idx="98">
                  <c:v>-0.78306990437299995</c:v>
                </c:pt>
                <c:pt idx="99">
                  <c:v>-0.27896001874699999</c:v>
                </c:pt>
                <c:pt idx="100">
                  <c:v>-1.32248067549</c:v>
                </c:pt>
                <c:pt idx="101">
                  <c:v>-0.82500324127400004</c:v>
                </c:pt>
                <c:pt idx="102">
                  <c:v>-0.52151212964500004</c:v>
                </c:pt>
                <c:pt idx="103">
                  <c:v>-1.97530588746</c:v>
                </c:pt>
                <c:pt idx="104">
                  <c:v>-0.93924467309399995</c:v>
                </c:pt>
                <c:pt idx="105">
                  <c:v>-1.36098258895</c:v>
                </c:pt>
                <c:pt idx="106">
                  <c:v>-1.6658147133600001</c:v>
                </c:pt>
                <c:pt idx="107">
                  <c:v>-0.42957143187699998</c:v>
                </c:pt>
                <c:pt idx="108">
                  <c:v>-0.83951487377199996</c:v>
                </c:pt>
                <c:pt idx="109">
                  <c:v>-0.29638183759800002</c:v>
                </c:pt>
                <c:pt idx="110">
                  <c:v>-2.0560029444099999</c:v>
                </c:pt>
                <c:pt idx="111">
                  <c:v>-0.117406855388</c:v>
                </c:pt>
                <c:pt idx="112">
                  <c:v>-1.8268708230799999</c:v>
                </c:pt>
                <c:pt idx="113">
                  <c:v>-0.35666389606400001</c:v>
                </c:pt>
                <c:pt idx="114">
                  <c:v>-0.102398169251</c:v>
                </c:pt>
                <c:pt idx="115">
                  <c:v>-0.403056409457</c:v>
                </c:pt>
                <c:pt idx="116">
                  <c:v>-0.707941474194</c:v>
                </c:pt>
                <c:pt idx="117">
                  <c:v>-0.90135077397300001</c:v>
                </c:pt>
                <c:pt idx="118">
                  <c:v>-0.72124654033500002</c:v>
                </c:pt>
                <c:pt idx="119">
                  <c:v>-1.26660289667</c:v>
                </c:pt>
                <c:pt idx="120">
                  <c:v>-0.91806308010500004</c:v>
                </c:pt>
                <c:pt idx="121">
                  <c:v>-1.74264634394</c:v>
                </c:pt>
                <c:pt idx="122">
                  <c:v>-0.56808960399099995</c:v>
                </c:pt>
                <c:pt idx="123">
                  <c:v>-1.24427709029</c:v>
                </c:pt>
                <c:pt idx="124">
                  <c:v>-1.1198459603699999</c:v>
                </c:pt>
                <c:pt idx="125">
                  <c:v>-1.1424963956</c:v>
                </c:pt>
                <c:pt idx="126">
                  <c:v>-0.87294717060299998</c:v>
                </c:pt>
                <c:pt idx="127">
                  <c:v>-1.0134187024300001</c:v>
                </c:pt>
                <c:pt idx="128">
                  <c:v>-1.52171579789</c:v>
                </c:pt>
                <c:pt idx="129">
                  <c:v>-2.59798235457</c:v>
                </c:pt>
                <c:pt idx="130">
                  <c:v>-2.0069036609999999</c:v>
                </c:pt>
                <c:pt idx="131">
                  <c:v>-0.46318100509499999</c:v>
                </c:pt>
                <c:pt idx="132">
                  <c:v>-1.0250974635100001</c:v>
                </c:pt>
                <c:pt idx="133">
                  <c:v>-1.23720686438</c:v>
                </c:pt>
                <c:pt idx="134">
                  <c:v>-0.92972729880600002</c:v>
                </c:pt>
                <c:pt idx="135">
                  <c:v>-1.0250974635100001</c:v>
                </c:pt>
                <c:pt idx="136">
                  <c:v>-2.0437447844399999</c:v>
                </c:pt>
                <c:pt idx="137">
                  <c:v>-1.2610794759599999</c:v>
                </c:pt>
                <c:pt idx="138">
                  <c:v>-0.49955624517300001</c:v>
                </c:pt>
                <c:pt idx="139">
                  <c:v>-1.4062540047800001</c:v>
                </c:pt>
                <c:pt idx="140">
                  <c:v>-1.5650503528799999</c:v>
                </c:pt>
                <c:pt idx="141">
                  <c:v>-0.88506305814800001</c:v>
                </c:pt>
                <c:pt idx="142">
                  <c:v>-0.72622784279200003</c:v>
                </c:pt>
                <c:pt idx="143">
                  <c:v>-0.34263710889299998</c:v>
                </c:pt>
                <c:pt idx="144">
                  <c:v>-2.3375268024400002</c:v>
                </c:pt>
                <c:pt idx="145">
                  <c:v>-4.7569394553900003E-2</c:v>
                </c:pt>
                <c:pt idx="146">
                  <c:v>-0.508207063505</c:v>
                </c:pt>
                <c:pt idx="147">
                  <c:v>-1.3869095893200001</c:v>
                </c:pt>
                <c:pt idx="148">
                  <c:v>-0.72124654033500002</c:v>
                </c:pt>
                <c:pt idx="149">
                  <c:v>-0.66989537101399999</c:v>
                </c:pt>
                <c:pt idx="150">
                  <c:v>-0.98031871901599998</c:v>
                </c:pt>
                <c:pt idx="151">
                  <c:v>-0.66118672346200003</c:v>
                </c:pt>
                <c:pt idx="152">
                  <c:v>-4.3642454394400003E-2</c:v>
                </c:pt>
                <c:pt idx="153">
                  <c:v>-0.80615504027200002</c:v>
                </c:pt>
                <c:pt idx="154">
                  <c:v>-0.51977090115799995</c:v>
                </c:pt>
                <c:pt idx="155">
                  <c:v>-0.453163731781</c:v>
                </c:pt>
                <c:pt idx="156">
                  <c:v>-0.81300227714999995</c:v>
                </c:pt>
                <c:pt idx="157">
                  <c:v>-1.09416674322</c:v>
                </c:pt>
                <c:pt idx="158">
                  <c:v>-1.3383686448900001</c:v>
                </c:pt>
                <c:pt idx="159">
                  <c:v>-0.826976821719</c:v>
                </c:pt>
                <c:pt idx="160">
                  <c:v>-1.5663192721999999</c:v>
                </c:pt>
                <c:pt idx="161">
                  <c:v>-0.85416132256800004</c:v>
                </c:pt>
                <c:pt idx="162">
                  <c:v>-0.79799359101300005</c:v>
                </c:pt>
                <c:pt idx="163">
                  <c:v>-0.903054393969</c:v>
                </c:pt>
                <c:pt idx="164">
                  <c:v>-0.372192282368</c:v>
                </c:pt>
                <c:pt idx="165">
                  <c:v>-0.76112898186300004</c:v>
                </c:pt>
                <c:pt idx="166">
                  <c:v>-1.69583208563</c:v>
                </c:pt>
                <c:pt idx="167">
                  <c:v>0.107278625622</c:v>
                </c:pt>
                <c:pt idx="168">
                  <c:v>-1.2678592798299999</c:v>
                </c:pt>
                <c:pt idx="169">
                  <c:v>-2.0099443310599998</c:v>
                </c:pt>
                <c:pt idx="170">
                  <c:v>-0.424090649983</c:v>
                </c:pt>
                <c:pt idx="171">
                  <c:v>-0.88804570783199999</c:v>
                </c:pt>
                <c:pt idx="172">
                  <c:v>-1.04035346356</c:v>
                </c:pt>
                <c:pt idx="173">
                  <c:v>-1.0574130450699999</c:v>
                </c:pt>
                <c:pt idx="174">
                  <c:v>-1.5998640666499999</c:v>
                </c:pt>
                <c:pt idx="175">
                  <c:v>-0.29834530767799999</c:v>
                </c:pt>
                <c:pt idx="176">
                  <c:v>-0.63119442351599997</c:v>
                </c:pt>
                <c:pt idx="177">
                  <c:v>0.61438612289500005</c:v>
                </c:pt>
                <c:pt idx="178">
                  <c:v>-0.75966013962400003</c:v>
                </c:pt>
                <c:pt idx="179">
                  <c:v>-1.24112201582</c:v>
                </c:pt>
                <c:pt idx="180">
                  <c:v>-1.5948827642000001</c:v>
                </c:pt>
                <c:pt idx="181">
                  <c:v>-0.19534551046099999</c:v>
                </c:pt>
                <c:pt idx="182">
                  <c:v>-1.64525119537</c:v>
                </c:pt>
                <c:pt idx="183">
                  <c:v>-0.63707229759200001</c:v>
                </c:pt>
                <c:pt idx="184">
                  <c:v>-1.10339593012</c:v>
                </c:pt>
                <c:pt idx="185">
                  <c:v>-1.0952344808600001</c:v>
                </c:pt>
                <c:pt idx="186">
                  <c:v>-1.9163777478099999</c:v>
                </c:pt>
                <c:pt idx="187">
                  <c:v>-1.2365855243999999</c:v>
                </c:pt>
                <c:pt idx="188">
                  <c:v>-1.01925687007</c:v>
                </c:pt>
                <c:pt idx="189">
                  <c:v>-1.1432783716499999</c:v>
                </c:pt>
                <c:pt idx="190">
                  <c:v>-0.63987799874100004</c:v>
                </c:pt>
                <c:pt idx="191">
                  <c:v>-2.3710630234400001</c:v>
                </c:pt>
                <c:pt idx="192">
                  <c:v>0.124623129544</c:v>
                </c:pt>
                <c:pt idx="193">
                  <c:v>-0.18639136404699999</c:v>
                </c:pt>
                <c:pt idx="194">
                  <c:v>-0.68608555118000003</c:v>
                </c:pt>
                <c:pt idx="195">
                  <c:v>-0.36808280705399998</c:v>
                </c:pt>
                <c:pt idx="196">
                  <c:v>-0.47837465218500003</c:v>
                </c:pt>
                <c:pt idx="197">
                  <c:v>-0.403056409457</c:v>
                </c:pt>
                <c:pt idx="198">
                  <c:v>-0.97423081166000003</c:v>
                </c:pt>
                <c:pt idx="199">
                  <c:v>-0.707941474194</c:v>
                </c:pt>
                <c:pt idx="200">
                  <c:v>-1.52407510138</c:v>
                </c:pt>
                <c:pt idx="201">
                  <c:v>-1.2267204551399999</c:v>
                </c:pt>
                <c:pt idx="202">
                  <c:v>-1.24112201582</c:v>
                </c:pt>
                <c:pt idx="203">
                  <c:v>-1.2816115828100001</c:v>
                </c:pt>
                <c:pt idx="204">
                  <c:v>-1.7104295568000001</c:v>
                </c:pt>
                <c:pt idx="205">
                  <c:v>-1.08433685666</c:v>
                </c:pt>
                <c:pt idx="206">
                  <c:v>-1.1060438405899999</c:v>
                </c:pt>
                <c:pt idx="207">
                  <c:v>-0.68608555118000003</c:v>
                </c:pt>
                <c:pt idx="208">
                  <c:v>-0.60479189871700001</c:v>
                </c:pt>
                <c:pt idx="209">
                  <c:v>-0.97956927142200001</c:v>
                </c:pt>
                <c:pt idx="210">
                  <c:v>-1.5530372721800001</c:v>
                </c:pt>
                <c:pt idx="211">
                  <c:v>-0.76627259874499998</c:v>
                </c:pt>
                <c:pt idx="212">
                  <c:v>-1.3533773310299999</c:v>
                </c:pt>
                <c:pt idx="213">
                  <c:v>-0.60986062646799999</c:v>
                </c:pt>
                <c:pt idx="214">
                  <c:v>-0.54147704591099999</c:v>
                </c:pt>
                <c:pt idx="215">
                  <c:v>-0.92777594530100005</c:v>
                </c:pt>
                <c:pt idx="216">
                  <c:v>-0.78306990437299995</c:v>
                </c:pt>
                <c:pt idx="217">
                  <c:v>-0.94808045237799998</c:v>
                </c:pt>
                <c:pt idx="218">
                  <c:v>-2.20505767042</c:v>
                </c:pt>
                <c:pt idx="219">
                  <c:v>-1.7104295568000001</c:v>
                </c:pt>
              </c:numCache>
            </c:numRef>
          </c:xVal>
          <c:yVal>
            <c:numRef>
              <c:f>'Chart Data'!$B$2:$B$221</c:f>
              <c:numCache>
                <c:formatCode>0.0</c:formatCode>
                <c:ptCount val="220"/>
                <c:pt idx="0">
                  <c:v>-0.73868729967699998</c:v>
                </c:pt>
                <c:pt idx="1">
                  <c:v>1.21394605829E-2</c:v>
                </c:pt>
                <c:pt idx="2">
                  <c:v>0.293353665027</c:v>
                </c:pt>
                <c:pt idx="3">
                  <c:v>-0.27496544030600001</c:v>
                </c:pt>
                <c:pt idx="4">
                  <c:v>0.592776677734</c:v>
                </c:pt>
                <c:pt idx="5">
                  <c:v>-0.33684333919699999</c:v>
                </c:pt>
                <c:pt idx="6">
                  <c:v>-0.32883882008100002</c:v>
                </c:pt>
                <c:pt idx="7">
                  <c:v>-0.53257466447400004</c:v>
                </c:pt>
                <c:pt idx="8">
                  <c:v>0.46931806611299998</c:v>
                </c:pt>
                <c:pt idx="9">
                  <c:v>-0.24526044121099999</c:v>
                </c:pt>
                <c:pt idx="10">
                  <c:v>-0.66115926386500001</c:v>
                </c:pt>
                <c:pt idx="11">
                  <c:v>-0.148604332812</c:v>
                </c:pt>
                <c:pt idx="12">
                  <c:v>0.25815679195800001</c:v>
                </c:pt>
                <c:pt idx="13">
                  <c:v>-0.32883882008100002</c:v>
                </c:pt>
                <c:pt idx="14">
                  <c:v>-0.32004083842699999</c:v>
                </c:pt>
                <c:pt idx="15">
                  <c:v>4.7165925727799998E-2</c:v>
                </c:pt>
                <c:pt idx="16">
                  <c:v>0.254586083681</c:v>
                </c:pt>
                <c:pt idx="17">
                  <c:v>-0.358188537167</c:v>
                </c:pt>
                <c:pt idx="18">
                  <c:v>-0.29344216315799998</c:v>
                </c:pt>
                <c:pt idx="19">
                  <c:v>-0.58761423337700003</c:v>
                </c:pt>
                <c:pt idx="20">
                  <c:v>0.115328840692</c:v>
                </c:pt>
                <c:pt idx="21">
                  <c:v>-0.383889806306</c:v>
                </c:pt>
                <c:pt idx="22">
                  <c:v>-0.59783181864699997</c:v>
                </c:pt>
                <c:pt idx="23">
                  <c:v>-0.320806449454</c:v>
                </c:pt>
                <c:pt idx="24">
                  <c:v>-0.1858160126</c:v>
                </c:pt>
                <c:pt idx="25">
                  <c:v>-0.51060476061799998</c:v>
                </c:pt>
                <c:pt idx="26">
                  <c:v>-9.9969289353700003E-2</c:v>
                </c:pt>
                <c:pt idx="27">
                  <c:v>-0.71278470345300005</c:v>
                </c:pt>
                <c:pt idx="28">
                  <c:v>-0.64873935494000001</c:v>
                </c:pt>
                <c:pt idx="29">
                  <c:v>3.18573650231E-2</c:v>
                </c:pt>
                <c:pt idx="30">
                  <c:v>-0.560548870059</c:v>
                </c:pt>
                <c:pt idx="31">
                  <c:v>-0.60652764803199999</c:v>
                </c:pt>
                <c:pt idx="32">
                  <c:v>0.46973015076300001</c:v>
                </c:pt>
                <c:pt idx="33">
                  <c:v>-1.4681277106499999</c:v>
                </c:pt>
                <c:pt idx="34">
                  <c:v>-0.61616446066599995</c:v>
                </c:pt>
                <c:pt idx="35">
                  <c:v>-0.37689075064599997</c:v>
                </c:pt>
                <c:pt idx="36">
                  <c:v>4.3218767201199999E-2</c:v>
                </c:pt>
                <c:pt idx="37">
                  <c:v>-0.12425763814599999</c:v>
                </c:pt>
                <c:pt idx="38">
                  <c:v>-0.99367958072899998</c:v>
                </c:pt>
                <c:pt idx="39">
                  <c:v>-4.0025497901400003E-2</c:v>
                </c:pt>
                <c:pt idx="40">
                  <c:v>3.0621111073000001E-2</c:v>
                </c:pt>
                <c:pt idx="41">
                  <c:v>-7.6860727439599999E-2</c:v>
                </c:pt>
                <c:pt idx="42">
                  <c:v>-0.132766802125</c:v>
                </c:pt>
                <c:pt idx="43">
                  <c:v>-0.51348935316800004</c:v>
                </c:pt>
                <c:pt idx="44">
                  <c:v>0.22047962809800001</c:v>
                </c:pt>
                <c:pt idx="45">
                  <c:v>-4.7166914454699997E-2</c:v>
                </c:pt>
                <c:pt idx="46">
                  <c:v>-0.14581217730400001</c:v>
                </c:pt>
                <c:pt idx="47">
                  <c:v>-0.44444218621300002</c:v>
                </c:pt>
                <c:pt idx="48">
                  <c:v>-0.50895642201799995</c:v>
                </c:pt>
                <c:pt idx="49">
                  <c:v>-0.82864300849100003</c:v>
                </c:pt>
                <c:pt idx="50">
                  <c:v>0.468905981463</c:v>
                </c:pt>
                <c:pt idx="51">
                  <c:v>-0.56937425961300003</c:v>
                </c:pt>
                <c:pt idx="52">
                  <c:v>-0.22491770771399999</c:v>
                </c:pt>
                <c:pt idx="53">
                  <c:v>-0.22190832377</c:v>
                </c:pt>
                <c:pt idx="54">
                  <c:v>-3.9801798596300002E-2</c:v>
                </c:pt>
                <c:pt idx="55">
                  <c:v>-0.31833394155400002</c:v>
                </c:pt>
                <c:pt idx="56">
                  <c:v>-0.54438850094199998</c:v>
                </c:pt>
                <c:pt idx="57">
                  <c:v>-0.455657628757</c:v>
                </c:pt>
                <c:pt idx="58">
                  <c:v>-0.44268024232999997</c:v>
                </c:pt>
                <c:pt idx="59">
                  <c:v>2.4559138295200001E-2</c:v>
                </c:pt>
                <c:pt idx="60">
                  <c:v>-0.39433616225200002</c:v>
                </c:pt>
                <c:pt idx="61">
                  <c:v>-0.56831959969699997</c:v>
                </c:pt>
                <c:pt idx="62">
                  <c:v>-0.47277495385500001</c:v>
                </c:pt>
                <c:pt idx="63">
                  <c:v>-0.50296726127199998</c:v>
                </c:pt>
                <c:pt idx="64">
                  <c:v>-6.7873156461999998E-2</c:v>
                </c:pt>
                <c:pt idx="65">
                  <c:v>-0.29104464771799998</c:v>
                </c:pt>
                <c:pt idx="66">
                  <c:v>-0.63000636603299998</c:v>
                </c:pt>
                <c:pt idx="67">
                  <c:v>-0.81581640497899999</c:v>
                </c:pt>
                <c:pt idx="68">
                  <c:v>-0.87195165826099996</c:v>
                </c:pt>
                <c:pt idx="69">
                  <c:v>-3.5941265122699999E-3</c:v>
                </c:pt>
                <c:pt idx="70">
                  <c:v>-0.33343973998300003</c:v>
                </c:pt>
                <c:pt idx="71">
                  <c:v>-0.71257866112799995</c:v>
                </c:pt>
                <c:pt idx="72">
                  <c:v>-0.111095377636</c:v>
                </c:pt>
                <c:pt idx="73">
                  <c:v>-4.9308588636800002E-2</c:v>
                </c:pt>
                <c:pt idx="74">
                  <c:v>-0.35830214245100001</c:v>
                </c:pt>
                <c:pt idx="75">
                  <c:v>-0.28273824601500003</c:v>
                </c:pt>
                <c:pt idx="76">
                  <c:v>9.8670420754200003E-2</c:v>
                </c:pt>
                <c:pt idx="77">
                  <c:v>-0.30194834871499998</c:v>
                </c:pt>
                <c:pt idx="78">
                  <c:v>-0.19021089017699999</c:v>
                </c:pt>
                <c:pt idx="79">
                  <c:v>-0.42706201614900002</c:v>
                </c:pt>
                <c:pt idx="80">
                  <c:v>-0.31454600484299999</c:v>
                </c:pt>
                <c:pt idx="81">
                  <c:v>-0.58823236035199999</c:v>
                </c:pt>
                <c:pt idx="82">
                  <c:v>-0.37950971532799999</c:v>
                </c:pt>
                <c:pt idx="83">
                  <c:v>-0.59523123930499999</c:v>
                </c:pt>
                <c:pt idx="84">
                  <c:v>-0.40341812142299999</c:v>
                </c:pt>
                <c:pt idx="85">
                  <c:v>-0.58166673429100002</c:v>
                </c:pt>
                <c:pt idx="86">
                  <c:v>-0.53319279144999998</c:v>
                </c:pt>
                <c:pt idx="87">
                  <c:v>-0.36239854065999999</c:v>
                </c:pt>
                <c:pt idx="88">
                  <c:v>-0.75424202113399996</c:v>
                </c:pt>
                <c:pt idx="89">
                  <c:v>-0.28273824601500003</c:v>
                </c:pt>
                <c:pt idx="90">
                  <c:v>-0.80749727393399995</c:v>
                </c:pt>
                <c:pt idx="91">
                  <c:v>4.1570428601100003E-2</c:v>
                </c:pt>
                <c:pt idx="92">
                  <c:v>-8.9106381608300006E-2</c:v>
                </c:pt>
                <c:pt idx="93">
                  <c:v>-0.59184478479299996</c:v>
                </c:pt>
                <c:pt idx="94">
                  <c:v>-0.72960130717100002</c:v>
                </c:pt>
                <c:pt idx="95">
                  <c:v>-0.70158252309000002</c:v>
                </c:pt>
                <c:pt idx="96">
                  <c:v>5.6133994866999999E-2</c:v>
                </c:pt>
                <c:pt idx="97">
                  <c:v>-0.318390744196</c:v>
                </c:pt>
                <c:pt idx="98">
                  <c:v>-0.231038894774</c:v>
                </c:pt>
                <c:pt idx="99">
                  <c:v>-0.57317545850499996</c:v>
                </c:pt>
                <c:pt idx="100">
                  <c:v>-0.53957441183599997</c:v>
                </c:pt>
                <c:pt idx="101">
                  <c:v>-6.2855205458200003E-2</c:v>
                </c:pt>
                <c:pt idx="102">
                  <c:v>0.25479212600599999</c:v>
                </c:pt>
                <c:pt idx="103">
                  <c:v>-0.37013243192</c:v>
                </c:pt>
                <c:pt idx="104">
                  <c:v>-0.25826019985799997</c:v>
                </c:pt>
                <c:pt idx="105">
                  <c:v>-0.334000851918</c:v>
                </c:pt>
                <c:pt idx="106">
                  <c:v>2.4685022753500002E-3</c:v>
                </c:pt>
                <c:pt idx="107">
                  <c:v>0.21437620605999999</c:v>
                </c:pt>
                <c:pt idx="108">
                  <c:v>0.135572435066</c:v>
                </c:pt>
                <c:pt idx="109">
                  <c:v>0.25170149113099999</c:v>
                </c:pt>
                <c:pt idx="110">
                  <c:v>-0.53912263355599999</c:v>
                </c:pt>
                <c:pt idx="111">
                  <c:v>9.3884626768799995E-2</c:v>
                </c:pt>
                <c:pt idx="112">
                  <c:v>-0.46636998479899999</c:v>
                </c:pt>
                <c:pt idx="113">
                  <c:v>-0.15612547966400001</c:v>
                </c:pt>
                <c:pt idx="114">
                  <c:v>9.3678584443800006E-2</c:v>
                </c:pt>
                <c:pt idx="115">
                  <c:v>-0.28273824601500003</c:v>
                </c:pt>
                <c:pt idx="116">
                  <c:v>0.25609636870800001</c:v>
                </c:pt>
                <c:pt idx="117">
                  <c:v>4.46610634763E-2</c:v>
                </c:pt>
                <c:pt idx="118">
                  <c:v>4.21885555762E-2</c:v>
                </c:pt>
                <c:pt idx="119">
                  <c:v>-0.31249676770200002</c:v>
                </c:pt>
                <c:pt idx="120">
                  <c:v>0.25898096125800002</c:v>
                </c:pt>
                <c:pt idx="121">
                  <c:v>-0.16530957326000001</c:v>
                </c:pt>
                <c:pt idx="122">
                  <c:v>-4.6754829804699999E-2</c:v>
                </c:pt>
                <c:pt idx="123">
                  <c:v>-0.441308010877</c:v>
                </c:pt>
                <c:pt idx="124">
                  <c:v>-0.45400929015699998</c:v>
                </c:pt>
                <c:pt idx="125">
                  <c:v>-0.16616937696</c:v>
                </c:pt>
                <c:pt idx="126">
                  <c:v>-0.49163305459500001</c:v>
                </c:pt>
                <c:pt idx="127">
                  <c:v>-0.32822069310599999</c:v>
                </c:pt>
                <c:pt idx="128">
                  <c:v>-0.34210493495599997</c:v>
                </c:pt>
                <c:pt idx="129">
                  <c:v>-0.86522188274599998</c:v>
                </c:pt>
                <c:pt idx="130">
                  <c:v>-0.94007805160299995</c:v>
                </c:pt>
                <c:pt idx="131">
                  <c:v>0.46808181216299999</c:v>
                </c:pt>
                <c:pt idx="132">
                  <c:v>-0.188562551577</c:v>
                </c:pt>
                <c:pt idx="133">
                  <c:v>-0.87332101933200001</c:v>
                </c:pt>
                <c:pt idx="134">
                  <c:v>-0.50800099045400005</c:v>
                </c:pt>
                <c:pt idx="135">
                  <c:v>-0.188562551577</c:v>
                </c:pt>
                <c:pt idx="136">
                  <c:v>-0.30948848338000001</c:v>
                </c:pt>
                <c:pt idx="137">
                  <c:v>-0.41316768781000002</c:v>
                </c:pt>
                <c:pt idx="138">
                  <c:v>-0.22388749608899999</c:v>
                </c:pt>
                <c:pt idx="139">
                  <c:v>-0.42562147550399998</c:v>
                </c:pt>
                <c:pt idx="140">
                  <c:v>-0.26804125218800001</c:v>
                </c:pt>
                <c:pt idx="141">
                  <c:v>0.30260112136299999</c:v>
                </c:pt>
                <c:pt idx="142">
                  <c:v>-8.6197340767699998E-2</c:v>
                </c:pt>
                <c:pt idx="143">
                  <c:v>0.41020654729</c:v>
                </c:pt>
                <c:pt idx="144">
                  <c:v>-0.58295498641599997</c:v>
                </c:pt>
                <c:pt idx="145">
                  <c:v>-0.189734096824</c:v>
                </c:pt>
                <c:pt idx="146">
                  <c:v>0.46869993913800001</c:v>
                </c:pt>
                <c:pt idx="147">
                  <c:v>-0.28273496596600001</c:v>
                </c:pt>
                <c:pt idx="148">
                  <c:v>4.21885555762E-2</c:v>
                </c:pt>
                <c:pt idx="149">
                  <c:v>4.2738693799799998E-2</c:v>
                </c:pt>
                <c:pt idx="150">
                  <c:v>-0.59783181864699997</c:v>
                </c:pt>
                <c:pt idx="151">
                  <c:v>-0.323267771245</c:v>
                </c:pt>
                <c:pt idx="152">
                  <c:v>-0.16529168506799999</c:v>
                </c:pt>
                <c:pt idx="153">
                  <c:v>9.2296370859200005E-2</c:v>
                </c:pt>
                <c:pt idx="154">
                  <c:v>-0.506269965732</c:v>
                </c:pt>
                <c:pt idx="155">
                  <c:v>-9.7274729737800006E-2</c:v>
                </c:pt>
                <c:pt idx="156">
                  <c:v>0.25753866498299999</c:v>
                </c:pt>
                <c:pt idx="157">
                  <c:v>2.1566755322199999E-2</c:v>
                </c:pt>
                <c:pt idx="158">
                  <c:v>3.1033195723E-2</c:v>
                </c:pt>
                <c:pt idx="159">
                  <c:v>-0.51184101456800002</c:v>
                </c:pt>
                <c:pt idx="160">
                  <c:v>-8.9422749167599999E-2</c:v>
                </c:pt>
                <c:pt idx="161">
                  <c:v>-0.57019842891299999</c:v>
                </c:pt>
                <c:pt idx="162">
                  <c:v>0.257332622658</c:v>
                </c:pt>
                <c:pt idx="163">
                  <c:v>0.25877491893299998</c:v>
                </c:pt>
                <c:pt idx="164">
                  <c:v>-0.608589560009</c:v>
                </c:pt>
                <c:pt idx="165">
                  <c:v>9.1678243884199997E-2</c:v>
                </c:pt>
                <c:pt idx="166">
                  <c:v>2.8805869253800001E-3</c:v>
                </c:pt>
                <c:pt idx="167">
                  <c:v>-0.31047525890099997</c:v>
                </c:pt>
                <c:pt idx="168">
                  <c:v>-0.31619434344300001</c:v>
                </c:pt>
                <c:pt idx="169">
                  <c:v>-0.47975913543600002</c:v>
                </c:pt>
                <c:pt idx="170">
                  <c:v>-7.8096981389600001E-2</c:v>
                </c:pt>
                <c:pt idx="171">
                  <c:v>0.25856887660799999</c:v>
                </c:pt>
                <c:pt idx="172">
                  <c:v>-0.59700764934700001</c:v>
                </c:pt>
                <c:pt idx="173">
                  <c:v>-0.47810760601500002</c:v>
                </c:pt>
                <c:pt idx="174">
                  <c:v>-0.221080874421</c:v>
                </c:pt>
                <c:pt idx="175">
                  <c:v>0.239480285253</c:v>
                </c:pt>
                <c:pt idx="176">
                  <c:v>4.0952301626100002E-2</c:v>
                </c:pt>
                <c:pt idx="177">
                  <c:v>-1.4099763386299999</c:v>
                </c:pt>
                <c:pt idx="178">
                  <c:v>-0.71340283042800001</c:v>
                </c:pt>
                <c:pt idx="179">
                  <c:v>-4.0025497901400003E-2</c:v>
                </c:pt>
                <c:pt idx="180">
                  <c:v>-9.2694978077500004E-2</c:v>
                </c:pt>
                <c:pt idx="181">
                  <c:v>-8.0032613246699996E-2</c:v>
                </c:pt>
                <c:pt idx="182">
                  <c:v>-0.44929652060199998</c:v>
                </c:pt>
                <c:pt idx="183">
                  <c:v>-0.17802739476900001</c:v>
                </c:pt>
                <c:pt idx="184">
                  <c:v>-0.27558356728099997</c:v>
                </c:pt>
                <c:pt idx="185">
                  <c:v>-0.11054731548299999</c:v>
                </c:pt>
                <c:pt idx="186">
                  <c:v>-0.271852433211</c:v>
                </c:pt>
                <c:pt idx="187">
                  <c:v>-0.312908852352</c:v>
                </c:pt>
                <c:pt idx="188">
                  <c:v>-0.56793196333700002</c:v>
                </c:pt>
                <c:pt idx="189">
                  <c:v>-0.22609387897300001</c:v>
                </c:pt>
                <c:pt idx="190">
                  <c:v>4.2326609149699997E-2</c:v>
                </c:pt>
                <c:pt idx="191">
                  <c:v>-0.48901756548300002</c:v>
                </c:pt>
                <c:pt idx="192">
                  <c:v>-0.56767239841999995</c:v>
                </c:pt>
                <c:pt idx="193">
                  <c:v>-0.14399605481800001</c:v>
                </c:pt>
                <c:pt idx="194">
                  <c:v>9.0648032259099995E-2</c:v>
                </c:pt>
                <c:pt idx="195">
                  <c:v>0.20986772319999999</c:v>
                </c:pt>
                <c:pt idx="196">
                  <c:v>0.293353665027</c:v>
                </c:pt>
                <c:pt idx="197">
                  <c:v>-0.28273824601500003</c:v>
                </c:pt>
                <c:pt idx="198">
                  <c:v>-0.56855009031199999</c:v>
                </c:pt>
                <c:pt idx="199">
                  <c:v>0.25609636870800001</c:v>
                </c:pt>
                <c:pt idx="200">
                  <c:v>-0.550049027212</c:v>
                </c:pt>
                <c:pt idx="201">
                  <c:v>-0.36198645601000001</c:v>
                </c:pt>
                <c:pt idx="202">
                  <c:v>-4.0025497901400003E-2</c:v>
                </c:pt>
                <c:pt idx="203">
                  <c:v>-0.31229072537699998</c:v>
                </c:pt>
                <c:pt idx="204">
                  <c:v>-0.497343912635</c:v>
                </c:pt>
                <c:pt idx="205">
                  <c:v>-9.9643294046299999E-2</c:v>
                </c:pt>
                <c:pt idx="206">
                  <c:v>-4.1879878826500003E-2</c:v>
                </c:pt>
                <c:pt idx="207">
                  <c:v>9.0648032259099995E-2</c:v>
                </c:pt>
                <c:pt idx="208">
                  <c:v>3.9385213957899998E-2</c:v>
                </c:pt>
                <c:pt idx="209">
                  <c:v>-0.29294498074500003</c:v>
                </c:pt>
                <c:pt idx="210">
                  <c:v>-0.235206792996</c:v>
                </c:pt>
                <c:pt idx="211">
                  <c:v>4.2806682551200001E-2</c:v>
                </c:pt>
                <c:pt idx="212">
                  <c:v>3.1239238048099999E-2</c:v>
                </c:pt>
                <c:pt idx="213">
                  <c:v>4.1914524499699998E-2</c:v>
                </c:pt>
                <c:pt idx="214">
                  <c:v>-0.238019885534</c:v>
                </c:pt>
                <c:pt idx="215">
                  <c:v>-0.208220373327</c:v>
                </c:pt>
                <c:pt idx="216">
                  <c:v>-0.231038894774</c:v>
                </c:pt>
                <c:pt idx="217">
                  <c:v>0.259393045908</c:v>
                </c:pt>
                <c:pt idx="218">
                  <c:v>-0.58232391770000003</c:v>
                </c:pt>
                <c:pt idx="219">
                  <c:v>-0.497343912635</c:v>
                </c:pt>
              </c:numCache>
            </c:numRef>
          </c:yVal>
          <c:smooth val="1"/>
          <c:extLst>
            <c:ext xmlns:c16="http://schemas.microsoft.com/office/drawing/2014/chart" uri="{C3380CC4-5D6E-409C-BE32-E72D297353CC}">
              <c16:uniqueId val="{00000000-D92C-4C46-9E88-2F9EDCEAF534}"/>
            </c:ext>
          </c:extLst>
        </c:ser>
        <c:ser>
          <c:idx val="1"/>
          <c:order val="1"/>
          <c:tx>
            <c:v>C1</c:v>
          </c:tx>
          <c:spPr>
            <a:ln w="0">
              <a:noFill/>
            </a:ln>
          </c:spPr>
          <c:marker>
            <c:symbol val="circle"/>
            <c:size val="5"/>
            <c:spPr>
              <a:solidFill>
                <a:srgbClr val="4179B7"/>
              </a:solidFill>
            </c:spPr>
          </c:marker>
          <c:xVal>
            <c:numRef>
              <c:f>'Chart Data'!$C$2:$C$221</c:f>
              <c:numCache>
                <c:formatCode>General</c:formatCode>
                <c:ptCount val="220"/>
                <c:pt idx="0">
                  <c:v>0.17357370231399999</c:v>
                </c:pt>
                <c:pt idx="1">
                  <c:v>-8.7810714680600001E-3</c:v>
                </c:pt>
                <c:pt idx="2">
                  <c:v>0.83463305531499998</c:v>
                </c:pt>
                <c:pt idx="3">
                  <c:v>1.9865295278199999</c:v>
                </c:pt>
                <c:pt idx="4">
                  <c:v>0.56027211968299995</c:v>
                </c:pt>
                <c:pt idx="5">
                  <c:v>0.63531555036599996</c:v>
                </c:pt>
                <c:pt idx="6">
                  <c:v>1.0709348947299999</c:v>
                </c:pt>
                <c:pt idx="7">
                  <c:v>0.27418786494199998</c:v>
                </c:pt>
                <c:pt idx="8">
                  <c:v>1.8281439750999999</c:v>
                </c:pt>
                <c:pt idx="9">
                  <c:v>0.46938662339100001</c:v>
                </c:pt>
                <c:pt idx="10">
                  <c:v>1.1172618025900001</c:v>
                </c:pt>
                <c:pt idx="11">
                  <c:v>2.00824820873</c:v>
                </c:pt>
                <c:pt idx="12">
                  <c:v>1.2977688067699999</c:v>
                </c:pt>
                <c:pt idx="13">
                  <c:v>-1.27706427395E-2</c:v>
                </c:pt>
                <c:pt idx="14">
                  <c:v>0.81163251173999995</c:v>
                </c:pt>
                <c:pt idx="15">
                  <c:v>1.25103912836</c:v>
                </c:pt>
                <c:pt idx="16">
                  <c:v>1.5529164710900001</c:v>
                </c:pt>
                <c:pt idx="17">
                  <c:v>2.57074676999</c:v>
                </c:pt>
                <c:pt idx="18">
                  <c:v>8.3259507533099998E-3</c:v>
                </c:pt>
                <c:pt idx="19">
                  <c:v>0.97428770654600005</c:v>
                </c:pt>
                <c:pt idx="20">
                  <c:v>1.1093658817700001</c:v>
                </c:pt>
                <c:pt idx="21">
                  <c:v>0.79352410484500002</c:v>
                </c:pt>
                <c:pt idx="22">
                  <c:v>0.81352109268899997</c:v>
                </c:pt>
                <c:pt idx="23">
                  <c:v>0.95927902041000002</c:v>
                </c:pt>
                <c:pt idx="24">
                  <c:v>9.5295456429599995E-2</c:v>
                </c:pt>
                <c:pt idx="25">
                  <c:v>2.033506874E-2</c:v>
                </c:pt>
                <c:pt idx="26">
                  <c:v>-0.113841874424</c:v>
                </c:pt>
                <c:pt idx="27">
                  <c:v>2.3767553673699999</c:v>
                </c:pt>
                <c:pt idx="28">
                  <c:v>-2.54285988351E-2</c:v>
                </c:pt>
                <c:pt idx="29">
                  <c:v>0.92761842460499999</c:v>
                </c:pt>
                <c:pt idx="30">
                  <c:v>2.5701646671399998</c:v>
                </c:pt>
                <c:pt idx="31">
                  <c:v>0.94256671427799998</c:v>
                </c:pt>
                <c:pt idx="32">
                  <c:v>1.5068427170400001</c:v>
                </c:pt>
                <c:pt idx="33">
                  <c:v>1.19100438382</c:v>
                </c:pt>
                <c:pt idx="34">
                  <c:v>1.5979425295</c:v>
                </c:pt>
                <c:pt idx="35">
                  <c:v>1.19941799859</c:v>
                </c:pt>
                <c:pt idx="36">
                  <c:v>-2.54285988351E-2</c:v>
                </c:pt>
                <c:pt idx="37">
                  <c:v>0.35143196925999998</c:v>
                </c:pt>
                <c:pt idx="38">
                  <c:v>0.76487608264999996</c:v>
                </c:pt>
                <c:pt idx="39">
                  <c:v>0.25383829324599999</c:v>
                </c:pt>
                <c:pt idx="40">
                  <c:v>1.0653840752999999</c:v>
                </c:pt>
                <c:pt idx="41">
                  <c:v>0.56337210616800004</c:v>
                </c:pt>
                <c:pt idx="42">
                  <c:v>1.0643398233700001</c:v>
                </c:pt>
                <c:pt idx="43">
                  <c:v>-2.54285988351E-2</c:v>
                </c:pt>
                <c:pt idx="44">
                  <c:v>1.60699291552</c:v>
                </c:pt>
                <c:pt idx="45">
                  <c:v>1.3410912451799999</c:v>
                </c:pt>
                <c:pt idx="46">
                  <c:v>0.98929639268299996</c:v>
                </c:pt>
                <c:pt idx="47">
                  <c:v>0.90402570511199998</c:v>
                </c:pt>
                <c:pt idx="48">
                  <c:v>0.100016908803</c:v>
                </c:pt>
                <c:pt idx="49">
                  <c:v>1.5993986071399999</c:v>
                </c:pt>
                <c:pt idx="50">
                  <c:v>0.11626972008100001</c:v>
                </c:pt>
                <c:pt idx="51">
                  <c:v>0.82247220256499998</c:v>
                </c:pt>
                <c:pt idx="52">
                  <c:v>0.31438239915600003</c:v>
                </c:pt>
                <c:pt idx="53">
                  <c:v>0.54200597181599997</c:v>
                </c:pt>
                <c:pt idx="54">
                  <c:v>1.9557800460000001</c:v>
                </c:pt>
                <c:pt idx="55">
                  <c:v>0.18885234889999999</c:v>
                </c:pt>
                <c:pt idx="56">
                  <c:v>1.19941799859</c:v>
                </c:pt>
                <c:pt idx="57">
                  <c:v>0.57779673296099998</c:v>
                </c:pt>
                <c:pt idx="58">
                  <c:v>0.40952589025500002</c:v>
                </c:pt>
                <c:pt idx="59">
                  <c:v>1.2738964857599999</c:v>
                </c:pt>
                <c:pt idx="60">
                  <c:v>1.29121591735</c:v>
                </c:pt>
                <c:pt idx="61">
                  <c:v>0.430607521785</c:v>
                </c:pt>
                <c:pt idx="62">
                  <c:v>0.11626972008100001</c:v>
                </c:pt>
                <c:pt idx="63">
                  <c:v>0.45484935753299999</c:v>
                </c:pt>
                <c:pt idx="64">
                  <c:v>0.65821815111100002</c:v>
                </c:pt>
                <c:pt idx="65">
                  <c:v>0.49989009975900001</c:v>
                </c:pt>
                <c:pt idx="66">
                  <c:v>0.30715801268199999</c:v>
                </c:pt>
                <c:pt idx="67">
                  <c:v>1.3861173035900001</c:v>
                </c:pt>
                <c:pt idx="68">
                  <c:v>1.19100438382</c:v>
                </c:pt>
                <c:pt idx="69">
                  <c:v>0.87027115552300005</c:v>
                </c:pt>
                <c:pt idx="70">
                  <c:v>0.87027115552300005</c:v>
                </c:pt>
                <c:pt idx="71">
                  <c:v>1.431143362</c:v>
                </c:pt>
                <c:pt idx="72">
                  <c:v>8.4419417908100005E-3</c:v>
                </c:pt>
                <c:pt idx="73">
                  <c:v>0.822791572646</c:v>
                </c:pt>
                <c:pt idx="74">
                  <c:v>0.54526343354700002</c:v>
                </c:pt>
                <c:pt idx="75">
                  <c:v>0.98929639268299996</c:v>
                </c:pt>
                <c:pt idx="76">
                  <c:v>1.19295294164</c:v>
                </c:pt>
                <c:pt idx="77">
                  <c:v>0.19399596578100001</c:v>
                </c:pt>
                <c:pt idx="78">
                  <c:v>1.19100438382</c:v>
                </c:pt>
                <c:pt idx="79">
                  <c:v>1.25103912836</c:v>
                </c:pt>
                <c:pt idx="80">
                  <c:v>0.92785237560099998</c:v>
                </c:pt>
                <c:pt idx="81">
                  <c:v>0.66343423132400003</c:v>
                </c:pt>
                <c:pt idx="82">
                  <c:v>0.89858490780099998</c:v>
                </c:pt>
                <c:pt idx="83">
                  <c:v>0.71743642223000004</c:v>
                </c:pt>
                <c:pt idx="84">
                  <c:v>0.51524606127399997</c:v>
                </c:pt>
                <c:pt idx="85">
                  <c:v>1.3968814199699999</c:v>
                </c:pt>
                <c:pt idx="86">
                  <c:v>-9.2213044599399996E-2</c:v>
                </c:pt>
                <c:pt idx="87">
                  <c:v>0.87027115552300005</c:v>
                </c:pt>
                <c:pt idx="88">
                  <c:v>0.74877500613500003</c:v>
                </c:pt>
                <c:pt idx="89">
                  <c:v>0.50092950009500004</c:v>
                </c:pt>
                <c:pt idx="90">
                  <c:v>-7.0504474047699994E-2</c:v>
                </c:pt>
                <c:pt idx="91">
                  <c:v>0.18885234889999999</c:v>
                </c:pt>
                <c:pt idx="92">
                  <c:v>0.93233945738900004</c:v>
                </c:pt>
                <c:pt idx="93">
                  <c:v>1.25103912836</c:v>
                </c:pt>
                <c:pt idx="94">
                  <c:v>0.225652179285</c:v>
                </c:pt>
                <c:pt idx="95">
                  <c:v>3.4554322698600003E-2</c:v>
                </c:pt>
                <c:pt idx="96">
                  <c:v>0.29442759325500001</c:v>
                </c:pt>
                <c:pt idx="97">
                  <c:v>1.3410912451799999</c:v>
                </c:pt>
                <c:pt idx="98">
                  <c:v>1.1000679534</c:v>
                </c:pt>
                <c:pt idx="99">
                  <c:v>-0.113841874424</c:v>
                </c:pt>
                <c:pt idx="100">
                  <c:v>1.1093658817700001</c:v>
                </c:pt>
                <c:pt idx="101">
                  <c:v>-0.22392284709499999</c:v>
                </c:pt>
                <c:pt idx="102">
                  <c:v>0.113808918217</c:v>
                </c:pt>
                <c:pt idx="103">
                  <c:v>1.0682623812200001</c:v>
                </c:pt>
                <c:pt idx="104">
                  <c:v>0.218677304091</c:v>
                </c:pt>
                <c:pt idx="105">
                  <c:v>-0.11750681684600001</c:v>
                </c:pt>
                <c:pt idx="106">
                  <c:v>8.6278259314100006E-2</c:v>
                </c:pt>
                <c:pt idx="107">
                  <c:v>0.430607521785</c:v>
                </c:pt>
                <c:pt idx="108">
                  <c:v>0.37365538838200002</c:v>
                </c:pt>
                <c:pt idx="109">
                  <c:v>0.822791572646</c:v>
                </c:pt>
                <c:pt idx="110">
                  <c:v>1.8975421856799998E-2</c:v>
                </c:pt>
                <c:pt idx="111">
                  <c:v>2.0315555862300001</c:v>
                </c:pt>
                <c:pt idx="112">
                  <c:v>2.3767553673699999</c:v>
                </c:pt>
                <c:pt idx="113">
                  <c:v>0.82249722518599999</c:v>
                </c:pt>
                <c:pt idx="114">
                  <c:v>0.225652179285</c:v>
                </c:pt>
                <c:pt idx="115">
                  <c:v>1.0626362033700001</c:v>
                </c:pt>
                <c:pt idx="116">
                  <c:v>0.188582388451</c:v>
                </c:pt>
                <c:pt idx="117">
                  <c:v>1.19270800381</c:v>
                </c:pt>
                <c:pt idx="118">
                  <c:v>0.90948869207500005</c:v>
                </c:pt>
                <c:pt idx="119">
                  <c:v>8.6278259314100006E-2</c:v>
                </c:pt>
                <c:pt idx="120">
                  <c:v>1.0091310660999999</c:v>
                </c:pt>
                <c:pt idx="121">
                  <c:v>0.100169112862</c:v>
                </c:pt>
                <c:pt idx="122">
                  <c:v>0.98453212275699997</c:v>
                </c:pt>
                <c:pt idx="123">
                  <c:v>0.66594489969799997</c:v>
                </c:pt>
                <c:pt idx="124">
                  <c:v>1.2680411588</c:v>
                </c:pt>
                <c:pt idx="125">
                  <c:v>-0.113841874424</c:v>
                </c:pt>
                <c:pt idx="126">
                  <c:v>2.2266685060000002</c:v>
                </c:pt>
                <c:pt idx="127">
                  <c:v>0.19399596578100001</c:v>
                </c:pt>
                <c:pt idx="128">
                  <c:v>0.51198859954300002</c:v>
                </c:pt>
                <c:pt idx="129">
                  <c:v>1.2827601206299999</c:v>
                </c:pt>
                <c:pt idx="130">
                  <c:v>1.6630484275899999</c:v>
                </c:pt>
                <c:pt idx="131">
                  <c:v>1.5769755432400001</c:v>
                </c:pt>
                <c:pt idx="132">
                  <c:v>0.30069560996700001</c:v>
                </c:pt>
                <c:pt idx="133">
                  <c:v>0.857360805472</c:v>
                </c:pt>
                <c:pt idx="134">
                  <c:v>-0.238931533232</c:v>
                </c:pt>
                <c:pt idx="135">
                  <c:v>0.15369135974500001</c:v>
                </c:pt>
                <c:pt idx="136">
                  <c:v>-0.238931533232</c:v>
                </c:pt>
                <c:pt idx="137">
                  <c:v>0.337030408585</c:v>
                </c:pt>
                <c:pt idx="138">
                  <c:v>2.2444327983400001</c:v>
                </c:pt>
                <c:pt idx="139">
                  <c:v>0.944270334273</c:v>
                </c:pt>
                <c:pt idx="140">
                  <c:v>1.1093658817700001</c:v>
                </c:pt>
                <c:pt idx="141">
                  <c:v>0.98929639268299996</c:v>
                </c:pt>
                <c:pt idx="142">
                  <c:v>1.30622460349</c:v>
                </c:pt>
                <c:pt idx="143">
                  <c:v>1.6729859601799999</c:v>
                </c:pt>
                <c:pt idx="144">
                  <c:v>9.0574004056399995E-2</c:v>
                </c:pt>
                <c:pt idx="145">
                  <c:v>-0.238931533232</c:v>
                </c:pt>
                <c:pt idx="146">
                  <c:v>0.62881642804500004</c:v>
                </c:pt>
                <c:pt idx="147">
                  <c:v>7.86479290626E-2</c:v>
                </c:pt>
                <c:pt idx="148">
                  <c:v>0.17033888711199999</c:v>
                </c:pt>
                <c:pt idx="149">
                  <c:v>1.35780355132</c:v>
                </c:pt>
                <c:pt idx="150">
                  <c:v>1.4016085507</c:v>
                </c:pt>
                <c:pt idx="151">
                  <c:v>0.33102269883399998</c:v>
                </c:pt>
                <c:pt idx="152">
                  <c:v>0.218677304091</c:v>
                </c:pt>
                <c:pt idx="153">
                  <c:v>0.72004151514799997</c:v>
                </c:pt>
                <c:pt idx="154">
                  <c:v>0.67241036382099995</c:v>
                </c:pt>
                <c:pt idx="155">
                  <c:v>0.61835593031299996</c:v>
                </c:pt>
                <c:pt idx="156">
                  <c:v>0.82381843681800004</c:v>
                </c:pt>
                <c:pt idx="157">
                  <c:v>1.5529164710900001</c:v>
                </c:pt>
                <c:pt idx="158">
                  <c:v>0.45855251918599998</c:v>
                </c:pt>
                <c:pt idx="159">
                  <c:v>-1.0497647217E-2</c:v>
                </c:pt>
                <c:pt idx="160">
                  <c:v>0.92596379465199996</c:v>
                </c:pt>
                <c:pt idx="161">
                  <c:v>1.6729859601799999</c:v>
                </c:pt>
                <c:pt idx="162">
                  <c:v>-2.54285988351E-2</c:v>
                </c:pt>
                <c:pt idx="163">
                  <c:v>0.87400833283900004</c:v>
                </c:pt>
                <c:pt idx="164">
                  <c:v>-2.54285988351E-2</c:v>
                </c:pt>
                <c:pt idx="165">
                  <c:v>0.13045644558399999</c:v>
                </c:pt>
                <c:pt idx="166">
                  <c:v>0.163970908942</c:v>
                </c:pt>
                <c:pt idx="167">
                  <c:v>0.70240271347299998</c:v>
                </c:pt>
                <c:pt idx="168">
                  <c:v>0.70347198802599997</c:v>
                </c:pt>
                <c:pt idx="169">
                  <c:v>0.77828764020300001</c:v>
                </c:pt>
                <c:pt idx="170">
                  <c:v>0.270570400519</c:v>
                </c:pt>
                <c:pt idx="171">
                  <c:v>0.62702211777700001</c:v>
                </c:pt>
                <c:pt idx="172">
                  <c:v>0.79105804421299997</c:v>
                </c:pt>
                <c:pt idx="173">
                  <c:v>1.0793085249200001</c:v>
                </c:pt>
                <c:pt idx="174">
                  <c:v>0.31438239915600003</c:v>
                </c:pt>
                <c:pt idx="175">
                  <c:v>7.86479290626E-2</c:v>
                </c:pt>
                <c:pt idx="176">
                  <c:v>1.1093658817700001</c:v>
                </c:pt>
                <c:pt idx="177">
                  <c:v>0.88666628893499999</c:v>
                </c:pt>
                <c:pt idx="178">
                  <c:v>3.4554322698600003E-2</c:v>
                </c:pt>
                <c:pt idx="179">
                  <c:v>1.1159609531400001</c:v>
                </c:pt>
                <c:pt idx="180">
                  <c:v>-0.11750681684600001</c:v>
                </c:pt>
                <c:pt idx="181">
                  <c:v>1.1055459023200001</c:v>
                </c:pt>
                <c:pt idx="182">
                  <c:v>1.35780355132</c:v>
                </c:pt>
                <c:pt idx="183">
                  <c:v>3.4554322698600003E-2</c:v>
                </c:pt>
                <c:pt idx="184">
                  <c:v>0.70347198802599997</c:v>
                </c:pt>
                <c:pt idx="185">
                  <c:v>1.1093658817700001</c:v>
                </c:pt>
                <c:pt idx="186">
                  <c:v>1.1159609531400001</c:v>
                </c:pt>
                <c:pt idx="187">
                  <c:v>1.8355583528499999</c:v>
                </c:pt>
                <c:pt idx="188">
                  <c:v>0.218677304091</c:v>
                </c:pt>
                <c:pt idx="189">
                  <c:v>0.93969385827100005</c:v>
                </c:pt>
                <c:pt idx="190">
                  <c:v>0.87400833283900004</c:v>
                </c:pt>
                <c:pt idx="191">
                  <c:v>0.70484133810399996</c:v>
                </c:pt>
                <c:pt idx="192">
                  <c:v>0.89812317829800004</c:v>
                </c:pt>
                <c:pt idx="193">
                  <c:v>0.100016908803</c:v>
                </c:pt>
                <c:pt idx="194">
                  <c:v>8.5160426725800001E-2</c:v>
                </c:pt>
                <c:pt idx="195">
                  <c:v>0.205499876267</c:v>
                </c:pt>
                <c:pt idx="196">
                  <c:v>1.1093658817700001</c:v>
                </c:pt>
                <c:pt idx="197">
                  <c:v>0.46576851093999999</c:v>
                </c:pt>
                <c:pt idx="198">
                  <c:v>0.98929639268299996</c:v>
                </c:pt>
                <c:pt idx="199">
                  <c:v>0.19399596578100001</c:v>
                </c:pt>
                <c:pt idx="200">
                  <c:v>1.19941799859</c:v>
                </c:pt>
                <c:pt idx="201">
                  <c:v>0.31173737136099999</c:v>
                </c:pt>
                <c:pt idx="202">
                  <c:v>1.4367173096700001</c:v>
                </c:pt>
                <c:pt idx="203">
                  <c:v>0.82249722518599999</c:v>
                </c:pt>
                <c:pt idx="204">
                  <c:v>7.86479290626E-2</c:v>
                </c:pt>
                <c:pt idx="205">
                  <c:v>0.92755802814099997</c:v>
                </c:pt>
                <c:pt idx="206">
                  <c:v>1.1309696392699999</c:v>
                </c:pt>
                <c:pt idx="207">
                  <c:v>0.64363688825099996</c:v>
                </c:pt>
                <c:pt idx="208">
                  <c:v>0.995891464043</c:v>
                </c:pt>
                <c:pt idx="209">
                  <c:v>1.25103912836</c:v>
                </c:pt>
                <c:pt idx="210">
                  <c:v>9.0574004056399995E-2</c:v>
                </c:pt>
                <c:pt idx="211">
                  <c:v>6.6262359214400005E-2</c:v>
                </c:pt>
                <c:pt idx="212">
                  <c:v>0.79233464810400001</c:v>
                </c:pt>
                <c:pt idx="213">
                  <c:v>-0.113841874424</c:v>
                </c:pt>
                <c:pt idx="214">
                  <c:v>6.6262359214400005E-2</c:v>
                </c:pt>
                <c:pt idx="215">
                  <c:v>-8.7810714680600001E-3</c:v>
                </c:pt>
                <c:pt idx="216">
                  <c:v>1.47787304041</c:v>
                </c:pt>
                <c:pt idx="217">
                  <c:v>0.56337210616800004</c:v>
                </c:pt>
                <c:pt idx="218">
                  <c:v>2.2504207442399999</c:v>
                </c:pt>
                <c:pt idx="219">
                  <c:v>1.1161678752999999</c:v>
                </c:pt>
              </c:numCache>
            </c:numRef>
          </c:xVal>
          <c:yVal>
            <c:numRef>
              <c:f>'Chart Data'!$D$2:$D$221</c:f>
              <c:numCache>
                <c:formatCode>0.0</c:formatCode>
                <c:ptCount val="220"/>
                <c:pt idx="0">
                  <c:v>7.5232568353900006E-2</c:v>
                </c:pt>
                <c:pt idx="1">
                  <c:v>0.718300708131</c:v>
                </c:pt>
                <c:pt idx="2">
                  <c:v>1.6774838577</c:v>
                </c:pt>
                <c:pt idx="3">
                  <c:v>1.5425529706900001</c:v>
                </c:pt>
                <c:pt idx="4">
                  <c:v>-6.21947420003E-2</c:v>
                </c:pt>
                <c:pt idx="5">
                  <c:v>-6.3224953625399996E-2</c:v>
                </c:pt>
                <c:pt idx="6">
                  <c:v>1.94048528388</c:v>
                </c:pt>
                <c:pt idx="7">
                  <c:v>-0.403322262348</c:v>
                </c:pt>
                <c:pt idx="8">
                  <c:v>1.0944593196400001</c:v>
                </c:pt>
                <c:pt idx="9">
                  <c:v>0.29265132751200001</c:v>
                </c:pt>
                <c:pt idx="10">
                  <c:v>-0.56586888210499997</c:v>
                </c:pt>
                <c:pt idx="11">
                  <c:v>1.09198681174</c:v>
                </c:pt>
                <c:pt idx="12">
                  <c:v>1.7232807935400001</c:v>
                </c:pt>
                <c:pt idx="13">
                  <c:v>0.56470228616200002</c:v>
                </c:pt>
                <c:pt idx="14">
                  <c:v>-0.42410273276400001</c:v>
                </c:pt>
                <c:pt idx="15">
                  <c:v>1.9380127759800001</c:v>
                </c:pt>
                <c:pt idx="16">
                  <c:v>1.7197780740199999</c:v>
                </c:pt>
                <c:pt idx="17">
                  <c:v>1.3942818447600001</c:v>
                </c:pt>
                <c:pt idx="18">
                  <c:v>0.59377797217100003</c:v>
                </c:pt>
                <c:pt idx="19">
                  <c:v>1.2774536080600001</c:v>
                </c:pt>
                <c:pt idx="20">
                  <c:v>1.2755992271400001</c:v>
                </c:pt>
                <c:pt idx="21">
                  <c:v>1.16121885277</c:v>
                </c:pt>
                <c:pt idx="22">
                  <c:v>-0.46328239876100002</c:v>
                </c:pt>
                <c:pt idx="23">
                  <c:v>1.27765965039</c:v>
                </c:pt>
                <c:pt idx="24">
                  <c:v>0.86174075911299997</c:v>
                </c:pt>
                <c:pt idx="25">
                  <c:v>1.03452405631</c:v>
                </c:pt>
                <c:pt idx="26">
                  <c:v>0.71974300440600003</c:v>
                </c:pt>
                <c:pt idx="27">
                  <c:v>1.5371958702399999</c:v>
                </c:pt>
                <c:pt idx="28">
                  <c:v>0.54725687455600003</c:v>
                </c:pt>
                <c:pt idx="29">
                  <c:v>1.40949015159</c:v>
                </c:pt>
                <c:pt idx="30">
                  <c:v>1.7486311754699999</c:v>
                </c:pt>
                <c:pt idx="31">
                  <c:v>1.49197954817</c:v>
                </c:pt>
                <c:pt idx="32">
                  <c:v>0.48489946904499998</c:v>
                </c:pt>
                <c:pt idx="33">
                  <c:v>1.9388369452800001</c:v>
                </c:pt>
                <c:pt idx="34">
                  <c:v>1.7191599470400001</c:v>
                </c:pt>
                <c:pt idx="35">
                  <c:v>1.2743629731899999</c:v>
                </c:pt>
                <c:pt idx="36">
                  <c:v>0.54725687455600003</c:v>
                </c:pt>
                <c:pt idx="37">
                  <c:v>-0.42024473123099998</c:v>
                </c:pt>
                <c:pt idx="38">
                  <c:v>-0.26571192276799999</c:v>
                </c:pt>
                <c:pt idx="39">
                  <c:v>0.49156957153699998</c:v>
                </c:pt>
                <c:pt idx="40">
                  <c:v>0.94339623546700002</c:v>
                </c:pt>
                <c:pt idx="41">
                  <c:v>1.0559727730699999</c:v>
                </c:pt>
                <c:pt idx="42">
                  <c:v>1.2762173541099999</c:v>
                </c:pt>
                <c:pt idx="43">
                  <c:v>0.54725687455600003</c:v>
                </c:pt>
                <c:pt idx="44">
                  <c:v>-0.121791690344</c:v>
                </c:pt>
                <c:pt idx="45">
                  <c:v>1.9367765220299999</c:v>
                </c:pt>
                <c:pt idx="46">
                  <c:v>1.27724756574</c:v>
                </c:pt>
                <c:pt idx="47">
                  <c:v>0.99259588330799997</c:v>
                </c:pt>
                <c:pt idx="48">
                  <c:v>0.76379159412200004</c:v>
                </c:pt>
                <c:pt idx="49">
                  <c:v>0.16021948790000001</c:v>
                </c:pt>
                <c:pt idx="50">
                  <c:v>0.84503826587499997</c:v>
                </c:pt>
                <c:pt idx="51">
                  <c:v>0.81752364027400004</c:v>
                </c:pt>
                <c:pt idx="52">
                  <c:v>-0.42952454191700001</c:v>
                </c:pt>
                <c:pt idx="53">
                  <c:v>0.46904075498699999</c:v>
                </c:pt>
                <c:pt idx="54">
                  <c:v>0.85833717871199999</c:v>
                </c:pt>
                <c:pt idx="55">
                  <c:v>0.73812619059499995</c:v>
                </c:pt>
                <c:pt idx="56">
                  <c:v>1.2743629731899999</c:v>
                </c:pt>
                <c:pt idx="57">
                  <c:v>1.09370367193</c:v>
                </c:pt>
                <c:pt idx="58">
                  <c:v>-0.17884158193800001</c:v>
                </c:pt>
                <c:pt idx="59">
                  <c:v>-0.72897081406599995</c:v>
                </c:pt>
                <c:pt idx="60">
                  <c:v>-0.62153579606300002</c:v>
                </c:pt>
                <c:pt idx="61">
                  <c:v>0.65163086482400001</c:v>
                </c:pt>
                <c:pt idx="62">
                  <c:v>0.84503826587499997</c:v>
                </c:pt>
                <c:pt idx="63">
                  <c:v>0.54066352015499997</c:v>
                </c:pt>
                <c:pt idx="64">
                  <c:v>-1.1805750907100001</c:v>
                </c:pt>
                <c:pt idx="65">
                  <c:v>-0.15679042714899999</c:v>
                </c:pt>
                <c:pt idx="66">
                  <c:v>0.202355015247</c:v>
                </c:pt>
                <c:pt idx="67">
                  <c:v>1.9361583950500001</c:v>
                </c:pt>
                <c:pt idx="68">
                  <c:v>1.9388369452800001</c:v>
                </c:pt>
                <c:pt idx="69">
                  <c:v>0.94607478569199999</c:v>
                </c:pt>
                <c:pt idx="70">
                  <c:v>0.94607478569199999</c:v>
                </c:pt>
                <c:pt idx="71">
                  <c:v>1.93554026808</c:v>
                </c:pt>
                <c:pt idx="72">
                  <c:v>0.62581205434300002</c:v>
                </c:pt>
                <c:pt idx="73">
                  <c:v>-1.0164309969600001</c:v>
                </c:pt>
                <c:pt idx="74">
                  <c:v>-6.1988699675299998E-2</c:v>
                </c:pt>
                <c:pt idx="75">
                  <c:v>1.27724756574</c:v>
                </c:pt>
                <c:pt idx="76">
                  <c:v>1.7117185078899999</c:v>
                </c:pt>
                <c:pt idx="77">
                  <c:v>0.78699775192800003</c:v>
                </c:pt>
                <c:pt idx="78">
                  <c:v>1.9388369452800001</c:v>
                </c:pt>
                <c:pt idx="79">
                  <c:v>1.9380127759800001</c:v>
                </c:pt>
                <c:pt idx="80">
                  <c:v>-1.0178732932400001</c:v>
                </c:pt>
                <c:pt idx="81">
                  <c:v>-0.46122197550999999</c:v>
                </c:pt>
                <c:pt idx="82">
                  <c:v>1.1597765565</c:v>
                </c:pt>
                <c:pt idx="83">
                  <c:v>1.4950701830399999</c:v>
                </c:pt>
                <c:pt idx="84">
                  <c:v>-6.1576615025200003E-2</c:v>
                </c:pt>
                <c:pt idx="85">
                  <c:v>0.31785750543800001</c:v>
                </c:pt>
                <c:pt idx="86">
                  <c:v>1.0191727343300001</c:v>
                </c:pt>
                <c:pt idx="87">
                  <c:v>0.94607478569199999</c:v>
                </c:pt>
                <c:pt idx="88">
                  <c:v>7.2255538761899996E-2</c:v>
                </c:pt>
                <c:pt idx="89">
                  <c:v>0.74854981818999999</c:v>
                </c:pt>
                <c:pt idx="90">
                  <c:v>0.13184197213500001</c:v>
                </c:pt>
                <c:pt idx="91">
                  <c:v>0.73812619059499995</c:v>
                </c:pt>
                <c:pt idx="92">
                  <c:v>1.2062976541099999</c:v>
                </c:pt>
                <c:pt idx="93">
                  <c:v>1.9380127759800001</c:v>
                </c:pt>
                <c:pt idx="94">
                  <c:v>0.95783554317800002</c:v>
                </c:pt>
                <c:pt idx="95">
                  <c:v>0.85472369034100004</c:v>
                </c:pt>
                <c:pt idx="96">
                  <c:v>-0.48557195022499999</c:v>
                </c:pt>
                <c:pt idx="97">
                  <c:v>1.9367765220299999</c:v>
                </c:pt>
                <c:pt idx="98">
                  <c:v>1.7717242608399999</c:v>
                </c:pt>
                <c:pt idx="99">
                  <c:v>0.71974300440600003</c:v>
                </c:pt>
                <c:pt idx="100">
                  <c:v>1.2755992271400001</c:v>
                </c:pt>
                <c:pt idx="101">
                  <c:v>0.82401764315100001</c:v>
                </c:pt>
                <c:pt idx="102">
                  <c:v>0.73915640222000001</c:v>
                </c:pt>
                <c:pt idx="103">
                  <c:v>1.60332805833</c:v>
                </c:pt>
                <c:pt idx="104">
                  <c:v>0.44311009485399999</c:v>
                </c:pt>
                <c:pt idx="105">
                  <c:v>0.407115912415</c:v>
                </c:pt>
                <c:pt idx="106">
                  <c:v>0.69130485798200003</c:v>
                </c:pt>
                <c:pt idx="107">
                  <c:v>0.65163086482400001</c:v>
                </c:pt>
                <c:pt idx="108">
                  <c:v>0.38325599323300003</c:v>
                </c:pt>
                <c:pt idx="109">
                  <c:v>-1.0164309969600001</c:v>
                </c:pt>
                <c:pt idx="110">
                  <c:v>-1.44558114658E-2</c:v>
                </c:pt>
                <c:pt idx="111">
                  <c:v>1.54193484372</c:v>
                </c:pt>
                <c:pt idx="112">
                  <c:v>1.5371958702399999</c:v>
                </c:pt>
                <c:pt idx="113">
                  <c:v>1.4936278867699999</c:v>
                </c:pt>
                <c:pt idx="114">
                  <c:v>0.95783554317800002</c:v>
                </c:pt>
                <c:pt idx="115">
                  <c:v>1.4903312095700001</c:v>
                </c:pt>
                <c:pt idx="116">
                  <c:v>7.5026526028900004E-2</c:v>
                </c:pt>
                <c:pt idx="117">
                  <c:v>1.7247230898200001</c:v>
                </c:pt>
                <c:pt idx="118">
                  <c:v>-0.79248719259599998</c:v>
                </c:pt>
                <c:pt idx="119">
                  <c:v>0.69130485798200003</c:v>
                </c:pt>
                <c:pt idx="120">
                  <c:v>-0.26773935078700001</c:v>
                </c:pt>
                <c:pt idx="121">
                  <c:v>0.24751265587900001</c:v>
                </c:pt>
                <c:pt idx="122">
                  <c:v>-0.79351740422200001</c:v>
                </c:pt>
                <c:pt idx="123">
                  <c:v>-0.98004348647499995</c:v>
                </c:pt>
                <c:pt idx="124">
                  <c:v>1.38797082204</c:v>
                </c:pt>
                <c:pt idx="125">
                  <c:v>0.71974300440600003</c:v>
                </c:pt>
                <c:pt idx="126">
                  <c:v>1.53925629349</c:v>
                </c:pt>
                <c:pt idx="127">
                  <c:v>0.78699775192800003</c:v>
                </c:pt>
                <c:pt idx="128">
                  <c:v>0.46945283963700002</c:v>
                </c:pt>
                <c:pt idx="129">
                  <c:v>1.72348683587</c:v>
                </c:pt>
                <c:pt idx="130">
                  <c:v>1.0967257852100001</c:v>
                </c:pt>
                <c:pt idx="131">
                  <c:v>-0.121379605694</c:v>
                </c:pt>
                <c:pt idx="132">
                  <c:v>0.95680533155299996</c:v>
                </c:pt>
                <c:pt idx="133">
                  <c:v>0.821964134382</c:v>
                </c:pt>
                <c:pt idx="134">
                  <c:v>0.824223685476</c:v>
                </c:pt>
                <c:pt idx="135">
                  <c:v>0.68966671391199996</c:v>
                </c:pt>
                <c:pt idx="136">
                  <c:v>0.824223685476</c:v>
                </c:pt>
                <c:pt idx="137">
                  <c:v>-9.8283773121499995E-2</c:v>
                </c:pt>
                <c:pt idx="138">
                  <c:v>1.0072241582799999</c:v>
                </c:pt>
                <c:pt idx="139">
                  <c:v>1.2778656927100001</c:v>
                </c:pt>
                <c:pt idx="140">
                  <c:v>1.2755992271400001</c:v>
                </c:pt>
                <c:pt idx="141">
                  <c:v>1.27724756574</c:v>
                </c:pt>
                <c:pt idx="142">
                  <c:v>-0.62174183838800001</c:v>
                </c:pt>
                <c:pt idx="143">
                  <c:v>1.71812973542</c:v>
                </c:pt>
                <c:pt idx="144">
                  <c:v>0.95968992410300002</c:v>
                </c:pt>
                <c:pt idx="145">
                  <c:v>0.824223685476</c:v>
                </c:pt>
                <c:pt idx="146">
                  <c:v>0.407923859926</c:v>
                </c:pt>
                <c:pt idx="147">
                  <c:v>0.69069692553700002</c:v>
                </c:pt>
                <c:pt idx="148">
                  <c:v>0.86071054748700004</c:v>
                </c:pt>
                <c:pt idx="149">
                  <c:v>1.7224566242399999</c:v>
                </c:pt>
                <c:pt idx="150">
                  <c:v>2.0000776401499998</c:v>
                </c:pt>
                <c:pt idx="151">
                  <c:v>0.55802493361899996</c:v>
                </c:pt>
                <c:pt idx="152">
                  <c:v>0.44311009485399999</c:v>
                </c:pt>
                <c:pt idx="153">
                  <c:v>-0.90734764036000004</c:v>
                </c:pt>
                <c:pt idx="154">
                  <c:v>1.49568831002</c:v>
                </c:pt>
                <c:pt idx="155">
                  <c:v>-0.25755619593899998</c:v>
                </c:pt>
                <c:pt idx="156">
                  <c:v>7.1225327136800007E-2</c:v>
                </c:pt>
                <c:pt idx="157">
                  <c:v>1.7197780740199999</c:v>
                </c:pt>
                <c:pt idx="158">
                  <c:v>-0.41934642274900003</c:v>
                </c:pt>
                <c:pt idx="159">
                  <c:v>1.0094873098599999</c:v>
                </c:pt>
                <c:pt idx="160">
                  <c:v>-0.97869362724200004</c:v>
                </c:pt>
                <c:pt idx="161">
                  <c:v>1.71812973542</c:v>
                </c:pt>
                <c:pt idx="162">
                  <c:v>0.54725687455600003</c:v>
                </c:pt>
                <c:pt idx="163">
                  <c:v>0.99300796795799995</c:v>
                </c:pt>
                <c:pt idx="164">
                  <c:v>0.54725687455600003</c:v>
                </c:pt>
                <c:pt idx="165">
                  <c:v>0.91020023579499998</c:v>
                </c:pt>
                <c:pt idx="166">
                  <c:v>-0.26843544864500002</c:v>
                </c:pt>
                <c:pt idx="167">
                  <c:v>0.81917197887399995</c:v>
                </c:pt>
                <c:pt idx="168">
                  <c:v>1.16245510672</c:v>
                </c:pt>
                <c:pt idx="169">
                  <c:v>-1.18222342931</c:v>
                </c:pt>
                <c:pt idx="170">
                  <c:v>1.0455355477299999</c:v>
                </c:pt>
                <c:pt idx="171">
                  <c:v>1.16154693928</c:v>
                </c:pt>
                <c:pt idx="172">
                  <c:v>-0.619588978096</c:v>
                </c:pt>
                <c:pt idx="173">
                  <c:v>1.4013038260399999</c:v>
                </c:pt>
                <c:pt idx="174">
                  <c:v>-0.42952454191700001</c:v>
                </c:pt>
                <c:pt idx="175">
                  <c:v>0.69069692553700002</c:v>
                </c:pt>
                <c:pt idx="176">
                  <c:v>1.2755992271400001</c:v>
                </c:pt>
                <c:pt idx="177">
                  <c:v>1.0104533795599999</c:v>
                </c:pt>
                <c:pt idx="178">
                  <c:v>0.85472369034100004</c:v>
                </c:pt>
                <c:pt idx="179">
                  <c:v>1.9398671568999999</c:v>
                </c:pt>
                <c:pt idx="180">
                  <c:v>0.407115912415</c:v>
                </c:pt>
                <c:pt idx="181">
                  <c:v>-0.81475557582000002</c:v>
                </c:pt>
                <c:pt idx="182">
                  <c:v>1.7224566242399999</c:v>
                </c:pt>
                <c:pt idx="183">
                  <c:v>0.85472369034100004</c:v>
                </c:pt>
                <c:pt idx="184">
                  <c:v>1.16245510672</c:v>
                </c:pt>
                <c:pt idx="185">
                  <c:v>1.2755992271400001</c:v>
                </c:pt>
                <c:pt idx="186">
                  <c:v>1.9398671568999999</c:v>
                </c:pt>
                <c:pt idx="187">
                  <c:v>1.3762644555500001</c:v>
                </c:pt>
                <c:pt idx="188">
                  <c:v>0.44311009485399999</c:v>
                </c:pt>
                <c:pt idx="189">
                  <c:v>1.6760415614199999</c:v>
                </c:pt>
                <c:pt idx="190">
                  <c:v>0.99300796795799995</c:v>
                </c:pt>
                <c:pt idx="191">
                  <c:v>-0.26488775346799998</c:v>
                </c:pt>
                <c:pt idx="192">
                  <c:v>1.24349167692</c:v>
                </c:pt>
                <c:pt idx="193">
                  <c:v>0.76379159412200004</c:v>
                </c:pt>
                <c:pt idx="194">
                  <c:v>0.247718698204</c:v>
                </c:pt>
                <c:pt idx="195">
                  <c:v>0.90917002417000004</c:v>
                </c:pt>
                <c:pt idx="196">
                  <c:v>1.2755992271400001</c:v>
                </c:pt>
                <c:pt idx="197">
                  <c:v>0.700090341507</c:v>
                </c:pt>
                <c:pt idx="198">
                  <c:v>1.27724756574</c:v>
                </c:pt>
                <c:pt idx="199">
                  <c:v>0.78699775192800003</c:v>
                </c:pt>
                <c:pt idx="200">
                  <c:v>1.2743629731899999</c:v>
                </c:pt>
                <c:pt idx="201">
                  <c:v>1.0574493917300001</c:v>
                </c:pt>
                <c:pt idx="202">
                  <c:v>-0.55625922928000004</c:v>
                </c:pt>
                <c:pt idx="203">
                  <c:v>1.4936278867699999</c:v>
                </c:pt>
                <c:pt idx="204">
                  <c:v>0.69069692553700002</c:v>
                </c:pt>
                <c:pt idx="205">
                  <c:v>1.4921855904900001</c:v>
                </c:pt>
                <c:pt idx="206">
                  <c:v>1.93966111458</c:v>
                </c:pt>
                <c:pt idx="207">
                  <c:v>0.64137764515399998</c:v>
                </c:pt>
                <c:pt idx="208">
                  <c:v>1.9415154955</c:v>
                </c:pt>
                <c:pt idx="209">
                  <c:v>1.9380127759800001</c:v>
                </c:pt>
                <c:pt idx="210">
                  <c:v>0.95968992410300002</c:v>
                </c:pt>
                <c:pt idx="211">
                  <c:v>0.71727049650600005</c:v>
                </c:pt>
                <c:pt idx="212">
                  <c:v>0.25763780410699999</c:v>
                </c:pt>
                <c:pt idx="213">
                  <c:v>0.71974300440600003</c:v>
                </c:pt>
                <c:pt idx="214">
                  <c:v>0.71727049650600005</c:v>
                </c:pt>
                <c:pt idx="215">
                  <c:v>0.718300708131</c:v>
                </c:pt>
                <c:pt idx="216">
                  <c:v>1.72080828564</c:v>
                </c:pt>
                <c:pt idx="217">
                  <c:v>1.0559727730699999</c:v>
                </c:pt>
                <c:pt idx="218">
                  <c:v>1.34973717226</c:v>
                </c:pt>
                <c:pt idx="219">
                  <c:v>-0.43927651994400002</c:v>
                </c:pt>
              </c:numCache>
            </c:numRef>
          </c:yVal>
          <c:smooth val="1"/>
          <c:extLst>
            <c:ext xmlns:c16="http://schemas.microsoft.com/office/drawing/2014/chart" uri="{C3380CC4-5D6E-409C-BE32-E72D297353CC}">
              <c16:uniqueId val="{00000001-D92C-4C46-9E88-2F9EDCEAF534}"/>
            </c:ext>
          </c:extLst>
        </c:ser>
        <c:ser>
          <c:idx val="2"/>
          <c:order val="2"/>
          <c:tx>
            <c:v>C2</c:v>
          </c:tx>
          <c:spPr>
            <a:ln w="0">
              <a:noFill/>
            </a:ln>
          </c:spPr>
          <c:marker>
            <c:symbol val="circle"/>
            <c:size val="5"/>
            <c:spPr>
              <a:solidFill>
                <a:srgbClr val="DE8736"/>
              </a:solidFill>
            </c:spPr>
          </c:marker>
          <c:xVal>
            <c:numRef>
              <c:f>'Chart Data'!$E$2:$E$221</c:f>
              <c:numCache>
                <c:formatCode>General</c:formatCode>
                <c:ptCount val="220"/>
                <c:pt idx="0">
                  <c:v>4.8451386150799998</c:v>
                </c:pt>
                <c:pt idx="1">
                  <c:v>3.7970832944000001</c:v>
                </c:pt>
                <c:pt idx="2">
                  <c:v>2.68190970724</c:v>
                </c:pt>
                <c:pt idx="3">
                  <c:v>3.5708942080499999</c:v>
                </c:pt>
                <c:pt idx="4">
                  <c:v>1.1577715530199999</c:v>
                </c:pt>
                <c:pt idx="5">
                  <c:v>2.3963225061400002</c:v>
                </c:pt>
                <c:pt idx="6">
                  <c:v>3.7959471851700002</c:v>
                </c:pt>
                <c:pt idx="7">
                  <c:v>2.47178810133</c:v>
                </c:pt>
                <c:pt idx="8">
                  <c:v>4.5081310463099999</c:v>
                </c:pt>
                <c:pt idx="9">
                  <c:v>1.72345441494</c:v>
                </c:pt>
                <c:pt idx="10">
                  <c:v>2.68190970724</c:v>
                </c:pt>
                <c:pt idx="11">
                  <c:v>2.19659820581</c:v>
                </c:pt>
                <c:pt idx="12">
                  <c:v>2.89587567961</c:v>
                </c:pt>
                <c:pt idx="13">
                  <c:v>3.4606897882099998</c:v>
                </c:pt>
                <c:pt idx="14">
                  <c:v>2.8554059137599999</c:v>
                </c:pt>
                <c:pt idx="15">
                  <c:v>2.3379918881699999</c:v>
                </c:pt>
                <c:pt idx="16">
                  <c:v>3.3641275995300002</c:v>
                </c:pt>
                <c:pt idx="17">
                  <c:v>1.9461719938599999</c:v>
                </c:pt>
                <c:pt idx="18">
                  <c:v>4.6303760325500001</c:v>
                </c:pt>
                <c:pt idx="19">
                  <c:v>2.34940786678</c:v>
                </c:pt>
                <c:pt idx="20">
                  <c:v>2.2416242642199999</c:v>
                </c:pt>
                <c:pt idx="21">
                  <c:v>2.6874232460299998</c:v>
                </c:pt>
                <c:pt idx="22">
                  <c:v>1.72345441494</c:v>
                </c:pt>
                <c:pt idx="23">
                  <c:v>3.4642172103900002</c:v>
                </c:pt>
                <c:pt idx="24">
                  <c:v>3.85598192971</c:v>
                </c:pt>
                <c:pt idx="25">
                  <c:v>0.94378144691499999</c:v>
                </c:pt>
                <c:pt idx="26">
                  <c:v>1.77824558115</c:v>
                </c:pt>
                <c:pt idx="27">
                  <c:v>1.65255890724</c:v>
                </c:pt>
                <c:pt idx="28">
                  <c:v>3.1826532263399998</c:v>
                </c:pt>
                <c:pt idx="29">
                  <c:v>2.6537809159100001</c:v>
                </c:pt>
                <c:pt idx="30">
                  <c:v>3.37304837831</c:v>
                </c:pt>
                <c:pt idx="31">
                  <c:v>4.1988693787700004</c:v>
                </c:pt>
                <c:pt idx="32">
                  <c:v>3.4958507773599998</c:v>
                </c:pt>
                <c:pt idx="33">
                  <c:v>1.9386684627499999</c:v>
                </c:pt>
                <c:pt idx="34">
                  <c:v>3.5826478582500001</c:v>
                </c:pt>
                <c:pt idx="35">
                  <c:v>3.7209037544800001</c:v>
                </c:pt>
                <c:pt idx="36">
                  <c:v>3.4958507773599998</c:v>
                </c:pt>
                <c:pt idx="37">
                  <c:v>2.0624643210600002</c:v>
                </c:pt>
                <c:pt idx="38">
                  <c:v>1.7361009521999999</c:v>
                </c:pt>
                <c:pt idx="39">
                  <c:v>3.73062105169</c:v>
                </c:pt>
                <c:pt idx="40">
                  <c:v>6.0968888033699997</c:v>
                </c:pt>
                <c:pt idx="41">
                  <c:v>3.3341102272500001</c:v>
                </c:pt>
                <c:pt idx="42">
                  <c:v>3.2916673005499999</c:v>
                </c:pt>
                <c:pt idx="43">
                  <c:v>3.1845454918499998</c:v>
                </c:pt>
                <c:pt idx="44">
                  <c:v>2.0553681836400002</c:v>
                </c:pt>
                <c:pt idx="45">
                  <c:v>2.0656271298000002</c:v>
                </c:pt>
                <c:pt idx="46">
                  <c:v>4.5995496181100002</c:v>
                </c:pt>
                <c:pt idx="47">
                  <c:v>5.2932633043099999</c:v>
                </c:pt>
                <c:pt idx="48">
                  <c:v>2.5637287990900002</c:v>
                </c:pt>
                <c:pt idx="49">
                  <c:v>3.8482822596599999</c:v>
                </c:pt>
                <c:pt idx="50">
                  <c:v>5.7156837040599999</c:v>
                </c:pt>
                <c:pt idx="51">
                  <c:v>2.2143296915500001</c:v>
                </c:pt>
                <c:pt idx="52">
                  <c:v>3.5708942080499999</c:v>
                </c:pt>
                <c:pt idx="53">
                  <c:v>4.84134196748</c:v>
                </c:pt>
                <c:pt idx="54">
                  <c:v>1.4490473346499999</c:v>
                </c:pt>
                <c:pt idx="55">
                  <c:v>2.63688364883</c:v>
                </c:pt>
                <c:pt idx="56">
                  <c:v>1.79934217464</c:v>
                </c:pt>
                <c:pt idx="57">
                  <c:v>1.9753122802300001</c:v>
                </c:pt>
                <c:pt idx="58">
                  <c:v>2.63116566338</c:v>
                </c:pt>
                <c:pt idx="59">
                  <c:v>3.5957679634400002</c:v>
                </c:pt>
                <c:pt idx="60">
                  <c:v>3.1249070003099999</c:v>
                </c:pt>
                <c:pt idx="61">
                  <c:v>2.12980406927</c:v>
                </c:pt>
                <c:pt idx="62">
                  <c:v>4.5995496181100002</c:v>
                </c:pt>
                <c:pt idx="63">
                  <c:v>3.7959471851700002</c:v>
                </c:pt>
                <c:pt idx="64">
                  <c:v>3.1706535209800002</c:v>
                </c:pt>
                <c:pt idx="65">
                  <c:v>2.7822737105600002</c:v>
                </c:pt>
                <c:pt idx="66">
                  <c:v>4.8670588055300001</c:v>
                </c:pt>
                <c:pt idx="67">
                  <c:v>3.2114802529799999</c:v>
                </c:pt>
                <c:pt idx="68">
                  <c:v>2.63688364883</c:v>
                </c:pt>
                <c:pt idx="69">
                  <c:v>4.8670588055300001</c:v>
                </c:pt>
                <c:pt idx="70">
                  <c:v>3.25906679657</c:v>
                </c:pt>
                <c:pt idx="71">
                  <c:v>2.0859615110999998</c:v>
                </c:pt>
                <c:pt idx="72">
                  <c:v>0.68278033756199996</c:v>
                </c:pt>
                <c:pt idx="73">
                  <c:v>4.04253957302</c:v>
                </c:pt>
                <c:pt idx="74">
                  <c:v>3.0944933750399999</c:v>
                </c:pt>
                <c:pt idx="75">
                  <c:v>2.3963225061400002</c:v>
                </c:pt>
                <c:pt idx="76">
                  <c:v>3.6645664311099999</c:v>
                </c:pt>
                <c:pt idx="77">
                  <c:v>2.3062703893199998</c:v>
                </c:pt>
                <c:pt idx="78">
                  <c:v>2.3019836376099998</c:v>
                </c:pt>
                <c:pt idx="79">
                  <c:v>3.69034235716</c:v>
                </c:pt>
                <c:pt idx="80">
                  <c:v>3.13437581656</c:v>
                </c:pt>
                <c:pt idx="81">
                  <c:v>4.3345210833900003</c:v>
                </c:pt>
                <c:pt idx="82">
                  <c:v>2.3343991806400002</c:v>
                </c:pt>
                <c:pt idx="83">
                  <c:v>2.5188602035100001</c:v>
                </c:pt>
                <c:pt idx="84">
                  <c:v>3.4524765159399999</c:v>
                </c:pt>
                <c:pt idx="85">
                  <c:v>2.2143296915500001</c:v>
                </c:pt>
                <c:pt idx="86">
                  <c:v>2.63116566338</c:v>
                </c:pt>
                <c:pt idx="87">
                  <c:v>3.85598192971</c:v>
                </c:pt>
                <c:pt idx="88">
                  <c:v>2.63116566338</c:v>
                </c:pt>
                <c:pt idx="89">
                  <c:v>2.8049122079400002</c:v>
                </c:pt>
                <c:pt idx="90">
                  <c:v>3.4958507773599998</c:v>
                </c:pt>
                <c:pt idx="91">
                  <c:v>3.4100979484099998</c:v>
                </c:pt>
                <c:pt idx="92">
                  <c:v>2.34940786678</c:v>
                </c:pt>
                <c:pt idx="93">
                  <c:v>4.78267243156</c:v>
                </c:pt>
                <c:pt idx="94">
                  <c:v>2.3343991806400002</c:v>
                </c:pt>
                <c:pt idx="95">
                  <c:v>2.1787566482499998</c:v>
                </c:pt>
                <c:pt idx="96">
                  <c:v>3.3040928549799999</c:v>
                </c:pt>
                <c:pt idx="97">
                  <c:v>5.6885918872700003</c:v>
                </c:pt>
                <c:pt idx="98">
                  <c:v>3.4011488323300001</c:v>
                </c:pt>
                <c:pt idx="99">
                  <c:v>5.3276236708800004</c:v>
                </c:pt>
                <c:pt idx="100">
                  <c:v>3.8585330519599998</c:v>
                </c:pt>
                <c:pt idx="101">
                  <c:v>4.5840331075199998</c:v>
                </c:pt>
                <c:pt idx="102">
                  <c:v>3.3040928549799999</c:v>
                </c:pt>
                <c:pt idx="103">
                  <c:v>2.4244512974600001</c:v>
                </c:pt>
                <c:pt idx="104">
                  <c:v>1.9753122802300001</c:v>
                </c:pt>
                <c:pt idx="105">
                  <c:v>2.3212790754500001</c:v>
                </c:pt>
                <c:pt idx="106">
                  <c:v>3.33944523089</c:v>
                </c:pt>
                <c:pt idx="107">
                  <c:v>1.9459020334099999</c:v>
                </c:pt>
                <c:pt idx="108">
                  <c:v>3.7209037544800001</c:v>
                </c:pt>
                <c:pt idx="109">
                  <c:v>2.5397143719700002</c:v>
                </c:pt>
                <c:pt idx="110">
                  <c:v>2.7250471847000002</c:v>
                </c:pt>
                <c:pt idx="111">
                  <c:v>1.4178877552</c:v>
                </c:pt>
                <c:pt idx="112">
                  <c:v>3.31680533803</c:v>
                </c:pt>
                <c:pt idx="113">
                  <c:v>3.4606897882099998</c:v>
                </c:pt>
                <c:pt idx="114">
                  <c:v>3.61077664957</c:v>
                </c:pt>
                <c:pt idx="115">
                  <c:v>4.5295242591899996</c:v>
                </c:pt>
                <c:pt idx="116">
                  <c:v>3.7959471851700002</c:v>
                </c:pt>
                <c:pt idx="117">
                  <c:v>3.4958507773599998</c:v>
                </c:pt>
                <c:pt idx="118">
                  <c:v>5.6301591353199996</c:v>
                </c:pt>
                <c:pt idx="119">
                  <c:v>1.64977743924</c:v>
                </c:pt>
                <c:pt idx="120">
                  <c:v>1.62101472206</c:v>
                </c:pt>
                <c:pt idx="121">
                  <c:v>2.8558309236600001</c:v>
                </c:pt>
                <c:pt idx="122">
                  <c:v>5.8033222685699997</c:v>
                </c:pt>
                <c:pt idx="123">
                  <c:v>2.3782162468900001</c:v>
                </c:pt>
                <c:pt idx="124">
                  <c:v>1.78741651924</c:v>
                </c:pt>
                <c:pt idx="125">
                  <c:v>5.2155614456199997</c:v>
                </c:pt>
                <c:pt idx="126">
                  <c:v>1.9864765999</c:v>
                </c:pt>
                <c:pt idx="127">
                  <c:v>3.4492085242499999</c:v>
                </c:pt>
                <c:pt idx="128">
                  <c:v>4.5081310463099999</c:v>
                </c:pt>
                <c:pt idx="129">
                  <c:v>2.4170070454800001</c:v>
                </c:pt>
                <c:pt idx="130">
                  <c:v>3.2766586144100001</c:v>
                </c:pt>
                <c:pt idx="131">
                  <c:v>2.63688364883</c:v>
                </c:pt>
                <c:pt idx="132">
                  <c:v>1.9696298970599999</c:v>
                </c:pt>
                <c:pt idx="133">
                  <c:v>1.6427452414099999</c:v>
                </c:pt>
                <c:pt idx="134">
                  <c:v>6.7479640719600003</c:v>
                </c:pt>
                <c:pt idx="135">
                  <c:v>5.5966435049300003</c:v>
                </c:pt>
                <c:pt idx="136">
                  <c:v>3.1115630669100001</c:v>
                </c:pt>
                <c:pt idx="137">
                  <c:v>3.81153428958</c:v>
                </c:pt>
                <c:pt idx="138">
                  <c:v>2.3353665372300001</c:v>
                </c:pt>
                <c:pt idx="139">
                  <c:v>3.1415804391800002</c:v>
                </c:pt>
                <c:pt idx="140">
                  <c:v>2.414307312</c:v>
                </c:pt>
                <c:pt idx="141">
                  <c:v>3.4642172103900002</c:v>
                </c:pt>
                <c:pt idx="142">
                  <c:v>5.2465210897399999</c:v>
                </c:pt>
                <c:pt idx="143">
                  <c:v>1.96118068</c:v>
                </c:pt>
                <c:pt idx="144">
                  <c:v>2.1862009002199998</c:v>
                </c:pt>
                <c:pt idx="145">
                  <c:v>3.2166238698699998</c:v>
                </c:pt>
                <c:pt idx="146">
                  <c:v>2.0032416552200001</c:v>
                </c:pt>
                <c:pt idx="147">
                  <c:v>2.2143296915500001</c:v>
                </c:pt>
                <c:pt idx="148">
                  <c:v>1.97809090284</c:v>
                </c:pt>
                <c:pt idx="149">
                  <c:v>4.5081310463099999</c:v>
                </c:pt>
                <c:pt idx="150">
                  <c:v>1.2880373571699999</c:v>
                </c:pt>
                <c:pt idx="151">
                  <c:v>3.5708942080499999</c:v>
                </c:pt>
                <c:pt idx="152">
                  <c:v>2.6087548575000001</c:v>
                </c:pt>
                <c:pt idx="153">
                  <c:v>2.63116566338</c:v>
                </c:pt>
                <c:pt idx="154">
                  <c:v>5.5935018057999999</c:v>
                </c:pt>
                <c:pt idx="155">
                  <c:v>3.1845454918499998</c:v>
                </c:pt>
                <c:pt idx="156">
                  <c:v>2.7822737105600002</c:v>
                </c:pt>
                <c:pt idx="157">
                  <c:v>5.2465210897399999</c:v>
                </c:pt>
                <c:pt idx="158">
                  <c:v>3.1415804391800002</c:v>
                </c:pt>
                <c:pt idx="159">
                  <c:v>2.4485382252000001</c:v>
                </c:pt>
                <c:pt idx="160">
                  <c:v>2.47178810133</c:v>
                </c:pt>
                <c:pt idx="161">
                  <c:v>2.3343991806400002</c:v>
                </c:pt>
                <c:pt idx="162">
                  <c:v>2.2210396863300002</c:v>
                </c:pt>
                <c:pt idx="163">
                  <c:v>3.6725587205500001</c:v>
                </c:pt>
                <c:pt idx="164">
                  <c:v>3.59961917529</c:v>
                </c:pt>
                <c:pt idx="165">
                  <c:v>3.4958507773599998</c:v>
                </c:pt>
                <c:pt idx="166">
                  <c:v>2.5909877694799999</c:v>
                </c:pt>
                <c:pt idx="167">
                  <c:v>2.7849422613499999</c:v>
                </c:pt>
                <c:pt idx="168">
                  <c:v>2.3963225061400002</c:v>
                </c:pt>
                <c:pt idx="169">
                  <c:v>2.4244512974600001</c:v>
                </c:pt>
                <c:pt idx="170">
                  <c:v>1.96118068</c:v>
                </c:pt>
                <c:pt idx="171">
                  <c:v>1.9461719938599999</c:v>
                </c:pt>
                <c:pt idx="172">
                  <c:v>3.5976565443899999</c:v>
                </c:pt>
                <c:pt idx="173">
                  <c:v>2.68190970724</c:v>
                </c:pt>
                <c:pt idx="174">
                  <c:v>2.1487392759800001</c:v>
                </c:pt>
                <c:pt idx="175">
                  <c:v>3.5976565443899999</c:v>
                </c:pt>
                <c:pt idx="176">
                  <c:v>4.6303760325500001</c:v>
                </c:pt>
                <c:pt idx="177">
                  <c:v>3.5826478582500001</c:v>
                </c:pt>
                <c:pt idx="178">
                  <c:v>3.2766586144100001</c:v>
                </c:pt>
                <c:pt idx="179">
                  <c:v>5.8005606141300001</c:v>
                </c:pt>
                <c:pt idx="180">
                  <c:v>3.4100979484099998</c:v>
                </c:pt>
                <c:pt idx="181">
                  <c:v>2.63116566338</c:v>
                </c:pt>
                <c:pt idx="182">
                  <c:v>1.04789837899</c:v>
                </c:pt>
                <c:pt idx="183">
                  <c:v>2.12980406927</c:v>
                </c:pt>
                <c:pt idx="184">
                  <c:v>2.69151007481</c:v>
                </c:pt>
                <c:pt idx="185">
                  <c:v>4.8670588055300001</c:v>
                </c:pt>
                <c:pt idx="186">
                  <c:v>4.5995496181100002</c:v>
                </c:pt>
                <c:pt idx="187">
                  <c:v>4.1743938825900004</c:v>
                </c:pt>
                <c:pt idx="188">
                  <c:v>3.08934975815</c:v>
                </c:pt>
                <c:pt idx="189">
                  <c:v>2.1748301276799999</c:v>
                </c:pt>
                <c:pt idx="190">
                  <c:v>3.7959471851700002</c:v>
                </c:pt>
                <c:pt idx="191">
                  <c:v>5.7302386358200001</c:v>
                </c:pt>
                <c:pt idx="192">
                  <c:v>2.8554059137599999</c:v>
                </c:pt>
                <c:pt idx="193">
                  <c:v>2.6087548575000001</c:v>
                </c:pt>
                <c:pt idx="194">
                  <c:v>2.63116566338</c:v>
                </c:pt>
                <c:pt idx="195">
                  <c:v>2.4244512974600001</c:v>
                </c:pt>
                <c:pt idx="196">
                  <c:v>2.6771570845900001</c:v>
                </c:pt>
                <c:pt idx="197">
                  <c:v>1.8969486152599999</c:v>
                </c:pt>
                <c:pt idx="198">
                  <c:v>1.78999722514</c:v>
                </c:pt>
                <c:pt idx="199">
                  <c:v>1.64977743924</c:v>
                </c:pt>
                <c:pt idx="200">
                  <c:v>3.4492085242499999</c:v>
                </c:pt>
                <c:pt idx="201">
                  <c:v>5.9831180940899999</c:v>
                </c:pt>
                <c:pt idx="202">
                  <c:v>2.1862009002199998</c:v>
                </c:pt>
                <c:pt idx="203">
                  <c:v>3.16953680572</c:v>
                </c:pt>
                <c:pt idx="204">
                  <c:v>3.7209037544800001</c:v>
                </c:pt>
                <c:pt idx="205">
                  <c:v>4.8670588055300001</c:v>
                </c:pt>
                <c:pt idx="206">
                  <c:v>2.78508192924</c:v>
                </c:pt>
                <c:pt idx="207">
                  <c:v>2.7822737105600002</c:v>
                </c:pt>
                <c:pt idx="208">
                  <c:v>4.04253957302</c:v>
                </c:pt>
                <c:pt idx="209">
                  <c:v>2.34940786678</c:v>
                </c:pt>
                <c:pt idx="210">
                  <c:v>2.9053367988800001</c:v>
                </c:pt>
                <c:pt idx="211">
                  <c:v>4.8670588055300001</c:v>
                </c:pt>
                <c:pt idx="212">
                  <c:v>2.3343991806400002</c:v>
                </c:pt>
                <c:pt idx="213">
                  <c:v>2.1337977943999999</c:v>
                </c:pt>
                <c:pt idx="214">
                  <c:v>3.7209037544800001</c:v>
                </c:pt>
                <c:pt idx="215">
                  <c:v>3.5708942080499999</c:v>
                </c:pt>
                <c:pt idx="216">
                  <c:v>2.1337977943999999</c:v>
                </c:pt>
                <c:pt idx="217">
                  <c:v>3.4715136903100001</c:v>
                </c:pt>
                <c:pt idx="218">
                  <c:v>3.5708942080499999</c:v>
                </c:pt>
                <c:pt idx="219">
                  <c:v>3.4642172103900002</c:v>
                </c:pt>
              </c:numCache>
            </c:numRef>
          </c:xVal>
          <c:yVal>
            <c:numRef>
              <c:f>'Chart Data'!$F$2:$F$221</c:f>
              <c:numCache>
                <c:formatCode>0.0</c:formatCode>
                <c:ptCount val="220"/>
                <c:pt idx="0">
                  <c:v>-0.820613775928</c:v>
                </c:pt>
                <c:pt idx="1">
                  <c:v>-3.2153652569000002</c:v>
                </c:pt>
                <c:pt idx="2">
                  <c:v>-1.1470654706900001</c:v>
                </c:pt>
                <c:pt idx="3">
                  <c:v>-1.9728134101399999</c:v>
                </c:pt>
                <c:pt idx="4">
                  <c:v>-1.18718204286</c:v>
                </c:pt>
                <c:pt idx="5">
                  <c:v>-1.2899713928400001</c:v>
                </c:pt>
                <c:pt idx="6">
                  <c:v>-1.40822423489</c:v>
                </c:pt>
                <c:pt idx="7">
                  <c:v>-1.14418087814</c:v>
                </c:pt>
                <c:pt idx="8">
                  <c:v>-2.0431454071799999</c:v>
                </c:pt>
                <c:pt idx="9">
                  <c:v>-2.08708041043</c:v>
                </c:pt>
                <c:pt idx="10">
                  <c:v>-1.1470654706900001</c:v>
                </c:pt>
                <c:pt idx="11">
                  <c:v>-1.06581036004</c:v>
                </c:pt>
                <c:pt idx="12">
                  <c:v>-2.2327538085800001</c:v>
                </c:pt>
                <c:pt idx="13">
                  <c:v>-2.02024267519</c:v>
                </c:pt>
                <c:pt idx="14">
                  <c:v>-1.7367331620799999</c:v>
                </c:pt>
                <c:pt idx="15">
                  <c:v>-0.67164655582499999</c:v>
                </c:pt>
                <c:pt idx="16">
                  <c:v>-2.1951088758999999</c:v>
                </c:pt>
                <c:pt idx="17">
                  <c:v>-1.1602568055</c:v>
                </c:pt>
                <c:pt idx="18">
                  <c:v>-0.13875052373499999</c:v>
                </c:pt>
                <c:pt idx="19">
                  <c:v>-1.2501735998700001</c:v>
                </c:pt>
                <c:pt idx="20">
                  <c:v>-1.06642848701</c:v>
                </c:pt>
                <c:pt idx="21">
                  <c:v>-0.74832553043600003</c:v>
                </c:pt>
                <c:pt idx="22">
                  <c:v>-2.08708041043</c:v>
                </c:pt>
                <c:pt idx="23">
                  <c:v>-1.88817246529</c:v>
                </c:pt>
                <c:pt idx="24">
                  <c:v>-1.40904840419</c:v>
                </c:pt>
                <c:pt idx="25">
                  <c:v>-1.6078476905000001</c:v>
                </c:pt>
                <c:pt idx="26">
                  <c:v>-1.82354485541</c:v>
                </c:pt>
                <c:pt idx="27">
                  <c:v>-1.6040544869</c:v>
                </c:pt>
                <c:pt idx="28">
                  <c:v>-2.0165165768</c:v>
                </c:pt>
                <c:pt idx="29">
                  <c:v>-1.18583305204</c:v>
                </c:pt>
                <c:pt idx="30">
                  <c:v>-2.2245966465599998</c:v>
                </c:pt>
                <c:pt idx="31">
                  <c:v>-0.69186109102600002</c:v>
                </c:pt>
                <c:pt idx="32">
                  <c:v>-1.9717831985100001</c:v>
                </c:pt>
                <c:pt idx="33">
                  <c:v>-0.69138366047800004</c:v>
                </c:pt>
                <c:pt idx="34">
                  <c:v>-2.0610706797899998</c:v>
                </c:pt>
                <c:pt idx="35">
                  <c:v>-1.40719402327</c:v>
                </c:pt>
                <c:pt idx="36">
                  <c:v>-1.9717831985100001</c:v>
                </c:pt>
                <c:pt idx="37">
                  <c:v>-1.0835458121099999</c:v>
                </c:pt>
                <c:pt idx="38">
                  <c:v>-1.78139319551</c:v>
                </c:pt>
                <c:pt idx="39">
                  <c:v>-2.2833973851599998</c:v>
                </c:pt>
                <c:pt idx="40">
                  <c:v>-1.34550119573</c:v>
                </c:pt>
                <c:pt idx="41">
                  <c:v>-2.1946967912500002</c:v>
                </c:pt>
                <c:pt idx="42">
                  <c:v>-2.04241862137</c:v>
                </c:pt>
                <c:pt idx="43">
                  <c:v>-2.3590469273200001</c:v>
                </c:pt>
                <c:pt idx="44">
                  <c:v>-0.49738731111200002</c:v>
                </c:pt>
                <c:pt idx="45">
                  <c:v>-0.66715441792600005</c:v>
                </c:pt>
                <c:pt idx="46">
                  <c:v>-1.9171507678099999</c:v>
                </c:pt>
                <c:pt idx="47">
                  <c:v>-1.19626651978</c:v>
                </c:pt>
                <c:pt idx="48">
                  <c:v>-1.1845967980900001</c:v>
                </c:pt>
                <c:pt idx="49">
                  <c:v>-2.6985361804300001</c:v>
                </c:pt>
                <c:pt idx="50">
                  <c:v>-1.6828631515900001</c:v>
                </c:pt>
                <c:pt idx="51">
                  <c:v>-1.2483192189400001</c:v>
                </c:pt>
                <c:pt idx="52">
                  <c:v>-1.9728134101399999</c:v>
                </c:pt>
                <c:pt idx="53">
                  <c:v>0.15200633636300001</c:v>
                </c:pt>
                <c:pt idx="54">
                  <c:v>-1.73829872533</c:v>
                </c:pt>
                <c:pt idx="55">
                  <c:v>-1.14644734371</c:v>
                </c:pt>
                <c:pt idx="56">
                  <c:v>-1.7944691693999999</c:v>
                </c:pt>
                <c:pt idx="57">
                  <c:v>-2.1455234705000001</c:v>
                </c:pt>
                <c:pt idx="58">
                  <c:v>-0.82586069312900001</c:v>
                </c:pt>
                <c:pt idx="59">
                  <c:v>-2.0220970561199998</c:v>
                </c:pt>
                <c:pt idx="60">
                  <c:v>-2.05725653916</c:v>
                </c:pt>
                <c:pt idx="61">
                  <c:v>-0.92541577101000005</c:v>
                </c:pt>
                <c:pt idx="62">
                  <c:v>-1.9171507678099999</c:v>
                </c:pt>
                <c:pt idx="63">
                  <c:v>-1.40822423489</c:v>
                </c:pt>
                <c:pt idx="64">
                  <c:v>-2.0211804497800001</c:v>
                </c:pt>
                <c:pt idx="65">
                  <c:v>-1.5204340919799999</c:v>
                </c:pt>
                <c:pt idx="66">
                  <c:v>-2.7272098531500002</c:v>
                </c:pt>
                <c:pt idx="67">
                  <c:v>-2.0902599710800001</c:v>
                </c:pt>
                <c:pt idx="68">
                  <c:v>-1.14644734371</c:v>
                </c:pt>
                <c:pt idx="69">
                  <c:v>-2.7272098531500002</c:v>
                </c:pt>
                <c:pt idx="70">
                  <c:v>-2.1936665796299999</c:v>
                </c:pt>
                <c:pt idx="71">
                  <c:v>-1.6968249546500001</c:v>
                </c:pt>
                <c:pt idx="72">
                  <c:v>-2.70520613473</c:v>
                </c:pt>
                <c:pt idx="73">
                  <c:v>-2.49681010708</c:v>
                </c:pt>
                <c:pt idx="74">
                  <c:v>-2.3578106733699999</c:v>
                </c:pt>
                <c:pt idx="75">
                  <c:v>-1.2899713928400001</c:v>
                </c:pt>
                <c:pt idx="76">
                  <c:v>-0.29796869385199998</c:v>
                </c:pt>
                <c:pt idx="77">
                  <c:v>-1.2887351388899999</c:v>
                </c:pt>
                <c:pt idx="78">
                  <c:v>-1.2262813263300001</c:v>
                </c:pt>
                <c:pt idx="79">
                  <c:v>-2.53487391572</c:v>
                </c:pt>
                <c:pt idx="80">
                  <c:v>-2.4073003616799999</c:v>
                </c:pt>
                <c:pt idx="81">
                  <c:v>-1.27366034885</c:v>
                </c:pt>
                <c:pt idx="82">
                  <c:v>-1.24996755754</c:v>
                </c:pt>
                <c:pt idx="83">
                  <c:v>-2.5331642137999998E-2</c:v>
                </c:pt>
                <c:pt idx="84">
                  <c:v>-1.87698794191</c:v>
                </c:pt>
                <c:pt idx="85">
                  <c:v>-1.2483192189400001</c:v>
                </c:pt>
                <c:pt idx="86">
                  <c:v>-0.82586069312900001</c:v>
                </c:pt>
                <c:pt idx="87">
                  <c:v>-1.40904840419</c:v>
                </c:pt>
                <c:pt idx="88">
                  <c:v>-0.82586069312900001</c:v>
                </c:pt>
                <c:pt idx="89">
                  <c:v>0.45619727367599999</c:v>
                </c:pt>
                <c:pt idx="90">
                  <c:v>-1.9717831985100001</c:v>
                </c:pt>
                <c:pt idx="91">
                  <c:v>-2.2153168358699999</c:v>
                </c:pt>
                <c:pt idx="92">
                  <c:v>-1.2501735998700001</c:v>
                </c:pt>
                <c:pt idx="93">
                  <c:v>-2.8435125971900002</c:v>
                </c:pt>
                <c:pt idx="94">
                  <c:v>-1.24996755754</c:v>
                </c:pt>
                <c:pt idx="95">
                  <c:v>-1.00683481872</c:v>
                </c:pt>
                <c:pt idx="96">
                  <c:v>-2.1942847066</c:v>
                </c:pt>
                <c:pt idx="97">
                  <c:v>-0.19720980560000001</c:v>
                </c:pt>
                <c:pt idx="98">
                  <c:v>-1.4126028906799999</c:v>
                </c:pt>
                <c:pt idx="99">
                  <c:v>-0.10298409982999999</c:v>
                </c:pt>
                <c:pt idx="100">
                  <c:v>-2.9886555009400002</c:v>
                </c:pt>
                <c:pt idx="101">
                  <c:v>-0.78550572428200005</c:v>
                </c:pt>
                <c:pt idx="102">
                  <c:v>-2.1942847066</c:v>
                </c:pt>
                <c:pt idx="103">
                  <c:v>-1.2512038114899999</c:v>
                </c:pt>
                <c:pt idx="104">
                  <c:v>-2.1455234705000001</c:v>
                </c:pt>
                <c:pt idx="105">
                  <c:v>-1.28894118121</c:v>
                </c:pt>
                <c:pt idx="106">
                  <c:v>-1.2307757527000001</c:v>
                </c:pt>
                <c:pt idx="107">
                  <c:v>-1.82335647007</c:v>
                </c:pt>
                <c:pt idx="108">
                  <c:v>-1.40719402327</c:v>
                </c:pt>
                <c:pt idx="109">
                  <c:v>0.124039134488</c:v>
                </c:pt>
                <c:pt idx="110">
                  <c:v>-1.1085039316700001</c:v>
                </c:pt>
                <c:pt idx="111">
                  <c:v>-1.81615825087</c:v>
                </c:pt>
                <c:pt idx="112">
                  <c:v>-3.2087719025000001</c:v>
                </c:pt>
                <c:pt idx="113">
                  <c:v>-2.02024267519</c:v>
                </c:pt>
                <c:pt idx="114">
                  <c:v>-2.0223030984400001</c:v>
                </c:pt>
                <c:pt idx="115">
                  <c:v>-2.5451695610999998</c:v>
                </c:pt>
                <c:pt idx="116">
                  <c:v>-1.40822423489</c:v>
                </c:pt>
                <c:pt idx="117">
                  <c:v>-1.9717831985100001</c:v>
                </c:pt>
                <c:pt idx="118">
                  <c:v>-3.3260855347799998</c:v>
                </c:pt>
                <c:pt idx="119">
                  <c:v>-1.9588193054800001</c:v>
                </c:pt>
                <c:pt idx="120">
                  <c:v>-1.3349465710299999</c:v>
                </c:pt>
                <c:pt idx="121">
                  <c:v>-2.1037497852599998</c:v>
                </c:pt>
                <c:pt idx="122">
                  <c:v>-0.96467183071399998</c:v>
                </c:pt>
                <c:pt idx="123">
                  <c:v>-0.21916954887000001</c:v>
                </c:pt>
                <c:pt idx="124">
                  <c:v>-1.9582188354800001</c:v>
                </c:pt>
                <c:pt idx="125">
                  <c:v>-4.31138455413</c:v>
                </c:pt>
                <c:pt idx="126">
                  <c:v>-1.0629257674899999</c:v>
                </c:pt>
                <c:pt idx="127">
                  <c:v>-1.8879664229599999</c:v>
                </c:pt>
                <c:pt idx="128">
                  <c:v>-2.0431454071799999</c:v>
                </c:pt>
                <c:pt idx="129">
                  <c:v>-0.97095182992100004</c:v>
                </c:pt>
                <c:pt idx="130">
                  <c:v>-2.0422125790500001</c:v>
                </c:pt>
                <c:pt idx="131">
                  <c:v>-1.14644734371</c:v>
                </c:pt>
                <c:pt idx="132">
                  <c:v>-1.64756104172</c:v>
                </c:pt>
                <c:pt idx="133">
                  <c:v>-1.9685112008100001</c:v>
                </c:pt>
                <c:pt idx="134">
                  <c:v>-1.18928090301</c:v>
                </c:pt>
                <c:pt idx="135">
                  <c:v>-1.21263917088</c:v>
                </c:pt>
                <c:pt idx="136">
                  <c:v>-2.0399461134700001</c:v>
                </c:pt>
                <c:pt idx="137">
                  <c:v>-1.4594289234</c:v>
                </c:pt>
                <c:pt idx="138">
                  <c:v>-0.90986553358</c:v>
                </c:pt>
                <c:pt idx="139">
                  <c:v>-2.0403581981199999</c:v>
                </c:pt>
                <c:pt idx="140">
                  <c:v>-0.42895715638100002</c:v>
                </c:pt>
                <c:pt idx="141">
                  <c:v>-1.88817246529</c:v>
                </c:pt>
                <c:pt idx="142">
                  <c:v>-0.79921845858600005</c:v>
                </c:pt>
                <c:pt idx="143">
                  <c:v>-1.1604628478300001</c:v>
                </c:pt>
                <c:pt idx="144">
                  <c:v>-1.28708680029</c:v>
                </c:pt>
                <c:pt idx="145">
                  <c:v>-2.0413884097500001</c:v>
                </c:pt>
                <c:pt idx="146">
                  <c:v>-0.648678794695</c:v>
                </c:pt>
                <c:pt idx="147">
                  <c:v>-1.2483192189400001</c:v>
                </c:pt>
                <c:pt idx="148">
                  <c:v>-1.2769213024199999</c:v>
                </c:pt>
                <c:pt idx="149">
                  <c:v>-2.0431454071799999</c:v>
                </c:pt>
                <c:pt idx="150">
                  <c:v>-1.48775349849</c:v>
                </c:pt>
                <c:pt idx="151">
                  <c:v>-1.9728134101399999</c:v>
                </c:pt>
                <c:pt idx="152">
                  <c:v>-1.1852149250599999</c:v>
                </c:pt>
                <c:pt idx="153">
                  <c:v>-0.82586069312900001</c:v>
                </c:pt>
                <c:pt idx="154">
                  <c:v>-1.58575109763</c:v>
                </c:pt>
                <c:pt idx="155">
                  <c:v>-2.3590469273200001</c:v>
                </c:pt>
                <c:pt idx="156">
                  <c:v>-1.5204340919799999</c:v>
                </c:pt>
                <c:pt idx="157">
                  <c:v>-0.79921845858600005</c:v>
                </c:pt>
                <c:pt idx="158">
                  <c:v>-2.0403581981199999</c:v>
                </c:pt>
                <c:pt idx="159">
                  <c:v>-0.122250595504</c:v>
                </c:pt>
                <c:pt idx="160">
                  <c:v>-1.14418087814</c:v>
                </c:pt>
                <c:pt idx="161">
                  <c:v>-1.24996755754</c:v>
                </c:pt>
                <c:pt idx="162">
                  <c:v>-1.6986793355800001</c:v>
                </c:pt>
                <c:pt idx="163">
                  <c:v>-0.89877672728799995</c:v>
                </c:pt>
                <c:pt idx="164">
                  <c:v>-2.2595421812100001</c:v>
                </c:pt>
                <c:pt idx="165">
                  <c:v>-1.9717831985100001</c:v>
                </c:pt>
                <c:pt idx="166">
                  <c:v>-1.1800818443600001</c:v>
                </c:pt>
                <c:pt idx="167">
                  <c:v>-0.77536524148599995</c:v>
                </c:pt>
                <c:pt idx="168">
                  <c:v>-1.2899713928400001</c:v>
                </c:pt>
                <c:pt idx="169">
                  <c:v>-1.2512038114899999</c:v>
                </c:pt>
                <c:pt idx="170">
                  <c:v>-1.1604628478300001</c:v>
                </c:pt>
                <c:pt idx="171">
                  <c:v>-1.1602568055</c:v>
                </c:pt>
                <c:pt idx="172">
                  <c:v>-2.0612767221100001</c:v>
                </c:pt>
                <c:pt idx="173">
                  <c:v>-1.1470654706900001</c:v>
                </c:pt>
                <c:pt idx="174">
                  <c:v>-1.00642273407</c:v>
                </c:pt>
                <c:pt idx="175">
                  <c:v>-2.0612767221100001</c:v>
                </c:pt>
                <c:pt idx="176">
                  <c:v>-0.13875052373499999</c:v>
                </c:pt>
                <c:pt idx="177">
                  <c:v>-2.0610706797899998</c:v>
                </c:pt>
                <c:pt idx="178">
                  <c:v>-2.0422125790500001</c:v>
                </c:pt>
                <c:pt idx="179">
                  <c:v>-3.3589947740300001</c:v>
                </c:pt>
                <c:pt idx="180">
                  <c:v>-2.2153168358699999</c:v>
                </c:pt>
                <c:pt idx="181">
                  <c:v>-0.82586069312900001</c:v>
                </c:pt>
                <c:pt idx="182">
                  <c:v>-1.48445682129</c:v>
                </c:pt>
                <c:pt idx="183">
                  <c:v>-0.92541577101000005</c:v>
                </c:pt>
                <c:pt idx="184">
                  <c:v>-0.18431677169899999</c:v>
                </c:pt>
                <c:pt idx="185">
                  <c:v>-2.7272098531500002</c:v>
                </c:pt>
                <c:pt idx="186">
                  <c:v>-1.9171507678099999</c:v>
                </c:pt>
                <c:pt idx="187">
                  <c:v>-1.06593524066</c:v>
                </c:pt>
                <c:pt idx="188">
                  <c:v>-2.4066822347099999</c:v>
                </c:pt>
                <c:pt idx="189">
                  <c:v>-0.92603389798500002</c:v>
                </c:pt>
                <c:pt idx="190">
                  <c:v>-1.40822423489</c:v>
                </c:pt>
                <c:pt idx="191">
                  <c:v>-3.4559137274</c:v>
                </c:pt>
                <c:pt idx="192">
                  <c:v>-1.7367331620799999</c:v>
                </c:pt>
                <c:pt idx="193">
                  <c:v>-1.1852149250599999</c:v>
                </c:pt>
                <c:pt idx="194">
                  <c:v>-0.82586069312900001</c:v>
                </c:pt>
                <c:pt idx="195">
                  <c:v>-1.2512038114899999</c:v>
                </c:pt>
                <c:pt idx="196">
                  <c:v>-2.5698967803700001</c:v>
                </c:pt>
                <c:pt idx="197">
                  <c:v>-1.9524240873400001</c:v>
                </c:pt>
                <c:pt idx="198">
                  <c:v>-1.1874781105900001</c:v>
                </c:pt>
                <c:pt idx="199">
                  <c:v>-1.9588193054800001</c:v>
                </c:pt>
                <c:pt idx="200">
                  <c:v>-1.8879664229599999</c:v>
                </c:pt>
                <c:pt idx="201">
                  <c:v>-1.29378243188</c:v>
                </c:pt>
                <c:pt idx="202">
                  <c:v>-1.28708680029</c:v>
                </c:pt>
                <c:pt idx="203">
                  <c:v>-2.3588408850000002</c:v>
                </c:pt>
                <c:pt idx="204">
                  <c:v>-1.40719402327</c:v>
                </c:pt>
                <c:pt idx="205">
                  <c:v>-2.7272098531500002</c:v>
                </c:pt>
                <c:pt idx="206">
                  <c:v>-1.10932810097</c:v>
                </c:pt>
                <c:pt idx="207">
                  <c:v>-1.5204340919799999</c:v>
                </c:pt>
                <c:pt idx="208">
                  <c:v>-2.49681010708</c:v>
                </c:pt>
                <c:pt idx="209">
                  <c:v>-1.2501735998700001</c:v>
                </c:pt>
                <c:pt idx="210">
                  <c:v>-0.83079891761900004</c:v>
                </c:pt>
                <c:pt idx="211">
                  <c:v>-2.7272098531500002</c:v>
                </c:pt>
                <c:pt idx="212">
                  <c:v>-1.24996755754</c:v>
                </c:pt>
                <c:pt idx="213">
                  <c:v>-2.0106611050900001</c:v>
                </c:pt>
                <c:pt idx="214">
                  <c:v>-1.40719402327</c:v>
                </c:pt>
                <c:pt idx="215">
                  <c:v>-1.9728134101399999</c:v>
                </c:pt>
                <c:pt idx="216">
                  <c:v>-2.0106611050900001</c:v>
                </c:pt>
                <c:pt idx="217">
                  <c:v>-2.9955502050899998</c:v>
                </c:pt>
                <c:pt idx="218">
                  <c:v>-1.9728134101399999</c:v>
                </c:pt>
                <c:pt idx="219">
                  <c:v>-1.88817246529</c:v>
                </c:pt>
              </c:numCache>
            </c:numRef>
          </c:yVal>
          <c:smooth val="1"/>
          <c:extLst>
            <c:ext xmlns:c16="http://schemas.microsoft.com/office/drawing/2014/chart" uri="{C3380CC4-5D6E-409C-BE32-E72D297353CC}">
              <c16:uniqueId val="{00000002-D92C-4C46-9E88-2F9EDCEAF534}"/>
            </c:ext>
          </c:extLst>
        </c:ser>
        <c:dLbls>
          <c:showLegendKey val="0"/>
          <c:showVal val="0"/>
          <c:showCatName val="0"/>
          <c:showSerName val="0"/>
          <c:showPercent val="0"/>
          <c:showBubbleSize val="0"/>
        </c:dLbls>
        <c:axId val="48650112"/>
        <c:axId val="48672768"/>
      </c:scatterChart>
      <c:valAx>
        <c:axId val="48672768"/>
        <c:scaling>
          <c:orientation val="minMax"/>
          <c:max val="4"/>
          <c:min val="-6"/>
        </c:scaling>
        <c:delete val="0"/>
        <c:axPos val="l"/>
        <c:majorGridlines>
          <c:spPr>
            <a:ln w="9525">
              <a:solidFill>
                <a:srgbClr val="DCE6E5"/>
              </a:solidFill>
            </a:ln>
          </c:spPr>
        </c:majorGridlines>
        <c:title>
          <c:tx>
            <c:rich>
              <a:bodyPr/>
              <a:lstStyle/>
              <a:p>
                <a:r>
                  <a:rPr lang="fr-FR" sz="1575">
                    <a:solidFill>
                      <a:srgbClr val="5A6E71"/>
                    </a:solidFill>
                    <a:latin typeface="Arial"/>
                    <a:ea typeface="Arial"/>
                    <a:cs typeface="Arial"/>
                  </a:rPr>
                  <a:t>Axe 2 (26,2 %)</a:t>
                </a:r>
              </a:p>
            </c:rich>
          </c:tx>
          <c:overlay val="0"/>
        </c:title>
        <c:numFmt formatCode="0.0" sourceLinked="1"/>
        <c:majorTickMark val="none"/>
        <c:minorTickMark val="none"/>
        <c:tickLblPos val="low"/>
        <c:spPr>
          <a:ln w="9525">
            <a:solidFill>
              <a:srgbClr val="D4D4D4"/>
            </a:solidFill>
            <a:prstDash val="solid"/>
          </a:ln>
        </c:spPr>
        <c:txPr>
          <a:bodyPr anchorCtr="1"/>
          <a:lstStyle/>
          <a:p>
            <a:pPr>
              <a:defRPr sz="1575">
                <a:solidFill>
                  <a:srgbClr val="5A6E71"/>
                </a:solidFill>
                <a:latin typeface="Arial"/>
                <a:ea typeface="Arial"/>
                <a:cs typeface="Arial"/>
              </a:defRPr>
            </a:pPr>
            <a:endParaRPr lang="fr-FR"/>
          </a:p>
        </c:txPr>
        <c:crossAx val="48650112"/>
        <c:crossesAt val="-6"/>
        <c:crossBetween val="midCat"/>
      </c:valAx>
      <c:valAx>
        <c:axId val="48650112"/>
        <c:scaling>
          <c:orientation val="minMax"/>
          <c:max val="7"/>
          <c:min val="-3"/>
        </c:scaling>
        <c:delete val="0"/>
        <c:axPos val="b"/>
        <c:title>
          <c:tx>
            <c:rich>
              <a:bodyPr/>
              <a:lstStyle/>
              <a:p>
                <a:r>
                  <a:rPr lang="fr-FR" sz="1575">
                    <a:solidFill>
                      <a:srgbClr val="5A6E71"/>
                    </a:solidFill>
                    <a:latin typeface="Arial"/>
                    <a:ea typeface="Arial"/>
                    <a:cs typeface="Arial"/>
                  </a:rPr>
                  <a:t>Axe 1 (67,1 %)</a:t>
                </a:r>
              </a:p>
            </c:rich>
          </c:tx>
          <c:overlay val="0"/>
        </c:title>
        <c:numFmt formatCode="General" sourceLinked="1"/>
        <c:majorTickMark val="none"/>
        <c:minorTickMark val="none"/>
        <c:tickLblPos val="low"/>
        <c:spPr>
          <a:ln w="9525">
            <a:solidFill>
              <a:srgbClr val="D4D4D4"/>
            </a:solidFill>
            <a:prstDash val="solid"/>
          </a:ln>
        </c:spPr>
        <c:txPr>
          <a:bodyPr anchorCtr="1"/>
          <a:lstStyle/>
          <a:p>
            <a:pPr>
              <a:defRPr sz="1575">
                <a:solidFill>
                  <a:srgbClr val="5A6E71"/>
                </a:solidFill>
                <a:latin typeface="Arial"/>
                <a:ea typeface="Arial"/>
                <a:cs typeface="Arial"/>
              </a:defRPr>
            </a:pPr>
            <a:endParaRPr lang="fr-FR"/>
          </a:p>
        </c:txPr>
        <c:crossAx val="48672768"/>
        <c:crossesAt val="-3"/>
        <c:crossBetween val="midCat"/>
      </c:valAx>
      <c:spPr>
        <a:noFill/>
      </c:spPr>
    </c:plotArea>
    <c:legend>
      <c:legendPos val="b"/>
      <c:overlay val="0"/>
      <c:txPr>
        <a:bodyPr anchorCtr="1"/>
        <a:lstStyle/>
        <a:p>
          <a:pPr>
            <a:defRPr sz="1650">
              <a:solidFill>
                <a:srgbClr val="5A6E71"/>
              </a:solidFill>
              <a:latin typeface="Arial"/>
              <a:ea typeface="Arial"/>
              <a:cs typeface="Arial"/>
            </a:defRPr>
          </a:pPr>
          <a:endParaRPr lang="fr-FR"/>
        </a:p>
      </c:txPr>
    </c:legend>
    <c:plotVisOnly val="1"/>
    <c:dispBlanksAs val="zero"/>
    <c:showDLblsOverMax val="1"/>
  </c:chart>
  <c:spPr>
    <a:noFill/>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fr-FR"/>
  <c:roundedCorners val="1"/>
  <c:style val="2"/>
  <c:chart>
    <c:autoTitleDeleted val="1"/>
    <c:plotArea>
      <c:layout/>
      <c:barChart>
        <c:barDir val="col"/>
        <c:grouping val="percentStacked"/>
        <c:varyColors val="0"/>
        <c:ser>
          <c:idx val="0"/>
          <c:order val="0"/>
          <c:tx>
            <c:v>Gazole (GO)</c:v>
          </c:tx>
          <c:spPr>
            <a:solidFill>
              <a:srgbClr val="4179B7"/>
            </a:solidFill>
          </c:spPr>
          <c:invertIfNegative val="0"/>
          <c:cat>
            <c:strRef>
              <c:f>'Chart Data'!$A$2:$A$4</c:f>
              <c:strCache>
                <c:ptCount val="3"/>
                <c:pt idx="0">
                  <c:v>C0</c:v>
                </c:pt>
                <c:pt idx="1">
                  <c:v>C1</c:v>
                </c:pt>
                <c:pt idx="2">
                  <c:v>C2</c:v>
                </c:pt>
              </c:strCache>
            </c:strRef>
          </c:cat>
          <c:val>
            <c:numRef>
              <c:f>'Chart Data'!$B$2:$B$4</c:f>
              <c:numCache>
                <c:formatCode>0%</c:formatCode>
                <c:ptCount val="3"/>
                <c:pt idx="0">
                  <c:v>0.57016274864399996</c:v>
                </c:pt>
                <c:pt idx="1">
                  <c:v>0.79819163631800005</c:v>
                </c:pt>
                <c:pt idx="2">
                  <c:v>7.21821210439E-3</c:v>
                </c:pt>
              </c:numCache>
            </c:numRef>
          </c:val>
          <c:extLst>
            <c:ext xmlns:c16="http://schemas.microsoft.com/office/drawing/2014/chart" uri="{C3380CC4-5D6E-409C-BE32-E72D297353CC}">
              <c16:uniqueId val="{00000000-3C54-FF4A-87C0-F569FD8D386C}"/>
            </c:ext>
          </c:extLst>
        </c:ser>
        <c:ser>
          <c:idx val="1"/>
          <c:order val="1"/>
          <c:tx>
            <c:v>Essence (ES)</c:v>
          </c:tx>
          <c:spPr>
            <a:solidFill>
              <a:srgbClr val="DE8736"/>
            </a:solidFill>
          </c:spPr>
          <c:invertIfNegative val="0"/>
          <c:cat>
            <c:strRef>
              <c:f>'Chart Data'!$C$2:$C$4</c:f>
              <c:strCache>
                <c:ptCount val="3"/>
                <c:pt idx="0">
                  <c:v>C0</c:v>
                </c:pt>
                <c:pt idx="1">
                  <c:v>C1</c:v>
                </c:pt>
                <c:pt idx="2">
                  <c:v>C2</c:v>
                </c:pt>
              </c:strCache>
            </c:strRef>
          </c:cat>
          <c:val>
            <c:numRef>
              <c:f>'Chart Data'!$D$2:$D$4</c:f>
              <c:numCache>
                <c:formatCode>0%</c:formatCode>
                <c:ptCount val="3"/>
                <c:pt idx="0">
                  <c:v>0.363743218807</c:v>
                </c:pt>
                <c:pt idx="1">
                  <c:v>0.14793419565499999</c:v>
                </c:pt>
                <c:pt idx="2">
                  <c:v>0.96224319822299997</c:v>
                </c:pt>
              </c:numCache>
            </c:numRef>
          </c:val>
          <c:extLst>
            <c:ext xmlns:c16="http://schemas.microsoft.com/office/drawing/2014/chart" uri="{C3380CC4-5D6E-409C-BE32-E72D297353CC}">
              <c16:uniqueId val="{00000001-3C54-FF4A-87C0-F569FD8D386C}"/>
            </c:ext>
          </c:extLst>
        </c:ser>
        <c:ser>
          <c:idx val="2"/>
          <c:order val="2"/>
          <c:tx>
            <c:v>Autres codes</c:v>
          </c:tx>
          <c:spPr>
            <a:solidFill>
              <a:srgbClr val="B5C6C5"/>
            </a:solidFill>
          </c:spPr>
          <c:invertIfNegative val="0"/>
          <c:cat>
            <c:strRef>
              <c:f>'Chart Data'!$E$2:$E$4</c:f>
              <c:strCache>
                <c:ptCount val="3"/>
                <c:pt idx="0">
                  <c:v>C0</c:v>
                </c:pt>
                <c:pt idx="1">
                  <c:v>C1</c:v>
                </c:pt>
                <c:pt idx="2">
                  <c:v>C2</c:v>
                </c:pt>
              </c:strCache>
            </c:strRef>
          </c:cat>
          <c:val>
            <c:numRef>
              <c:f>'Chart Data'!$F$2:$F$4</c:f>
              <c:numCache>
                <c:formatCode>0%</c:formatCode>
                <c:ptCount val="3"/>
                <c:pt idx="0">
                  <c:v>6.6094032549700005E-2</c:v>
                </c:pt>
                <c:pt idx="1">
                  <c:v>5.3874168027100003E-2</c:v>
                </c:pt>
                <c:pt idx="2">
                  <c:v>3.0538589672400002E-2</c:v>
                </c:pt>
              </c:numCache>
            </c:numRef>
          </c:val>
          <c:extLst>
            <c:ext xmlns:c16="http://schemas.microsoft.com/office/drawing/2014/chart" uri="{C3380CC4-5D6E-409C-BE32-E72D297353CC}">
              <c16:uniqueId val="{00000002-3C54-FF4A-87C0-F569FD8D386C}"/>
            </c:ext>
          </c:extLst>
        </c:ser>
        <c:dLbls>
          <c:showLegendKey val="0"/>
          <c:showVal val="0"/>
          <c:showCatName val="0"/>
          <c:showSerName val="0"/>
          <c:showPercent val="0"/>
          <c:showBubbleSize val="0"/>
        </c:dLbls>
        <c:gapWidth val="70"/>
        <c:overlap val="10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CE6E5"/>
            </a:solidFill>
          </a:ln>
        </c:spPr>
        <c:txPr>
          <a:bodyPr anchorCtr="1"/>
          <a:lstStyle/>
          <a:p>
            <a:pPr>
              <a:defRPr sz="1575">
                <a:solidFill>
                  <a:srgbClr val="5A6E71"/>
                </a:solidFill>
                <a:latin typeface="Arial"/>
                <a:ea typeface="Arial"/>
                <a:cs typeface="Arial"/>
              </a:defRPr>
            </a:pPr>
            <a:endParaRPr lang="fr-FR"/>
          </a:p>
        </c:txPr>
        <c:crossAx val="48672768"/>
        <c:crosses val="autoZero"/>
        <c:auto val="1"/>
        <c:lblAlgn val="ctr"/>
        <c:lblOffset val="100"/>
        <c:noMultiLvlLbl val="1"/>
      </c:catAx>
      <c:valAx>
        <c:axId val="48672768"/>
        <c:scaling>
          <c:orientation val="minMax"/>
          <c:max val="1"/>
          <c:min val="0"/>
        </c:scaling>
        <c:delete val="0"/>
        <c:axPos val="l"/>
        <c:majorGridlines>
          <c:spPr>
            <a:ln w="9525">
              <a:solidFill>
                <a:srgbClr val="DCE6E5"/>
              </a:solidFill>
            </a:ln>
          </c:spPr>
        </c:majorGridlines>
        <c:title>
          <c:tx>
            <c:rich>
              <a:bodyPr/>
              <a:lstStyle/>
              <a:p>
                <a:r>
                  <a:rPr lang="fr-FR" sz="1575">
                    <a:solidFill>
                      <a:srgbClr val="5A6E71"/>
                    </a:solidFill>
                    <a:latin typeface="Arial"/>
                    <a:ea typeface="Arial"/>
                    <a:cs typeface="Arial"/>
                  </a:rPr>
                  <a:t>Part des variantes</a:t>
                </a:r>
              </a:p>
            </c:rich>
          </c:tx>
          <c:overlay val="0"/>
        </c:title>
        <c:numFmt formatCode="0%" sourceLinked="1"/>
        <c:majorTickMark val="none"/>
        <c:minorTickMark val="none"/>
        <c:tickLblPos val="nextTo"/>
        <c:spPr>
          <a:ln w="0">
            <a:noFill/>
          </a:ln>
        </c:spPr>
        <c:txPr>
          <a:bodyPr anchorCtr="1"/>
          <a:lstStyle/>
          <a:p>
            <a:pPr>
              <a:defRPr sz="1575">
                <a:solidFill>
                  <a:srgbClr val="5A6E71"/>
                </a:solidFill>
                <a:latin typeface="Arial"/>
                <a:ea typeface="Arial"/>
                <a:cs typeface="Arial"/>
              </a:defRPr>
            </a:pPr>
            <a:endParaRPr lang="fr-FR"/>
          </a:p>
        </c:txPr>
        <c:crossAx val="48650112"/>
        <c:crosses val="autoZero"/>
        <c:crossBetween val="between"/>
      </c:valAx>
      <c:spPr>
        <a:noFill/>
      </c:spPr>
    </c:plotArea>
    <c:legend>
      <c:legendPos val="b"/>
      <c:overlay val="0"/>
      <c:txPr>
        <a:bodyPr anchorCtr="1"/>
        <a:lstStyle/>
        <a:p>
          <a:pPr>
            <a:defRPr sz="1650">
              <a:solidFill>
                <a:srgbClr val="5A6E71"/>
              </a:solidFill>
              <a:latin typeface="Arial"/>
              <a:ea typeface="Arial"/>
              <a:cs typeface="Arial"/>
            </a:defRPr>
          </a:pPr>
          <a:endParaRPr lang="fr-FR"/>
        </a:p>
      </c:txPr>
    </c:legend>
    <c:plotVisOnly val="1"/>
    <c:dispBlanksAs val="zero"/>
    <c:showDLblsOverMax val="1"/>
  </c:chart>
  <c:spPr>
    <a:noFill/>
  </c:sp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fr-FR"/>
  <c:roundedCorners val="1"/>
  <c:style val="2"/>
  <c:chart>
    <c:autoTitleDeleted val="1"/>
    <c:plotArea>
      <c:layout/>
      <c:barChart>
        <c:barDir val="col"/>
        <c:grouping val="clustered"/>
        <c:varyColors val="0"/>
        <c:ser>
          <c:idx val="0"/>
          <c:order val="0"/>
          <c:tx>
            <c:v>Initialisation</c:v>
          </c:tx>
          <c:spPr>
            <a:solidFill>
              <a:srgbClr val="008C85"/>
            </a:solidFill>
          </c:spPr>
          <c:invertIfNegative val="0"/>
          <c:cat>
            <c:numRef>
              <c:f>'Chart Data'!$A$2:$A$6</c:f>
              <c:numCache>
                <c:formatCode>General</c:formatCode>
                <c:ptCount val="5"/>
                <c:pt idx="0">
                  <c:v>0</c:v>
                </c:pt>
                <c:pt idx="1">
                  <c:v>7</c:v>
                </c:pt>
                <c:pt idx="2">
                  <c:v>21</c:v>
                </c:pt>
                <c:pt idx="3">
                  <c:v>99</c:v>
                </c:pt>
                <c:pt idx="4">
                  <c:v>2026</c:v>
                </c:pt>
              </c:numCache>
            </c:numRef>
          </c:cat>
          <c:val>
            <c:numRef>
              <c:f>'Chart Data'!$B$2:$B$6</c:f>
              <c:numCache>
                <c:formatCode>0.00</c:formatCode>
                <c:ptCount val="5"/>
                <c:pt idx="0">
                  <c:v>0.99982158231200002</c:v>
                </c:pt>
                <c:pt idx="1">
                  <c:v>0.99982158231200002</c:v>
                </c:pt>
                <c:pt idx="2">
                  <c:v>1</c:v>
                </c:pt>
                <c:pt idx="3">
                  <c:v>0.99982158231200002</c:v>
                </c:pt>
                <c:pt idx="4">
                  <c:v>1</c:v>
                </c:pt>
              </c:numCache>
            </c:numRef>
          </c:val>
          <c:extLst>
            <c:ext xmlns:c16="http://schemas.microsoft.com/office/drawing/2014/chart" uri="{C3380CC4-5D6E-409C-BE32-E72D297353CC}">
              <c16:uniqueId val="{00000000-DCBA-E342-8280-0BA2B7C4AB05}"/>
            </c:ext>
          </c:extLst>
        </c:ser>
        <c:ser>
          <c:idx val="1"/>
          <c:order val="1"/>
          <c:tx>
            <c:v>Rééchantillonnage 80 %</c:v>
          </c:tx>
          <c:spPr>
            <a:solidFill>
              <a:srgbClr val="4179B7"/>
            </a:solidFill>
          </c:spPr>
          <c:invertIfNegative val="0"/>
          <c:cat>
            <c:numRef>
              <c:f>'Chart Data'!$C$2:$C$6</c:f>
              <c:numCache>
                <c:formatCode>General</c:formatCode>
                <c:ptCount val="5"/>
                <c:pt idx="0">
                  <c:v>0</c:v>
                </c:pt>
                <c:pt idx="1">
                  <c:v>7</c:v>
                </c:pt>
                <c:pt idx="2">
                  <c:v>21</c:v>
                </c:pt>
                <c:pt idx="3">
                  <c:v>99</c:v>
                </c:pt>
                <c:pt idx="4">
                  <c:v>2026</c:v>
                </c:pt>
              </c:numCache>
            </c:numRef>
          </c:cat>
          <c:val>
            <c:numRef>
              <c:f>'Chart Data'!$D$2:$D$6</c:f>
              <c:numCache>
                <c:formatCode>0.00</c:formatCode>
                <c:ptCount val="5"/>
                <c:pt idx="0">
                  <c:v>1</c:v>
                </c:pt>
                <c:pt idx="1">
                  <c:v>1</c:v>
                </c:pt>
                <c:pt idx="2">
                  <c:v>0.99501190233699999</c:v>
                </c:pt>
                <c:pt idx="3">
                  <c:v>0.99482453485400002</c:v>
                </c:pt>
                <c:pt idx="4">
                  <c:v>0.99946479922499998</c:v>
                </c:pt>
              </c:numCache>
            </c:numRef>
          </c:val>
          <c:extLst>
            <c:ext xmlns:c16="http://schemas.microsoft.com/office/drawing/2014/chart" uri="{C3380CC4-5D6E-409C-BE32-E72D297353CC}">
              <c16:uniqueId val="{00000001-DCBA-E342-8280-0BA2B7C4AB05}"/>
            </c:ext>
          </c:extLst>
        </c:ser>
        <c:dLbls>
          <c:showLegendKey val="0"/>
          <c:showVal val="0"/>
          <c:showCatName val="0"/>
          <c:showSerName val="0"/>
          <c:showPercent val="0"/>
          <c:showBubbleSize val="0"/>
        </c:dLbls>
        <c:gapWidth val="70"/>
        <c:axId val="48650112"/>
        <c:axId val="48672768"/>
      </c:barChart>
      <c:catAx>
        <c:axId val="48650112"/>
        <c:scaling>
          <c:orientation val="minMax"/>
        </c:scaling>
        <c:delete val="0"/>
        <c:axPos val="b"/>
        <c:title>
          <c:tx>
            <c:rich>
              <a:bodyPr/>
              <a:lstStyle/>
              <a:p>
                <a:r>
                  <a:rPr lang="fr-FR" sz="1575">
                    <a:solidFill>
                      <a:srgbClr val="5A6E71"/>
                    </a:solidFill>
                    <a:latin typeface="Arial"/>
                    <a:ea typeface="Arial"/>
                    <a:cs typeface="Arial"/>
                  </a:rPr>
                  <a:t>Graine aléatoire</a:t>
                </a:r>
              </a:p>
            </c:rich>
          </c:tx>
          <c:overlay val="0"/>
        </c:title>
        <c:numFmt formatCode="General" sourceLinked="1"/>
        <c:majorTickMark val="none"/>
        <c:minorTickMark val="none"/>
        <c:tickLblPos val="nextTo"/>
        <c:spPr>
          <a:ln w="9525">
            <a:solidFill>
              <a:srgbClr val="DCE6E5"/>
            </a:solidFill>
          </a:ln>
        </c:spPr>
        <c:txPr>
          <a:bodyPr anchorCtr="1"/>
          <a:lstStyle/>
          <a:p>
            <a:pPr>
              <a:defRPr sz="1575">
                <a:solidFill>
                  <a:srgbClr val="5A6E71"/>
                </a:solidFill>
                <a:latin typeface="Arial"/>
                <a:ea typeface="Arial"/>
                <a:cs typeface="Arial"/>
              </a:defRPr>
            </a:pPr>
            <a:endParaRPr lang="fr-FR"/>
          </a:p>
        </c:txPr>
        <c:crossAx val="48672768"/>
        <c:crosses val="autoZero"/>
        <c:auto val="1"/>
        <c:lblAlgn val="ctr"/>
        <c:lblOffset val="100"/>
        <c:noMultiLvlLbl val="1"/>
      </c:catAx>
      <c:valAx>
        <c:axId val="48672768"/>
        <c:scaling>
          <c:orientation val="minMax"/>
          <c:max val="1"/>
          <c:min val="0"/>
        </c:scaling>
        <c:delete val="0"/>
        <c:axPos val="l"/>
        <c:majorGridlines>
          <c:spPr>
            <a:ln w="9525">
              <a:solidFill>
                <a:srgbClr val="DCE6E5"/>
              </a:solidFill>
            </a:ln>
          </c:spPr>
        </c:majorGridlines>
        <c:title>
          <c:tx>
            <c:rich>
              <a:bodyPr/>
              <a:lstStyle/>
              <a:p>
                <a:r>
                  <a:rPr lang="fr-FR" sz="1575">
                    <a:solidFill>
                      <a:srgbClr val="5A6E71"/>
                    </a:solidFill>
                    <a:latin typeface="Arial"/>
                    <a:ea typeface="Arial"/>
                    <a:cs typeface="Arial"/>
                  </a:rPr>
                  <a:t>ARI</a:t>
                </a:r>
              </a:p>
            </c:rich>
          </c:tx>
          <c:overlay val="0"/>
        </c:title>
        <c:numFmt formatCode="0.00" sourceLinked="1"/>
        <c:majorTickMark val="none"/>
        <c:minorTickMark val="none"/>
        <c:tickLblPos val="nextTo"/>
        <c:spPr>
          <a:ln w="0">
            <a:noFill/>
          </a:ln>
        </c:spPr>
        <c:txPr>
          <a:bodyPr anchorCtr="1"/>
          <a:lstStyle/>
          <a:p>
            <a:pPr>
              <a:defRPr sz="1575">
                <a:solidFill>
                  <a:srgbClr val="5A6E71"/>
                </a:solidFill>
                <a:latin typeface="Arial"/>
                <a:ea typeface="Arial"/>
                <a:cs typeface="Arial"/>
              </a:defRPr>
            </a:pPr>
            <a:endParaRPr lang="fr-FR"/>
          </a:p>
        </c:txPr>
        <c:crossAx val="48650112"/>
        <c:crosses val="autoZero"/>
        <c:crossBetween val="between"/>
      </c:valAx>
      <c:spPr>
        <a:noFill/>
      </c:spPr>
    </c:plotArea>
    <c:legend>
      <c:legendPos val="b"/>
      <c:overlay val="0"/>
      <c:txPr>
        <a:bodyPr anchorCtr="1"/>
        <a:lstStyle/>
        <a:p>
          <a:pPr>
            <a:defRPr sz="1650">
              <a:solidFill>
                <a:srgbClr val="5A6E71"/>
              </a:solidFill>
              <a:latin typeface="Arial"/>
              <a:ea typeface="Arial"/>
              <a:cs typeface="Arial"/>
            </a:defRPr>
          </a:pPr>
          <a:endParaRPr lang="fr-FR"/>
        </a:p>
      </c:txPr>
    </c:legend>
    <c:plotVisOnly val="1"/>
    <c:dispBlanksAs val="zero"/>
    <c:showDLblsOverMax val="1"/>
  </c:chart>
  <c:spPr>
    <a:noFill/>
  </c:sp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fr-FR"/>
  <c:roundedCorners val="1"/>
  <c:style val="2"/>
  <c:chart>
    <c:autoTitleDeleted val="1"/>
    <c:plotArea>
      <c:layout/>
      <c:barChart>
        <c:barDir val="col"/>
        <c:grouping val="clustered"/>
        <c:varyColors val="0"/>
        <c:ser>
          <c:idx val="0"/>
          <c:order val="0"/>
          <c:tx>
            <c:v>ARI</c:v>
          </c:tx>
          <c:spPr>
            <a:solidFill>
              <a:srgbClr val="4179B7"/>
            </a:solidFill>
          </c:spPr>
          <c:invertIfNegative val="0"/>
          <c:dLbls>
            <c:numFmt formatCode="0.000" sourceLinked="0"/>
            <c:spPr>
              <a:noFill/>
              <a:ln>
                <a:noFill/>
              </a:ln>
              <a:effectLst/>
            </c:spPr>
            <c:txPr>
              <a:bodyPr anchorCtr="1"/>
              <a:lstStyle/>
              <a:p>
                <a:pPr>
                  <a:defRPr sz="1575" b="1">
                    <a:solidFill>
                      <a:srgbClr val="17363A"/>
                    </a:solidFill>
                    <a:latin typeface="Arial"/>
                    <a:ea typeface="Arial"/>
                    <a:cs typeface="Arial"/>
                  </a:defRPr>
                </a:pPr>
                <a:endParaRPr lang="fr-F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Data'!$A$2:$A$4</c:f>
              <c:strCache>
                <c:ptCount val="3"/>
                <c:pt idx="0">
                  <c:v>Autre graine</c:v>
                </c:pt>
                <c:pt idx="1">
                  <c:v>Sans CO₂</c:v>
                </c:pt>
                <c:pt idx="2">
                  <c:v>50 variantes / famille</c:v>
                </c:pt>
              </c:strCache>
            </c:strRef>
          </c:cat>
          <c:val>
            <c:numRef>
              <c:f>'Chart Data'!$B$2:$B$4</c:f>
              <c:numCache>
                <c:formatCode>0.000</c:formatCode>
                <c:ptCount val="3"/>
                <c:pt idx="0">
                  <c:v>0.99989294938700002</c:v>
                </c:pt>
                <c:pt idx="1">
                  <c:v>0.80899822250099995</c:v>
                </c:pt>
                <c:pt idx="2">
                  <c:v>0.54800087903500005</c:v>
                </c:pt>
              </c:numCache>
            </c:numRef>
          </c:val>
          <c:extLst>
            <c:ext xmlns:c16="http://schemas.microsoft.com/office/drawing/2014/chart" uri="{C3380CC4-5D6E-409C-BE32-E72D297353CC}">
              <c16:uniqueId val="{00000000-31F4-D248-9155-6D8163DBEDEC}"/>
            </c:ext>
          </c:extLst>
        </c:ser>
        <c:dLbls>
          <c:dLblPos val="outEnd"/>
          <c:showLegendKey val="0"/>
          <c:showVal val="1"/>
          <c:showCatName val="0"/>
          <c:showSerName val="0"/>
          <c:showPercent val="0"/>
          <c:showBubbleSize val="0"/>
        </c:dLbls>
        <c:gapWidth val="7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CE6E5"/>
            </a:solidFill>
          </a:ln>
        </c:spPr>
        <c:txPr>
          <a:bodyPr anchorCtr="1"/>
          <a:lstStyle/>
          <a:p>
            <a:pPr>
              <a:defRPr sz="1575">
                <a:solidFill>
                  <a:srgbClr val="5A6E71"/>
                </a:solidFill>
                <a:latin typeface="Arial"/>
                <a:ea typeface="Arial"/>
                <a:cs typeface="Arial"/>
              </a:defRPr>
            </a:pPr>
            <a:endParaRPr lang="fr-FR"/>
          </a:p>
        </c:txPr>
        <c:crossAx val="48672768"/>
        <c:crosses val="autoZero"/>
        <c:auto val="1"/>
        <c:lblAlgn val="ctr"/>
        <c:lblOffset val="100"/>
        <c:noMultiLvlLbl val="1"/>
      </c:catAx>
      <c:valAx>
        <c:axId val="48672768"/>
        <c:scaling>
          <c:orientation val="minMax"/>
          <c:max val="1"/>
          <c:min val="0"/>
        </c:scaling>
        <c:delete val="0"/>
        <c:axPos val="l"/>
        <c:majorGridlines>
          <c:spPr>
            <a:ln w="9525">
              <a:solidFill>
                <a:srgbClr val="DCE6E5"/>
              </a:solidFill>
            </a:ln>
          </c:spPr>
        </c:majorGridlines>
        <c:title>
          <c:tx>
            <c:rich>
              <a:bodyPr/>
              <a:lstStyle/>
              <a:p>
                <a:r>
                  <a:rPr lang="fr-FR" sz="1575">
                    <a:solidFill>
                      <a:srgbClr val="5A6E71"/>
                    </a:solidFill>
                    <a:latin typeface="Arial"/>
                    <a:ea typeface="Arial"/>
                    <a:cs typeface="Arial"/>
                  </a:rPr>
                  <a:t>Accord avec la segmentation initiale</a:t>
                </a:r>
              </a:p>
            </c:rich>
          </c:tx>
          <c:overlay val="0"/>
        </c:title>
        <c:numFmt formatCode="0.000" sourceLinked="1"/>
        <c:majorTickMark val="none"/>
        <c:minorTickMark val="none"/>
        <c:tickLblPos val="nextTo"/>
        <c:spPr>
          <a:ln w="0">
            <a:noFill/>
          </a:ln>
        </c:spPr>
        <c:txPr>
          <a:bodyPr anchorCtr="1"/>
          <a:lstStyle/>
          <a:p>
            <a:pPr>
              <a:defRPr sz="1575">
                <a:solidFill>
                  <a:srgbClr val="5A6E71"/>
                </a:solidFill>
                <a:latin typeface="Arial"/>
                <a:ea typeface="Arial"/>
                <a:cs typeface="Arial"/>
              </a:defRPr>
            </a:pPr>
            <a:endParaRPr lang="fr-FR"/>
          </a:p>
        </c:txPr>
        <c:crossAx val="48650112"/>
        <c:crosses val="autoZero"/>
        <c:crossBetween val="between"/>
      </c:valAx>
      <c:spPr>
        <a:noFill/>
      </c:spPr>
    </c:plotArea>
    <c:plotVisOnly val="1"/>
    <c:dispBlanksAs val="zero"/>
    <c:showDLblsOverMax val="1"/>
  </c:chart>
  <c:spPr>
    <a:noFill/>
  </c:sp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fr-FR"/>
  <c:roundedCorners val="1"/>
  <c:style val="2"/>
  <c:chart>
    <c:autoTitleDeleted val="1"/>
    <c:plotArea>
      <c:layout/>
      <c:barChart>
        <c:barDir val="col"/>
        <c:grouping val="clustered"/>
        <c:varyColors val="0"/>
        <c:ser>
          <c:idx val="0"/>
          <c:order val="0"/>
          <c:tx>
            <c:v>CO₂ moyen</c:v>
          </c:tx>
          <c:spPr>
            <a:solidFill>
              <a:srgbClr val="008C85"/>
            </a:solidFill>
          </c:spPr>
          <c:invertIfNegative val="0"/>
          <c:dPt>
            <c:idx val="0"/>
            <c:invertIfNegative val="0"/>
            <c:bubble3D val="0"/>
            <c:extLst>
              <c:ext xmlns:c16="http://schemas.microsoft.com/office/drawing/2014/chart" uri="{C3380CC4-5D6E-409C-BE32-E72D297353CC}">
                <c16:uniqueId val="{00000001-5ECC-4848-B5DA-CC9CA9D9B4A0}"/>
              </c:ext>
            </c:extLst>
          </c:dPt>
          <c:dPt>
            <c:idx val="1"/>
            <c:invertIfNegative val="0"/>
            <c:bubble3D val="0"/>
            <c:spPr>
              <a:solidFill>
                <a:srgbClr val="4179B7"/>
              </a:solidFill>
            </c:spPr>
            <c:extLst>
              <c:ext xmlns:c16="http://schemas.microsoft.com/office/drawing/2014/chart" uri="{C3380CC4-5D6E-409C-BE32-E72D297353CC}">
                <c16:uniqueId val="{00000003-5ECC-4848-B5DA-CC9CA9D9B4A0}"/>
              </c:ext>
            </c:extLst>
          </c:dPt>
          <c:dPt>
            <c:idx val="2"/>
            <c:invertIfNegative val="0"/>
            <c:bubble3D val="0"/>
            <c:spPr>
              <a:solidFill>
                <a:srgbClr val="DE8736"/>
              </a:solidFill>
            </c:spPr>
            <c:extLst>
              <c:ext xmlns:c16="http://schemas.microsoft.com/office/drawing/2014/chart" uri="{C3380CC4-5D6E-409C-BE32-E72D297353CC}">
                <c16:uniqueId val="{00000005-5ECC-4848-B5DA-CC9CA9D9B4A0}"/>
              </c:ext>
            </c:extLst>
          </c:dPt>
          <c:dLbls>
            <c:numFmt formatCode="0.0" sourceLinked="0"/>
            <c:spPr>
              <a:noFill/>
              <a:ln>
                <a:noFill/>
              </a:ln>
              <a:effectLst/>
            </c:spPr>
            <c:txPr>
              <a:bodyPr anchorCtr="1"/>
              <a:lstStyle/>
              <a:p>
                <a:pPr>
                  <a:defRPr sz="1575" b="1">
                    <a:solidFill>
                      <a:srgbClr val="17363A"/>
                    </a:solidFill>
                    <a:latin typeface="Arial"/>
                    <a:ea typeface="Arial"/>
                    <a:cs typeface="Arial"/>
                  </a:defRPr>
                </a:pPr>
                <a:endParaRPr lang="fr-F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Data'!$A$2:$A$4</c:f>
              <c:strCache>
                <c:ptCount val="3"/>
                <c:pt idx="0">
                  <c:v>C0</c:v>
                </c:pt>
                <c:pt idx="1">
                  <c:v>C1</c:v>
                </c:pt>
                <c:pt idx="2">
                  <c:v>C2</c:v>
                </c:pt>
              </c:strCache>
            </c:strRef>
          </c:cat>
          <c:val>
            <c:numRef>
              <c:f>'Chart Data'!$B$2:$B$4</c:f>
              <c:numCache>
                <c:formatCode>0.0</c:formatCode>
                <c:ptCount val="3"/>
                <c:pt idx="0">
                  <c:v>123.883815552</c:v>
                </c:pt>
                <c:pt idx="1">
                  <c:v>176.86864247099999</c:v>
                </c:pt>
                <c:pt idx="2">
                  <c:v>244.58856191000001</c:v>
                </c:pt>
              </c:numCache>
            </c:numRef>
          </c:val>
          <c:extLst>
            <c:ext xmlns:c16="http://schemas.microsoft.com/office/drawing/2014/chart" uri="{C3380CC4-5D6E-409C-BE32-E72D297353CC}">
              <c16:uniqueId val="{00000006-5ECC-4848-B5DA-CC9CA9D9B4A0}"/>
            </c:ext>
          </c:extLst>
        </c:ser>
        <c:dLbls>
          <c:dLblPos val="outEnd"/>
          <c:showLegendKey val="0"/>
          <c:showVal val="1"/>
          <c:showCatName val="0"/>
          <c:showSerName val="0"/>
          <c:showPercent val="0"/>
          <c:showBubbleSize val="0"/>
        </c:dLbls>
        <c:gapWidth val="7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CE6E5"/>
            </a:solidFill>
          </a:ln>
        </c:spPr>
        <c:txPr>
          <a:bodyPr anchorCtr="1"/>
          <a:lstStyle/>
          <a:p>
            <a:pPr>
              <a:defRPr sz="1575">
                <a:solidFill>
                  <a:srgbClr val="5A6E71"/>
                </a:solidFill>
                <a:latin typeface="Arial"/>
                <a:ea typeface="Arial"/>
                <a:cs typeface="Arial"/>
              </a:defRPr>
            </a:pPr>
            <a:endParaRPr lang="fr-FR"/>
          </a:p>
        </c:txPr>
        <c:crossAx val="48672768"/>
        <c:crosses val="autoZero"/>
        <c:auto val="1"/>
        <c:lblAlgn val="ctr"/>
        <c:lblOffset val="100"/>
        <c:noMultiLvlLbl val="1"/>
      </c:catAx>
      <c:valAx>
        <c:axId val="48672768"/>
        <c:scaling>
          <c:orientation val="minMax"/>
          <c:max val="300"/>
          <c:min val="0"/>
        </c:scaling>
        <c:delete val="0"/>
        <c:axPos val="l"/>
        <c:majorGridlines>
          <c:spPr>
            <a:ln w="9525">
              <a:solidFill>
                <a:srgbClr val="DCE6E5"/>
              </a:solidFill>
            </a:ln>
          </c:spPr>
        </c:majorGridlines>
        <c:title>
          <c:tx>
            <c:rich>
              <a:bodyPr/>
              <a:lstStyle/>
              <a:p>
                <a:r>
                  <a:rPr lang="fr-FR" sz="1575">
                    <a:solidFill>
                      <a:srgbClr val="5A6E71"/>
                    </a:solidFill>
                    <a:latin typeface="Arial"/>
                    <a:ea typeface="Arial"/>
                    <a:cs typeface="Arial"/>
                  </a:rPr>
                  <a:t>CO₂ moyen déclaré (g/km)</a:t>
                </a:r>
              </a:p>
            </c:rich>
          </c:tx>
          <c:overlay val="0"/>
        </c:title>
        <c:numFmt formatCode="0.0" sourceLinked="1"/>
        <c:majorTickMark val="none"/>
        <c:minorTickMark val="none"/>
        <c:tickLblPos val="nextTo"/>
        <c:spPr>
          <a:ln w="0">
            <a:noFill/>
          </a:ln>
        </c:spPr>
        <c:txPr>
          <a:bodyPr anchorCtr="1"/>
          <a:lstStyle/>
          <a:p>
            <a:pPr>
              <a:defRPr sz="1575">
                <a:solidFill>
                  <a:srgbClr val="5A6E71"/>
                </a:solidFill>
                <a:latin typeface="Arial"/>
                <a:ea typeface="Arial"/>
                <a:cs typeface="Arial"/>
              </a:defRPr>
            </a:pPr>
            <a:endParaRPr lang="fr-FR"/>
          </a:p>
        </c:txPr>
        <c:crossAx val="48650112"/>
        <c:crosses val="autoZero"/>
        <c:crossBetween val="between"/>
      </c:valAx>
      <c:spPr>
        <a:noFill/>
      </c:spPr>
    </c:plotArea>
    <c:plotVisOnly val="1"/>
    <c:dispBlanksAs val="zero"/>
    <c:showDLblsOverMax val="1"/>
  </c:chart>
  <c:spPr>
    <a:noFill/>
  </c:sp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fr-FR"/>
  <c:roundedCorners val="1"/>
  <c:style val="2"/>
  <c:chart>
    <c:autoTitleDeleted val="1"/>
    <c:plotArea>
      <c:layout/>
      <c:barChart>
        <c:barDir val="col"/>
        <c:grouping val="clustered"/>
        <c:varyColors val="0"/>
        <c:ser>
          <c:idx val="0"/>
          <c:order val="0"/>
          <c:tx>
            <c:v>CO₂ annuel indicatif</c:v>
          </c:tx>
          <c:spPr>
            <a:solidFill>
              <a:srgbClr val="008C85"/>
            </a:solidFill>
          </c:spPr>
          <c:invertIfNegative val="0"/>
          <c:dPt>
            <c:idx val="0"/>
            <c:invertIfNegative val="0"/>
            <c:bubble3D val="0"/>
            <c:extLst>
              <c:ext xmlns:c16="http://schemas.microsoft.com/office/drawing/2014/chart" uri="{C3380CC4-5D6E-409C-BE32-E72D297353CC}">
                <c16:uniqueId val="{00000001-8419-B54A-887E-FE79BE01A135}"/>
              </c:ext>
            </c:extLst>
          </c:dPt>
          <c:dPt>
            <c:idx val="1"/>
            <c:invertIfNegative val="0"/>
            <c:bubble3D val="0"/>
            <c:spPr>
              <a:solidFill>
                <a:srgbClr val="DE8736"/>
              </a:solidFill>
            </c:spPr>
            <c:extLst>
              <c:ext xmlns:c16="http://schemas.microsoft.com/office/drawing/2014/chart" uri="{C3380CC4-5D6E-409C-BE32-E72D297353CC}">
                <c16:uniqueId val="{00000003-8419-B54A-887E-FE79BE01A135}"/>
              </c:ext>
            </c:extLst>
          </c:dPt>
          <c:dLbls>
            <c:numFmt formatCode="0.00" sourceLinked="0"/>
            <c:spPr>
              <a:noFill/>
              <a:ln>
                <a:noFill/>
              </a:ln>
              <a:effectLst/>
            </c:spPr>
            <c:txPr>
              <a:bodyPr anchorCtr="1"/>
              <a:lstStyle/>
              <a:p>
                <a:pPr>
                  <a:defRPr sz="1575" b="1">
                    <a:solidFill>
                      <a:srgbClr val="17363A"/>
                    </a:solidFill>
                    <a:latin typeface="Arial"/>
                    <a:ea typeface="Arial"/>
                    <a:cs typeface="Arial"/>
                  </a:defRPr>
                </a:pPr>
                <a:endParaRPr lang="fr-F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Data'!$A$2:$A$3</c:f>
              <c:strCache>
                <c:ptCount val="2"/>
                <c:pt idx="0">
                  <c:v>C0 à 20 000 km/an</c:v>
                </c:pt>
                <c:pt idx="1">
                  <c:v>C2 à 5 000 km/an</c:v>
                </c:pt>
              </c:strCache>
            </c:strRef>
          </c:cat>
          <c:val>
            <c:numRef>
              <c:f>'Chart Data'!$B$2:$B$3</c:f>
              <c:numCache>
                <c:formatCode>0.00</c:formatCode>
                <c:ptCount val="2"/>
                <c:pt idx="0">
                  <c:v>2.4776763110300002</c:v>
                </c:pt>
                <c:pt idx="1">
                  <c:v>1.2229428095499999</c:v>
                </c:pt>
              </c:numCache>
            </c:numRef>
          </c:val>
          <c:extLst>
            <c:ext xmlns:c16="http://schemas.microsoft.com/office/drawing/2014/chart" uri="{C3380CC4-5D6E-409C-BE32-E72D297353CC}">
              <c16:uniqueId val="{00000004-8419-B54A-887E-FE79BE01A135}"/>
            </c:ext>
          </c:extLst>
        </c:ser>
        <c:dLbls>
          <c:dLblPos val="outEnd"/>
          <c:showLegendKey val="0"/>
          <c:showVal val="1"/>
          <c:showCatName val="0"/>
          <c:showSerName val="0"/>
          <c:showPercent val="0"/>
          <c:showBubbleSize val="0"/>
        </c:dLbls>
        <c:gapWidth val="70"/>
        <c:axId val="48650112"/>
        <c:axId val="48672768"/>
      </c:barChart>
      <c:catAx>
        <c:axId val="48650112"/>
        <c:scaling>
          <c:orientation val="minMax"/>
        </c:scaling>
        <c:delete val="0"/>
        <c:axPos val="b"/>
        <c:title>
          <c:overlay val="1"/>
          <c:txPr>
            <a:bodyPr anchorCtr="1"/>
            <a:lstStyle/>
            <a:p>
              <a:pPr>
                <a:defRPr>
                  <a:latin typeface="Arial"/>
                  <a:ea typeface="Arial"/>
                  <a:cs typeface="Arial"/>
                </a:defRPr>
              </a:pPr>
              <a:endParaRPr lang="fr-FR"/>
            </a:p>
          </c:txPr>
        </c:title>
        <c:numFmt formatCode="General" sourceLinked="1"/>
        <c:majorTickMark val="none"/>
        <c:minorTickMark val="none"/>
        <c:tickLblPos val="nextTo"/>
        <c:spPr>
          <a:ln w="9525">
            <a:solidFill>
              <a:srgbClr val="DCE6E5"/>
            </a:solidFill>
          </a:ln>
        </c:spPr>
        <c:txPr>
          <a:bodyPr anchorCtr="1"/>
          <a:lstStyle/>
          <a:p>
            <a:pPr>
              <a:defRPr sz="1575">
                <a:solidFill>
                  <a:srgbClr val="5A6E71"/>
                </a:solidFill>
                <a:latin typeface="Arial"/>
                <a:ea typeface="Arial"/>
                <a:cs typeface="Arial"/>
              </a:defRPr>
            </a:pPr>
            <a:endParaRPr lang="fr-FR"/>
          </a:p>
        </c:txPr>
        <c:crossAx val="48672768"/>
        <c:crosses val="autoZero"/>
        <c:auto val="1"/>
        <c:lblAlgn val="ctr"/>
        <c:lblOffset val="100"/>
        <c:noMultiLvlLbl val="1"/>
      </c:catAx>
      <c:valAx>
        <c:axId val="48672768"/>
        <c:scaling>
          <c:orientation val="minMax"/>
          <c:max val="3"/>
          <c:min val="0"/>
        </c:scaling>
        <c:delete val="0"/>
        <c:axPos val="l"/>
        <c:majorGridlines>
          <c:spPr>
            <a:ln w="9525">
              <a:solidFill>
                <a:srgbClr val="DCE6E5"/>
              </a:solidFill>
            </a:ln>
          </c:spPr>
        </c:majorGridlines>
        <c:title>
          <c:tx>
            <c:rich>
              <a:bodyPr/>
              <a:lstStyle/>
              <a:p>
                <a:r>
                  <a:rPr lang="fr-FR" sz="1575">
                    <a:solidFill>
                      <a:srgbClr val="5A6E71"/>
                    </a:solidFill>
                    <a:latin typeface="Arial"/>
                    <a:ea typeface="Arial"/>
                    <a:cs typeface="Arial"/>
                  </a:rPr>
                  <a:t>Tonnes de CO₂ par an, scénario</a:t>
                </a:r>
              </a:p>
            </c:rich>
          </c:tx>
          <c:overlay val="0"/>
        </c:title>
        <c:numFmt formatCode="0.00" sourceLinked="1"/>
        <c:majorTickMark val="none"/>
        <c:minorTickMark val="none"/>
        <c:tickLblPos val="nextTo"/>
        <c:spPr>
          <a:ln w="0">
            <a:noFill/>
          </a:ln>
        </c:spPr>
        <c:txPr>
          <a:bodyPr anchorCtr="1"/>
          <a:lstStyle/>
          <a:p>
            <a:pPr>
              <a:defRPr sz="1575">
                <a:solidFill>
                  <a:srgbClr val="5A6E71"/>
                </a:solidFill>
                <a:latin typeface="Arial"/>
                <a:ea typeface="Arial"/>
                <a:cs typeface="Arial"/>
              </a:defRPr>
            </a:pPr>
            <a:endParaRPr lang="fr-FR"/>
          </a:p>
        </c:txPr>
        <c:crossAx val="48650112"/>
        <c:crosses val="autoZero"/>
        <c:crossBetween val="between"/>
      </c:valAx>
      <c:spPr>
        <a:noFill/>
      </c:spPr>
    </c:plotArea>
    <c:plotVisOnly val="1"/>
    <c:dispBlanksAs val="zero"/>
    <c:showDLblsOverMax val="1"/>
  </c:chart>
  <c:spPr>
    <a:noFill/>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 30 secondes.</a:t>
            </a:r>
          </a:p>
          <a:p>
            <a:endParaRPr/>
          </a:p>
          <a:p>
            <a:r>
              <a:t>Nous étudions un catalogue français de véhicules commercialisés, édition mars 2015. La question environnementale porte sur le CO2 déclaré en g/km et les profils techniques associés. Nous allons présenter les données, résumer la prédiction supervisée puis consacrer l'essentiel du temps à la segmentation. Il s'agit de valeurs d'homologation historiques. Elles ne mesurent ni un parc roulant ni les émissions réelles ni le cycle de vie.</a:t>
            </a:r>
          </a:p>
          <a:p>
            <a:endParaRPr/>
          </a:p>
          <a:p>
            <a:r>
              <a:t>Source : fic_etiq_edition_40-mars-2015.csv, catalogue ADEME fourni dans le projet.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Durée : 75 </a:t>
            </a:r>
            <a:r>
              <a:rPr dirty="0" err="1"/>
              <a:t>secondes</a:t>
            </a:r>
            <a:r>
              <a:rPr dirty="0"/>
              <a:t>.</a:t>
            </a:r>
          </a:p>
          <a:p>
            <a:endParaRPr dirty="0"/>
          </a:p>
          <a:p>
            <a:r>
              <a:rPr dirty="0"/>
              <a:t>Une </a:t>
            </a:r>
            <a:r>
              <a:rPr dirty="0" err="1"/>
              <a:t>ligne</a:t>
            </a:r>
            <a:r>
              <a:rPr dirty="0"/>
              <a:t> </a:t>
            </a:r>
            <a:r>
              <a:rPr dirty="0" err="1"/>
              <a:t>représente</a:t>
            </a:r>
            <a:r>
              <a:rPr dirty="0"/>
              <a:t> </a:t>
            </a:r>
            <a:r>
              <a:rPr dirty="0" err="1"/>
              <a:t>une</a:t>
            </a:r>
            <a:r>
              <a:rPr dirty="0"/>
              <a:t> </a:t>
            </a:r>
            <a:r>
              <a:rPr dirty="0" err="1"/>
              <a:t>variante</a:t>
            </a:r>
            <a:r>
              <a:rPr dirty="0"/>
              <a:t> de véhicule, pas </a:t>
            </a:r>
            <a:r>
              <a:rPr dirty="0" err="1"/>
              <a:t>une</a:t>
            </a:r>
            <a:r>
              <a:rPr dirty="0"/>
              <a:t> vente et pas un véhicule </a:t>
            </a:r>
            <a:r>
              <a:rPr dirty="0" err="1"/>
              <a:t>en</a:t>
            </a:r>
            <a:r>
              <a:rPr dirty="0"/>
              <a:t> circulation. Le </a:t>
            </a:r>
            <a:r>
              <a:rPr dirty="0" err="1"/>
              <a:t>fichier</a:t>
            </a:r>
            <a:r>
              <a:rPr dirty="0"/>
              <a:t> brut </a:t>
            </a:r>
            <a:r>
              <a:rPr dirty="0" err="1"/>
              <a:t>contient</a:t>
            </a:r>
            <a:r>
              <a:rPr dirty="0"/>
              <a:t> 20 880 </a:t>
            </a:r>
            <a:r>
              <a:rPr dirty="0" err="1"/>
              <a:t>lignes</a:t>
            </a:r>
            <a:r>
              <a:rPr dirty="0"/>
              <a:t> et 26 </a:t>
            </a:r>
            <a:r>
              <a:rPr dirty="0" err="1"/>
              <a:t>colonnes</a:t>
            </a:r>
            <a:r>
              <a:rPr dirty="0"/>
              <a:t>. Le </a:t>
            </a:r>
            <a:r>
              <a:rPr dirty="0" err="1"/>
              <a:t>nettoyage</a:t>
            </a:r>
            <a:r>
              <a:rPr dirty="0"/>
              <a:t> ne retire </a:t>
            </a:r>
            <a:r>
              <a:rPr dirty="0" err="1"/>
              <a:t>ici</a:t>
            </a:r>
            <a:r>
              <a:rPr dirty="0"/>
              <a:t> </a:t>
            </a:r>
            <a:r>
              <a:rPr dirty="0" err="1"/>
              <a:t>ni</a:t>
            </a:r>
            <a:r>
              <a:rPr dirty="0"/>
              <a:t> </a:t>
            </a:r>
            <a:r>
              <a:rPr dirty="0" err="1"/>
              <a:t>doublon</a:t>
            </a:r>
            <a:r>
              <a:rPr dirty="0"/>
              <a:t> exact </a:t>
            </a:r>
            <a:r>
              <a:rPr dirty="0" err="1"/>
              <a:t>ni</a:t>
            </a:r>
            <a:r>
              <a:rPr dirty="0"/>
              <a:t> </a:t>
            </a:r>
            <a:r>
              <a:rPr dirty="0" err="1"/>
              <a:t>anomalie</a:t>
            </a:r>
            <a:r>
              <a:rPr dirty="0"/>
              <a:t> physique </a:t>
            </a:r>
            <a:r>
              <a:rPr dirty="0" err="1"/>
              <a:t>selon</a:t>
            </a:r>
            <a:r>
              <a:rPr dirty="0"/>
              <a:t> les </a:t>
            </a:r>
            <a:r>
              <a:rPr dirty="0" err="1"/>
              <a:t>règles</a:t>
            </a:r>
            <a:r>
              <a:rPr dirty="0"/>
              <a:t> </a:t>
            </a:r>
            <a:r>
              <a:rPr dirty="0" err="1"/>
              <a:t>retenues</a:t>
            </a:r>
            <a:r>
              <a:rPr dirty="0"/>
              <a:t>. Le jeu </a:t>
            </a:r>
            <a:r>
              <a:rPr dirty="0" err="1"/>
              <a:t>d'analyse</a:t>
            </a:r>
            <a:r>
              <a:rPr dirty="0"/>
              <a:t> garde 20 824 </a:t>
            </a:r>
            <a:r>
              <a:rPr dirty="0" err="1"/>
              <a:t>lignes</a:t>
            </a:r>
            <a:r>
              <a:rPr dirty="0"/>
              <a:t> </a:t>
            </a:r>
            <a:r>
              <a:rPr dirty="0" err="1"/>
              <a:t>complètes</a:t>
            </a:r>
            <a:r>
              <a:rPr dirty="0"/>
              <a:t> et 12 variables. Les 56 </a:t>
            </a:r>
            <a:r>
              <a:rPr dirty="0" err="1"/>
              <a:t>lignes</a:t>
            </a:r>
            <a:r>
              <a:rPr dirty="0"/>
              <a:t> </a:t>
            </a:r>
            <a:r>
              <a:rPr dirty="0" err="1"/>
              <a:t>exclues</a:t>
            </a:r>
            <a:r>
              <a:rPr dirty="0"/>
              <a:t> </a:t>
            </a:r>
            <a:r>
              <a:rPr dirty="0" err="1"/>
              <a:t>concernent</a:t>
            </a:r>
            <a:r>
              <a:rPr dirty="0"/>
              <a:t> EL, faute de </a:t>
            </a:r>
            <a:r>
              <a:rPr dirty="0" err="1"/>
              <a:t>consommation</a:t>
            </a:r>
            <a:r>
              <a:rPr dirty="0"/>
              <a:t> et CO2 </a:t>
            </a:r>
            <a:r>
              <a:rPr dirty="0" err="1"/>
              <a:t>renseignés</a:t>
            </a:r>
            <a:r>
              <a:rPr dirty="0"/>
              <a:t> : </a:t>
            </a:r>
            <a:r>
              <a:rPr dirty="0" err="1"/>
              <a:t>leur</a:t>
            </a:r>
            <a:r>
              <a:rPr dirty="0"/>
              <a:t> absence ne </a:t>
            </a:r>
            <a:r>
              <a:rPr dirty="0" err="1"/>
              <a:t>signifie</a:t>
            </a:r>
            <a:r>
              <a:rPr dirty="0"/>
              <a:t> pas CO2 </a:t>
            </a:r>
            <a:r>
              <a:rPr dirty="0" err="1"/>
              <a:t>nul</a:t>
            </a:r>
            <a:r>
              <a:rPr dirty="0"/>
              <a:t>. Les 444 </a:t>
            </a:r>
            <a:r>
              <a:rPr dirty="0" err="1"/>
              <a:t>familles</a:t>
            </a:r>
            <a:r>
              <a:rPr dirty="0"/>
              <a:t> </a:t>
            </a:r>
            <a:r>
              <a:rPr dirty="0" err="1"/>
              <a:t>réunissent</a:t>
            </a:r>
            <a:r>
              <a:rPr dirty="0"/>
              <a:t> marque et </a:t>
            </a:r>
            <a:r>
              <a:rPr dirty="0" err="1"/>
              <a:t>modèle</a:t>
            </a:r>
            <a:r>
              <a:rPr dirty="0"/>
              <a:t>. Le </a:t>
            </a:r>
            <a:r>
              <a:rPr dirty="0" err="1"/>
              <a:t>nettoyage</a:t>
            </a:r>
            <a:r>
              <a:rPr dirty="0"/>
              <a:t> </a:t>
            </a:r>
            <a:r>
              <a:rPr dirty="0" err="1"/>
              <a:t>normalise</a:t>
            </a:r>
            <a:r>
              <a:rPr dirty="0"/>
              <a:t> les </a:t>
            </a:r>
            <a:r>
              <a:rPr dirty="0" err="1"/>
              <a:t>textes</a:t>
            </a:r>
            <a:r>
              <a:rPr dirty="0"/>
              <a:t>, </a:t>
            </a:r>
            <a:r>
              <a:rPr dirty="0" err="1"/>
              <a:t>contrôle</a:t>
            </a:r>
            <a:r>
              <a:rPr dirty="0"/>
              <a:t> les absences, </a:t>
            </a:r>
            <a:r>
              <a:rPr dirty="0" err="1"/>
              <a:t>valeurs</a:t>
            </a:r>
            <a:r>
              <a:rPr dirty="0"/>
              <a:t> </a:t>
            </a:r>
            <a:r>
              <a:rPr dirty="0" err="1"/>
              <a:t>négatives</a:t>
            </a:r>
            <a:r>
              <a:rPr dirty="0"/>
              <a:t> et masses </a:t>
            </a:r>
            <a:r>
              <a:rPr dirty="0" err="1"/>
              <a:t>inversées</a:t>
            </a:r>
            <a:r>
              <a:rPr dirty="0"/>
              <a:t>. Les </a:t>
            </a:r>
            <a:r>
              <a:rPr dirty="0" err="1"/>
              <a:t>valeurs</a:t>
            </a:r>
            <a:r>
              <a:rPr dirty="0"/>
              <a:t> </a:t>
            </a:r>
            <a:r>
              <a:rPr dirty="0" err="1"/>
              <a:t>extrêmes</a:t>
            </a:r>
            <a:r>
              <a:rPr dirty="0"/>
              <a:t> </a:t>
            </a:r>
            <a:r>
              <a:rPr dirty="0" err="1"/>
              <a:t>plausibles</a:t>
            </a:r>
            <a:r>
              <a:rPr dirty="0"/>
              <a:t> </a:t>
            </a:r>
            <a:r>
              <a:rPr dirty="0" err="1"/>
              <a:t>restent</a:t>
            </a:r>
            <a:r>
              <a:rPr dirty="0"/>
              <a:t> dans </a:t>
            </a:r>
            <a:r>
              <a:rPr dirty="0" err="1"/>
              <a:t>l'étude</a:t>
            </a:r>
            <a:r>
              <a:rPr dirty="0"/>
              <a:t>.</a:t>
            </a:r>
            <a:endParaRPr lang="fr-FR" dirty="0"/>
          </a:p>
          <a:p>
            <a:endParaRPr lang="fr-FR" dirty="0"/>
          </a:p>
          <a:p>
            <a:r>
              <a:rPr lang="fr-FR" dirty="0"/>
              <a:t>EL = </a:t>
            </a:r>
            <a:r>
              <a:rPr lang="fr-FR" dirty="0" err="1"/>
              <a:t>éléctrique</a:t>
            </a:r>
            <a:r>
              <a:rPr lang="fr-FR" dirty="0"/>
              <a:t> </a:t>
            </a:r>
            <a:endParaRPr dirty="0"/>
          </a:p>
          <a:p>
            <a:endParaRPr dirty="0"/>
          </a:p>
          <a:p>
            <a:r>
              <a:rPr dirty="0"/>
              <a:t>Sources : notebook </a:t>
            </a:r>
            <a:r>
              <a:rPr dirty="0" err="1"/>
              <a:t>nettoyage</a:t>
            </a:r>
            <a:r>
              <a:rPr dirty="0"/>
              <a:t>, </a:t>
            </a:r>
            <a:r>
              <a:rPr dirty="0" err="1"/>
              <a:t>donnees_nettoyees</a:t>
            </a:r>
            <a:r>
              <a:rPr dirty="0"/>
              <a:t>/</a:t>
            </a:r>
            <a:r>
              <a:rPr dirty="0" err="1"/>
              <a:t>bilan_qualite.csv</a:t>
            </a:r>
            <a:r>
              <a:rPr dirty="0"/>
              <a:t>, </a:t>
            </a:r>
            <a:r>
              <a:rPr dirty="0" err="1"/>
              <a:t>donnees_nettoyees</a:t>
            </a:r>
            <a:r>
              <a:rPr dirty="0"/>
              <a:t>/vehicules_analyse_conso_co2.csv.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Durée : 75 </a:t>
            </a:r>
            <a:r>
              <a:rPr dirty="0" err="1"/>
              <a:t>secondes</a:t>
            </a:r>
            <a:r>
              <a:rPr dirty="0"/>
              <a:t>.</a:t>
            </a:r>
          </a:p>
          <a:p>
            <a:endParaRPr dirty="0"/>
          </a:p>
          <a:p>
            <a:r>
              <a:rPr dirty="0"/>
              <a:t>La </a:t>
            </a:r>
            <a:r>
              <a:rPr dirty="0" err="1"/>
              <a:t>médiane</a:t>
            </a:r>
            <a:r>
              <a:rPr dirty="0"/>
              <a:t> de CO2 est 147 g/km, avec un </a:t>
            </a:r>
            <a:r>
              <a:rPr dirty="0" err="1"/>
              <a:t>intervalle</a:t>
            </a:r>
            <a:r>
              <a:rPr dirty="0"/>
              <a:t> interquartile de 122 à 180 g/km. Le </a:t>
            </a:r>
            <a:r>
              <a:rPr dirty="0" err="1"/>
              <a:t>graphique</a:t>
            </a:r>
            <a:r>
              <a:rPr dirty="0"/>
              <a:t> montre </a:t>
            </a:r>
            <a:r>
              <a:rPr dirty="0" err="1"/>
              <a:t>une</a:t>
            </a:r>
            <a:r>
              <a:rPr dirty="0"/>
              <a:t> distribution </a:t>
            </a:r>
            <a:r>
              <a:rPr dirty="0" err="1"/>
              <a:t>asymétrique</a:t>
            </a:r>
            <a:r>
              <a:rPr dirty="0"/>
              <a:t>. Les dix </a:t>
            </a:r>
            <a:r>
              <a:rPr dirty="0" err="1"/>
              <a:t>familles</a:t>
            </a:r>
            <a:r>
              <a:rPr dirty="0"/>
              <a:t> les plus </a:t>
            </a:r>
            <a:r>
              <a:rPr dirty="0" err="1"/>
              <a:t>fréquentes</a:t>
            </a:r>
            <a:r>
              <a:rPr dirty="0"/>
              <a:t> </a:t>
            </a:r>
            <a:r>
              <a:rPr dirty="0" err="1"/>
              <a:t>concentrent</a:t>
            </a:r>
            <a:r>
              <a:rPr dirty="0"/>
              <a:t> 63,1 % des </a:t>
            </a:r>
            <a:r>
              <a:rPr dirty="0" err="1"/>
              <a:t>lignes</a:t>
            </a:r>
            <a:r>
              <a:rPr dirty="0"/>
              <a:t>. Cette concentration </a:t>
            </a:r>
            <a:r>
              <a:rPr dirty="0" err="1"/>
              <a:t>peut</a:t>
            </a:r>
            <a:r>
              <a:rPr dirty="0"/>
              <a:t> </a:t>
            </a:r>
            <a:r>
              <a:rPr dirty="0" err="1"/>
              <a:t>orienter</a:t>
            </a:r>
            <a:r>
              <a:rPr dirty="0"/>
              <a:t> </a:t>
            </a:r>
            <a:r>
              <a:rPr dirty="0" err="1"/>
              <a:t>une</a:t>
            </a:r>
            <a:r>
              <a:rPr dirty="0"/>
              <a:t> </a:t>
            </a:r>
            <a:r>
              <a:rPr dirty="0" err="1"/>
              <a:t>moyenne</a:t>
            </a:r>
            <a:r>
              <a:rPr dirty="0"/>
              <a:t>, un </a:t>
            </a:r>
            <a:r>
              <a:rPr dirty="0" err="1"/>
              <a:t>modèle</a:t>
            </a:r>
            <a:r>
              <a:rPr dirty="0"/>
              <a:t> </a:t>
            </a:r>
            <a:r>
              <a:rPr dirty="0" err="1"/>
              <a:t>ou</a:t>
            </a:r>
            <a:r>
              <a:rPr dirty="0"/>
              <a:t> un clustering vers des </a:t>
            </a:r>
            <a:r>
              <a:rPr dirty="0" err="1"/>
              <a:t>variantes</a:t>
            </a:r>
            <a:r>
              <a:rPr dirty="0"/>
              <a:t> </a:t>
            </a:r>
            <a:r>
              <a:rPr dirty="0" err="1"/>
              <a:t>nombreuses</a:t>
            </a:r>
            <a:r>
              <a:rPr dirty="0"/>
              <a:t>. Nous </a:t>
            </a:r>
            <a:r>
              <a:rPr dirty="0" err="1"/>
              <a:t>séparons</a:t>
            </a:r>
            <a:r>
              <a:rPr dirty="0"/>
              <a:t> les </a:t>
            </a:r>
            <a:r>
              <a:rPr dirty="0" err="1"/>
              <a:t>familles</a:t>
            </a:r>
            <a:r>
              <a:rPr dirty="0"/>
              <a:t> pour </a:t>
            </a:r>
            <a:r>
              <a:rPr dirty="0" err="1"/>
              <a:t>évaluer</a:t>
            </a:r>
            <a:r>
              <a:rPr dirty="0"/>
              <a:t> la </a:t>
            </a:r>
            <a:r>
              <a:rPr dirty="0" err="1"/>
              <a:t>prédiction</a:t>
            </a:r>
            <a:r>
              <a:rPr dirty="0"/>
              <a:t> et </a:t>
            </a:r>
            <a:r>
              <a:rPr dirty="0" err="1"/>
              <a:t>plafonnons</a:t>
            </a:r>
            <a:r>
              <a:rPr dirty="0"/>
              <a:t> </a:t>
            </a:r>
            <a:r>
              <a:rPr dirty="0" err="1"/>
              <a:t>leur</a:t>
            </a:r>
            <a:r>
              <a:rPr dirty="0"/>
              <a:t> contribution dans </a:t>
            </a:r>
            <a:r>
              <a:rPr dirty="0" err="1"/>
              <a:t>une</a:t>
            </a:r>
            <a:r>
              <a:rPr dirty="0"/>
              <a:t> </a:t>
            </a:r>
            <a:r>
              <a:rPr dirty="0" err="1"/>
              <a:t>analyse</a:t>
            </a:r>
            <a:r>
              <a:rPr dirty="0"/>
              <a:t> de </a:t>
            </a:r>
            <a:r>
              <a:rPr dirty="0" err="1"/>
              <a:t>sensibilité</a:t>
            </a:r>
            <a:r>
              <a:rPr dirty="0"/>
              <a:t>. On observe des relations, pas des causes.</a:t>
            </a:r>
          </a:p>
          <a:p>
            <a:endParaRPr dirty="0"/>
          </a:p>
          <a:p>
            <a:r>
              <a:rPr dirty="0"/>
              <a:t>Source : </a:t>
            </a:r>
            <a:r>
              <a:rPr dirty="0" err="1"/>
              <a:t>donnees_nettoyees</a:t>
            </a:r>
            <a:r>
              <a:rPr dirty="0"/>
              <a:t>/vehicules_analyse_conso_co2.csv.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 60 secondes.</a:t>
            </a:r>
          </a:p>
          <a:p>
            <a:endParaRPr/>
          </a:p>
          <a:p>
            <a:r>
              <a:t>Trois questions guident l'étude. Quelles caractéristiques accompagnent les émissions déclarées ? Peut-on estimer le CO2 d'une autre famille à partir des informations techniques disponibles ? Enfin, quels profils techniques cohérents le clustering permet-il de distinguer ? Nous relions ensuite les résultats à une décision raisonnable : prioriser une investigation ou comparer des variantes à usage comparable. Les groupes ne suffisent pas à recommander un remplacement de véhicule.</a:t>
            </a:r>
          </a:p>
          <a:p>
            <a:endParaRPr/>
          </a:p>
          <a:p>
            <a:r>
              <a:t>Source : problématique du projet et sujet d'évaluation finale, pages 1 à 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 90 secondes.</a:t>
            </a:r>
          </a:p>
          <a:p>
            <a:endParaRPr/>
          </a:p>
          <a:p>
            <a:r>
              <a:t>Le problème est une régression : estimer une valeur continue de CO2 en g/km. X contient puissance maximale, masse, énergie, hybridation et transmission. Les identifiants et noms de famille servent au regroupement, pas à la prédiction. Nous retirons consommation et puissance fiscale du modèle principal. La consommation est indisponible dans le scénario visé et très liée aux émissions. La puissance fiscale de cette période intègre historiquement le CO2. La corrélation seule ne prouve pas une fuite : c'est la disponibilité et le mode de construction des données qui motivent le retrait. Le test familial est isolé avant les validations croisées de l'entraînement. Chaque pipeline apprend ses transformations dans le pli d'entraînement.</a:t>
            </a:r>
          </a:p>
          <a:p>
            <a:endParaRPr/>
          </a:p>
          <a:p>
            <a:r>
              <a:t>Sources : travail_v2/02_supervise_co2.ipynb, travail_v2/resultats/supervise_resume.json.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 60 secondes.</a:t>
            </a:r>
          </a:p>
          <a:p>
            <a:endParaRPr/>
          </a:p>
          <a:p>
            <a:r>
              <a:t>La baseline prédit une constante apprise dans l'entraînement. Nous comparons ensuite des modèles de capacité différente sur cinq plis groupés par famille. La MAE moyenne, en g/km, sert à choisir le modèle avant de mesurer le test. Une MAE plus faible est préférable. Les variations entre plis rappellent que les familles diffèrent fortement. Les transformations, l'encodage et l'échelle restent dans le pipeline. Le critère fixé retient KNN 7 voisins, mais ses écarts avec la régression linéaire et la forêt sont inférieurs à 0,10 g/km. Ils sont bien plus petits que la dispersion entre plis : aucune supériorité nette n'est établie.</a:t>
            </a:r>
          </a:p>
          <a:p>
            <a:endParaRPr/>
          </a:p>
          <a:p>
            <a:r>
              <a:t>Source : travail_v2/resultats/supervise_validation.csv.</a:t>
            </a:r>
          </a:p>
          <a:p>
            <a:endParaRPr/>
          </a:p>
          <a:p>
            <a:r>
              <a:t>Définitions à rappeler à l’oral :</a:t>
            </a:r>
          </a:p>
          <a:p>
            <a:endParaRPr/>
          </a:p>
          <a:p>
            <a:r>
              <a:t>KNN — k-nearest neighbors, ou k plus proches voisins. Pour estimer le CO₂ d’un véhicule, le modèle recherche les véhicules les plus proches selon les caractéristiques préparées, puis fait la moyenne de leurs CO₂ connus. Ici, k = 7 : la prédiction repose sur 7 voisins de l’entraînement. La proximité dépend de la mise à l’échelle et des variables utilisées. Ce k compte des voisins ; le K de K-means compte des groupes.</a:t>
            </a:r>
          </a:p>
          <a:p>
            <a:endParaRPr/>
          </a:p>
          <a:p>
            <a:r>
              <a:t>MAE — Mean Absolute Error, ou erreur absolue moyenne. On calcule la moyenne des écarts absolus entre les CO₂ observés et prédits : MAE = moyenne(|y − ŷ|). Elle s’exprime en g/km ; plus elle est faible, mieux c’est. Ici, une MAE de 16,78 g/km signifie que les prédictions s’écartent en moyenne de 16,78 g/km des mesures du test, sans tenir compte du sens de l’erreur. Ce n’est ni une erreur maximale ni une garantie pour chaque véhicule.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 90 secondes.</a:t>
            </a:r>
          </a:p>
          <a:p>
            <a:endParaRPr/>
          </a:p>
          <a:p>
            <a:r>
              <a:t>Chaque point compare une valeur observée et une prédiction du modèle retenu. Une prédiction parfaite se trouve sur la diagonale. Le modèle KNN 7 voisins obtient MAE 16,78 g/km, RMSE 23,99 g/km et R2 0,629. La MAE résume l'écart absolu moyen. La RMSE pénalise davantage les grosses erreurs. R2 compare les erreurs quadratiques à une moyenne de la cible du test, et peut être négatif. Le test contient 4820 variantes de 89 familles distinctes de l'entraînement. Le graphique ne montre qu'un échantillon reproductible de points pour garder la lisibilité.</a:t>
            </a:r>
          </a:p>
          <a:p>
            <a:endParaRPr/>
          </a:p>
          <a:p>
            <a:r>
              <a:t>Source : travail_v2/resultats/supervise_predictions_test.csv et supervise_test.csv.</a:t>
            </a:r>
          </a:p>
          <a:p>
            <a:endParaRPr/>
          </a:p>
          <a:p>
            <a:r>
              <a:t>Définitions à rappeler à l’oral :</a:t>
            </a:r>
          </a:p>
          <a:p>
            <a:endParaRPr/>
          </a:p>
          <a:p>
            <a:r>
              <a:t>KNN — k-nearest neighbors, ou k plus proches voisins. Pour estimer le CO₂ d’un véhicule, le modèle recherche les véhicules les plus proches selon les caractéristiques préparées, puis fait la moyenne de leurs CO₂ connus. Ici, k = 7 : la prédiction repose sur 7 voisins de l’entraînement. La proximité dépend de la mise à l’échelle et des variables utilisées. Ce k compte des voisins ; le K de K-means compte des groupes.</a:t>
            </a:r>
          </a:p>
          <a:p>
            <a:endParaRPr/>
          </a:p>
          <a:p>
            <a:r>
              <a:t>MAE — Mean Absolute Error, ou erreur absolue moyenne. On calcule la moyenne des écarts absolus entre les CO₂ observés et prédits : MAE = moyenne(|y − ŷ|). Elle s’exprime en g/km ; plus elle est faible, mieux c’est. Ici, une MAE de 16,78 g/km signifie que les prédictions s’écartent en moyenne de 16,78 g/km des mesures du test, sans tenir compte du sens de l’erreur. Ce n’est ni une erreur maximale ni une garantie pour chaque véhicule.</a:t>
            </a:r>
          </a:p>
          <a:p>
            <a:endParaRPr/>
          </a:p>
          <a:p>
            <a:r>
              <a:t>RMSE — Root Mean Squared Error, ou racine de l’erreur quadratique moyenne. RMSE = racine(moyenne((y − ŷ)²)). On élève les écarts au carré avant d’en faire la moyenne puis de prendre la racine : les grandes erreurs pèsent davantage que dans la MAE. Elle s’exprime aussi en g/km ; plus elle est faible, mieux c’est. Ici, RMSE = 23,99 g/km, au-dessus de la MAE : certaines erreurs importantes sont présentes.</a:t>
            </a:r>
          </a:p>
          <a:p>
            <a:endParaRPr/>
          </a:p>
          <a:p>
            <a:r>
              <a:t>R² — coefficient de détermination, prononcé « R au carré ». R² = 1 − somme((y − ŷ)²) / somme((y − moyenne(y))²), sur les observations évaluées. Il compare les erreurs quadratiques du modèle à celles d’une prédiction constante égale à la moyenne du test. R² = 1 : prédictions parfaites ; R² = 0 : même erreur quadratique que cette moyenne ; R² &lt; 0 : moins bon selon ce critère. Ici, R² = 0,629 correspond à environ 62,9 % de réduction de l’erreur quadratique par rapport à cette référence. Ce n’est pas « 62,9 % de prédictions correctes » et ce n’est pas le carré d’un score d’exactitude.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 60 secondes.</a:t>
            </a:r>
          </a:p>
          <a:p>
            <a:endParaRPr/>
          </a:p>
          <a:p>
            <a:r>
              <a:t>La MAE passe d'environ 4,05 g/km en apprentissage à 12,34 en validation et 16,78 sur le test. La baseline constante obtient 41,68 g/km sur le même test. Le modèle apprend donc un signal utile, avec un optimisme important sur l'entraînement. Comparer validation et test aide à voir l'effet de la population. La validation croisée emploie uniquement l'entraînement. Le score de test dépend d'une séparation familiale fixée, dont certaines variantes avaient déjà été explorées dans les travaux précédents : nous assumons une évaluation rétrospective. Ce résultat ne constitue pas une validation prospective neuve. Le retrait de la puissance fiscale réduit le risque de reconstruire la cible à partir d'une variable qui l'incorpore. Nous limitons la conclusion au catalogue de 2015, avec des familles définies par marque et modèle. Pour décider sur une flotte actuelle, il faudra de nouvelles données et une évaluation indépendante, idéalement temporelle.</a:t>
            </a:r>
          </a:p>
          <a:p>
            <a:endParaRPr/>
          </a:p>
          <a:p>
            <a:r>
              <a:t>Source : travail_v2/02_supervise_co2.ipynb et travail_v2/resultats/supervise_resume.json.</a:t>
            </a:r>
          </a:p>
          <a:p>
            <a:endParaRPr/>
          </a:p>
          <a:p>
            <a:r>
              <a:t>Définitions à rappeler à l’oral :</a:t>
            </a:r>
          </a:p>
          <a:p>
            <a:endParaRPr/>
          </a:p>
          <a:p>
            <a:r>
              <a:t>MAE — Mean Absolute Error, ou erreur absolue moyenne. On calcule la moyenne des écarts absolus entre les CO₂ observés et prédits : MAE = moyenne(|y − ŷ|). Elle s’exprime en g/km ; plus elle est faible, mieux c’est. Ici, une MAE de 16,78 g/km signifie que les prédictions s’écartent en moyenne de 16,78 g/km des mesures du test, sans tenir compte du sens de l’erreur. Ce n’est ni une erreur maximale ni une garantie pour chaque véhicule.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Durée : 80 </a:t>
            </a:r>
            <a:r>
              <a:rPr dirty="0" err="1"/>
              <a:t>secondes</a:t>
            </a:r>
            <a:r>
              <a:rPr dirty="0"/>
              <a:t>.</a:t>
            </a:r>
            <a:endParaRPr lang="fr-FR" dirty="0"/>
          </a:p>
          <a:p>
            <a:endParaRPr lang="fr-FR" dirty="0"/>
          </a:p>
          <a:p>
            <a:r>
              <a:rPr lang="fr-FR" dirty="0"/>
              <a:t>Introduction à la segmentation des données, on cherche à regrouper les </a:t>
            </a:r>
            <a:r>
              <a:rPr lang="fr-FR" dirty="0" err="1"/>
              <a:t>véhciules</a:t>
            </a:r>
            <a:r>
              <a:rPr lang="fr-FR" dirty="0"/>
              <a:t> qui se ressemble.</a:t>
            </a:r>
          </a:p>
          <a:p>
            <a:endParaRPr dirty="0"/>
          </a:p>
          <a:p>
            <a:r>
              <a:rPr lang="fr-FR" dirty="0"/>
              <a:t>Nous passons maintenant à la segmentation. L’objectif est de regrouper les véhicules selon leur puissance, leur masse et leurs émissions. Chaque couleur représente un groupe obtenu avec K-</a:t>
            </a:r>
            <a:r>
              <a:rPr lang="fr-FR" dirty="0" err="1"/>
              <a:t>means</a:t>
            </a:r>
            <a:r>
              <a:rPr lang="fr-FR" dirty="0"/>
              <a:t>. Ce graphique donne un aperçu des profils ; nous allons maintenant expliquer le choix des variables et la préparation nécessaire pour comparer correctement les véhicules.</a:t>
            </a:r>
          </a:p>
          <a:p>
            <a:endParaRPr dirty="0"/>
          </a:p>
          <a:p>
            <a:r>
              <a:rPr dirty="0"/>
              <a:t>Source : travail_v2/</a:t>
            </a:r>
            <a:r>
              <a:rPr dirty="0" err="1"/>
              <a:t>resultats</a:t>
            </a:r>
            <a:r>
              <a:rPr dirty="0"/>
              <a:t>/</a:t>
            </a:r>
            <a:r>
              <a:rPr dirty="0" err="1"/>
              <a:t>clustering_points.csv</a:t>
            </a:r>
            <a:r>
              <a:rPr dirty="0"/>
              <a: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Durée : 80 </a:t>
            </a:r>
            <a:r>
              <a:rPr dirty="0" err="1"/>
              <a:t>secondes</a:t>
            </a:r>
            <a:r>
              <a:rPr dirty="0"/>
              <a:t>.</a:t>
            </a:r>
          </a:p>
          <a:p>
            <a:endParaRPr dirty="0"/>
          </a:p>
          <a:p>
            <a:r>
              <a:rPr lang="fr-FR" dirty="0"/>
              <a:t>Ces trois variables répondent donc à trois questions : </a:t>
            </a:r>
            <a:r>
              <a:rPr lang="fr-FR" b="1" dirty="0"/>
              <a:t>quelle puissance ? quelle masse ? quelles émissions ?</a:t>
            </a:r>
          </a:p>
          <a:p>
            <a:endParaRPr lang="fr-FR" b="1" dirty="0"/>
          </a:p>
          <a:p>
            <a:r>
              <a:rPr lang="fr-FR" b="1" dirty="0"/>
              <a:t>Pourquoi ne pas avoir mis la consommation : </a:t>
            </a:r>
          </a:p>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Parce qu’elle est très fortement liée au CO₂ dans ce fichier : leur corrélation est d’environ </a:t>
            </a:r>
            <a:r>
              <a:rPr lang="fr-FR" b="1" dirty="0"/>
              <a:t>0,976</a:t>
            </a:r>
            <a:r>
              <a:rPr lang="fr-FR" dirty="0"/>
              <a:t>. Les utiliser ensemble donnerait davantage de poids à une information très proche dans le calcul des distances.</a:t>
            </a:r>
          </a:p>
          <a:p>
            <a:endParaRPr lang="fr-FR" b="1" dirty="0"/>
          </a:p>
          <a:p>
            <a:endParaRPr lang="fr-FR" b="1" dirty="0"/>
          </a:p>
          <a:p>
            <a:endParaRPr dirty="0"/>
          </a:p>
          <a:p>
            <a:r>
              <a:rPr dirty="0"/>
              <a:t>Sources : travail_v2/</a:t>
            </a:r>
            <a:r>
              <a:rPr dirty="0" err="1"/>
              <a:t>resultats</a:t>
            </a:r>
            <a:r>
              <a:rPr dirty="0"/>
              <a:t>/</a:t>
            </a:r>
            <a:r>
              <a:rPr dirty="0" err="1"/>
              <a:t>correlations.csv</a:t>
            </a:r>
            <a:r>
              <a:rPr dirty="0"/>
              <a:t> et </a:t>
            </a:r>
            <a:r>
              <a:rPr dirty="0" err="1"/>
              <a:t>clustering_resume.json</a:t>
            </a:r>
            <a:r>
              <a:rPr dirty="0"/>
              <a: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Durée : 80 </a:t>
            </a:r>
            <a:r>
              <a:rPr dirty="0" err="1"/>
              <a:t>secondes</a:t>
            </a:r>
            <a:r>
              <a:rPr dirty="0"/>
              <a:t>.</a:t>
            </a:r>
            <a:endParaRPr lang="fr-FR" dirty="0"/>
          </a:p>
          <a:p>
            <a:endParaRPr lang="fr-FR" dirty="0"/>
          </a:p>
          <a:p>
            <a:r>
              <a:rPr lang="fr-FR" dirty="0"/>
              <a:t>rendre les trois variables comparables avant K-</a:t>
            </a:r>
            <a:r>
              <a:rPr lang="fr-FR" dirty="0" err="1"/>
              <a:t>means</a:t>
            </a:r>
            <a:endParaRPr lang="fr-FR" dirty="0"/>
          </a:p>
          <a:p>
            <a:endParaRPr lang="fr-FR" dirty="0"/>
          </a:p>
          <a:p>
            <a:r>
              <a:rPr lang="fr-FR" b="1" dirty="0"/>
              <a:t>371,7 kg n’est pas la masse moyenne des véhicules</a:t>
            </a:r>
            <a:r>
              <a:rPr lang="fr-FR" dirty="0"/>
              <a:t>. C’est une mesure de la variation des masse</a:t>
            </a:r>
          </a:p>
          <a:p>
            <a:endParaRPr lang="fr-FR" dirty="0"/>
          </a:p>
          <a:p>
            <a:r>
              <a:rPr lang="fr-FR" sz="1200" kern="1200" dirty="0"/>
              <a:t>(valeur − moyenne) / écart-type</a:t>
            </a:r>
          </a:p>
          <a:p>
            <a:pPr lvl="0"/>
            <a:r>
              <a:rPr lang="fr-FR" b="1" dirty="0"/>
              <a:t>Centrer</a:t>
            </a:r>
            <a:r>
              <a:rPr lang="fr-FR" dirty="0"/>
              <a:t> : soustraire la moyenne. La moyenne devient </a:t>
            </a:r>
            <a:r>
              <a:rPr lang="fr-FR" b="1" dirty="0"/>
              <a:t>0</a:t>
            </a:r>
            <a:r>
              <a:rPr lang="fr-FR" dirty="0"/>
              <a:t>.</a:t>
            </a:r>
          </a:p>
          <a:p>
            <a:pPr lvl="0"/>
            <a:r>
              <a:rPr lang="fr-FR" b="1" dirty="0"/>
              <a:t>Réduire</a:t>
            </a:r>
            <a:r>
              <a:rPr lang="fr-FR" dirty="0"/>
              <a:t> : diviser par l’écart-type. L’écart-type devient </a:t>
            </a:r>
            <a:r>
              <a:rPr lang="fr-FR" b="1" dirty="0"/>
              <a:t>1</a:t>
            </a:r>
            <a:r>
              <a:rPr lang="fr-FR" dirty="0"/>
              <a:t>.</a:t>
            </a:r>
          </a:p>
          <a:p>
            <a:endParaRPr dirty="0"/>
          </a:p>
          <a:p>
            <a:r>
              <a:rPr dirty="0"/>
              <a:t>Après transformation </a:t>
            </a:r>
            <a:r>
              <a:rPr dirty="0" err="1"/>
              <a:t>ils</a:t>
            </a:r>
            <a:r>
              <a:rPr dirty="0"/>
              <a:t> valent </a:t>
            </a:r>
            <a:r>
              <a:rPr dirty="0" err="1"/>
              <a:t>tous</a:t>
            </a:r>
            <a:r>
              <a:rPr dirty="0"/>
              <a:t> 1, avec </a:t>
            </a:r>
            <a:r>
              <a:rPr dirty="0" err="1"/>
              <a:t>une</a:t>
            </a:r>
            <a:r>
              <a:rPr dirty="0"/>
              <a:t> </a:t>
            </a:r>
            <a:r>
              <a:rPr dirty="0" err="1"/>
              <a:t>moyenne</a:t>
            </a:r>
            <a:r>
              <a:rPr dirty="0"/>
              <a:t> </a:t>
            </a:r>
            <a:r>
              <a:rPr dirty="0" err="1"/>
              <a:t>nulle</a:t>
            </a:r>
            <a:r>
              <a:rPr dirty="0"/>
              <a:t>. Ce </a:t>
            </a:r>
            <a:r>
              <a:rPr dirty="0" err="1"/>
              <a:t>traitement</a:t>
            </a:r>
            <a:r>
              <a:rPr dirty="0"/>
              <a:t> </a:t>
            </a:r>
            <a:r>
              <a:rPr dirty="0" err="1"/>
              <a:t>équilibre</a:t>
            </a:r>
            <a:r>
              <a:rPr dirty="0"/>
              <a:t> les </a:t>
            </a:r>
            <a:r>
              <a:rPr dirty="0" err="1"/>
              <a:t>unités</a:t>
            </a:r>
            <a:r>
              <a:rPr dirty="0"/>
              <a:t>, </a:t>
            </a:r>
            <a:r>
              <a:rPr dirty="0" err="1"/>
              <a:t>mais</a:t>
            </a:r>
            <a:r>
              <a:rPr dirty="0"/>
              <a:t> conserve les </a:t>
            </a:r>
            <a:r>
              <a:rPr dirty="0" err="1"/>
              <a:t>corrélations</a:t>
            </a:r>
            <a:r>
              <a:rPr dirty="0"/>
              <a:t> et la </a:t>
            </a:r>
            <a:r>
              <a:rPr dirty="0" err="1"/>
              <a:t>sensibilité</a:t>
            </a:r>
            <a:r>
              <a:rPr dirty="0"/>
              <a:t> aux </a:t>
            </a:r>
            <a:r>
              <a:rPr dirty="0" err="1"/>
              <a:t>valeurs</a:t>
            </a:r>
            <a:r>
              <a:rPr dirty="0"/>
              <a:t> </a:t>
            </a:r>
            <a:r>
              <a:rPr dirty="0" err="1"/>
              <a:t>extrêmes</a:t>
            </a:r>
            <a:r>
              <a:rPr dirty="0"/>
              <a:t>. </a:t>
            </a:r>
            <a:r>
              <a:rPr dirty="0" err="1"/>
              <a:t>Ici</a:t>
            </a:r>
            <a:r>
              <a:rPr dirty="0"/>
              <a:t> le clustering </a:t>
            </a:r>
            <a:r>
              <a:rPr dirty="0" err="1"/>
              <a:t>décrit</a:t>
            </a:r>
            <a:r>
              <a:rPr dirty="0"/>
              <a:t> le catalogue </a:t>
            </a:r>
            <a:r>
              <a:rPr dirty="0" err="1"/>
              <a:t>complet</a:t>
            </a:r>
            <a:r>
              <a:rPr dirty="0"/>
              <a:t> : le scaler est </a:t>
            </a:r>
            <a:r>
              <a:rPr dirty="0" err="1"/>
              <a:t>ajusté</a:t>
            </a:r>
            <a:r>
              <a:rPr dirty="0"/>
              <a:t> sur </a:t>
            </a:r>
            <a:r>
              <a:rPr dirty="0" err="1"/>
              <a:t>ce</a:t>
            </a:r>
            <a:r>
              <a:rPr dirty="0"/>
              <a:t> catalogue.</a:t>
            </a:r>
          </a:p>
          <a:p>
            <a:endParaRPr dirty="0"/>
          </a:p>
          <a:p>
            <a:r>
              <a:rPr dirty="0"/>
              <a:t>Source : travail_v2/</a:t>
            </a:r>
            <a:r>
              <a:rPr dirty="0" err="1"/>
              <a:t>resultats</a:t>
            </a:r>
            <a:r>
              <a:rPr dirty="0"/>
              <a:t>/</a:t>
            </a:r>
            <a:r>
              <a:rPr dirty="0" err="1"/>
              <a:t>clustering_standardisation.csv</a:t>
            </a:r>
            <a:r>
              <a:rPr dirty="0"/>
              <a: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 80 secondes.</a:t>
            </a:r>
          </a:p>
          <a:p>
            <a:endParaRPr/>
          </a:p>
          <a:p>
            <a:r>
              <a:t>K-Means minimise la somme des distances euclidiennes au carré entre points et centres de leurs groupes, appelée inertie. Pour un K fixé, l'algorithme choisit des centres initiaux, affecte chaque observation au centre le plus proche, recalcule les centres comme moyennes puis répète jusqu'à stabilisation. Les 20 initialisations n_init=20 limitent le risque d'une mauvaise solution locale. Le graphique est un aperçu sur puissance et masse standardisées, mais le calcul utilise bien trois variables, dont le CO2. Les centroïdes sont des profils moyens et ne désignent pas nécessairement un véhicule existant. L'algorithme produit toujours K groupes, même si les données forment un continuum.</a:t>
            </a:r>
          </a:p>
          <a:p>
            <a:endParaRPr/>
          </a:p>
          <a:p>
            <a:r>
              <a:t>Sources : travail_v2/03_non_supervise_vehicules.ipynb et clustering_centres_z.csv.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 80 secondes.</a:t>
            </a:r>
          </a:p>
          <a:p>
            <a:endParaRPr/>
          </a:p>
          <a:p>
            <a:r>
              <a:t>Nous testons K de 2 à 10 avec les mêmes données standardisées et la même règle d'initialisation. L'inertie diminue mécaniquement lorsque K augmente, car on dispose de davantage de centres. Le coude cherche une zone où le gain marginal ralentit. Ici l'inertie passe de 34 972 à K=2 à 20 108 à K=3, puis baisse encore mais plus progressivement. Le coude n'est pas un test automatique et ne prouve pas le nombre naturel de catégories. Nous le croisons avec la silhouette et la possibilité d'expliquer les profils.</a:t>
            </a:r>
          </a:p>
          <a:p>
            <a:endParaRPr/>
          </a:p>
          <a:p>
            <a:r>
              <a:t>Source : travail_v2/resultats/clustering_choix_k.csv.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 80 secondes.</a:t>
            </a:r>
          </a:p>
          <a:p>
            <a:endParaRPr/>
          </a:p>
          <a:p>
            <a:r>
              <a:t>La silhouette compare la distance moyenne d'un point à son groupe et celle au groupe voisin le plus proche. Elle varie de -1 à 1. Une valeur proche de 1 indique une bonne cohésion et séparation, une valeur proche de 0 une frontière ambiguë, une valeur négative une affectation potentiellement discutable. Pour limiter le coût quadratique, chaque score utilise un échantillon reproductible de 5 000 observations, graine 42. K=3 obtient 0,470, le meilleur score testé, avec un compromis de lecture acceptable. Cela ne veut pas dire que les groupes sont parfaitement séparés. Environ 1,42 % des silhouettes individuelles échantillonnées sont négatives. Coude, silhouette et interprétation convergent vers K=3.</a:t>
            </a:r>
          </a:p>
          <a:p>
            <a:endParaRPr/>
          </a:p>
          <a:p>
            <a:r>
              <a:t>Sources : travail_v2/resultats/clustering_choix_k.csv et clustering_resume.json.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 80 secondes.</a:t>
            </a:r>
          </a:p>
          <a:p>
            <a:endParaRPr/>
          </a:p>
          <a:p>
            <a:r>
              <a:t>Nous décrivons maintenant les groupes en unités réelles. C0 contient 11060 variantes, soit 53,1 % du catalogue d'analyse. C'est le profil le moins puissant, le plus léger et le moins émetteur en moyenne. C1 contient 7963 variantes, soit 38,2 %, et se distingue par la masse moyenne la plus élevée, environ 2 147 kg. C2 contient 1801 variantes, soit 8,6 %, avec puissance et CO2 très supérieurs. Les profils sont des résumés, pas des catégories commerciales officielles. Les distributions individuelles peuvent se chevaucher.</a:t>
            </a:r>
          </a:p>
          <a:p>
            <a:endParaRPr/>
          </a:p>
          <a:p>
            <a:r>
              <a:t>Source : travail_v2/resultats/clustering_profils.csv.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 80 secondes.</a:t>
            </a:r>
          </a:p>
          <a:p>
            <a:endParaRPr/>
          </a:p>
          <a:p>
            <a:r>
              <a:t>L'ACP projette les trois variables standardisées sur deux axes synthétiques. Les axes 1 et 2 expliquent 67,1 % et 26,2 % de la variance, soit 93,3 % cumulés. La projection conserve donc une grande part de la variabilité. L'ACP ne sert pas ici à construire les clusters : nous colorons la projection avec les groupes calculés dans l'espace initial standardisé. Une séparation apparente en 2D n'est pas une nouvelle validation indépendante. Le chevauchement et les frontières doivent se lire avec la silhouette et la sensibilité. Les 660 points affichés sont un tirage équilibré par cluster, pas la répartition réelle des effectifs.</a:t>
            </a:r>
          </a:p>
          <a:p>
            <a:endParaRPr/>
          </a:p>
          <a:p>
            <a:r>
              <a:t>Sources : travail_v2/resultats/clustering_points.csv, clustering_acp_variance.csv.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 80 secondes.</a:t>
            </a:r>
          </a:p>
          <a:p>
            <a:endParaRPr/>
          </a:p>
          <a:p>
            <a:r>
              <a:t>Les énergies servent ici à interpréter les groupes après leur construction. GO signifie gazole et ES essence. C1 comporte près de 80 % de lignes GO, tandis que C2 comporte environ 96 % de lignes ES. C0 est plus mixte, avec environ 57 % de GO et 36 % d'ES. Les autres codes restent regroupés dans la catégorie autres pour la lisibilité, sans être assimilés à des électriques purs. Les hybrides représentent de petites parts de chaque groupe, environ 5,4 %, 4,7 % et 3,1 %. Ces distributions établissent une association descriptive. Elles ne prouvent pas qu'un carburant explique à lui seul la formation d'un groupe ou le niveau de CO2.</a:t>
            </a:r>
          </a:p>
          <a:p>
            <a:endParaRPr/>
          </a:p>
          <a:p>
            <a:r>
              <a:t>Sources : travail_v2/resultats/clustering_energies_pct.csv et clustering_hybrides_pct.csv.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 80 secondes.</a:t>
            </a:r>
          </a:p>
          <a:p>
            <a:endParaRPr/>
          </a:p>
          <a:p>
            <a:r>
              <a:t>L'ARI mesure l'accord de deux partitions en corrigeant l'accord dû au hasard. Il vaut 1 pour deux partitions identiques à permutation d'étiquettes près, environ 0 pour un accord comparable au hasard, et peut être négatif. Nous comparons les partitions de cinq graines à la référence. La stabilité d'initialisation est proche de 1 pour toutes les graines, et les rééchantillonnages à 80 % donnent des ARI compris entre 0,9948 et 1. Le calcul compare les affectations sur une population commune par prédiction du modèle réajusté. Cela indique que la solution est numériquement stable pour cette population et ces variables. Cela ne garantit ni sa pertinence métier, ni sa robustesse à une population différente.</a:t>
            </a:r>
          </a:p>
          <a:p>
            <a:endParaRPr/>
          </a:p>
          <a:p>
            <a:r>
              <a:t>Source : travail_v2/resultats/clustering_stabilite.csv.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 80 secondes.</a:t>
            </a:r>
          </a:p>
          <a:p>
            <a:endParaRPr/>
          </a:p>
          <a:p>
            <a:r>
              <a:t>Nous limitons maintenant chaque famille à 50 variantes, ce qui laisse 6248 lignes. Nous réajustons le scaler et K-Means puis comparons les affectations sur le catalogue complet. L'ARI tombe à 0,548, bien plus bas que lors des seules initialisations. La composition du catalogue modifie donc sensiblement les frontières. Retirer le CO2 donne ARI 0,809, ce qui montre aussi l'effet du choix des variables. Ces expériences ne rendent pas automatiquement le jeu plafonné plus représentatif d'une flotte : aucune pondération par les ventes ou kilomètres n'est disponible. L'objectif est de rendre la sensibilité visible.</a:t>
            </a:r>
          </a:p>
          <a:p>
            <a:endParaRPr/>
          </a:p>
          <a:p>
            <a:r>
              <a:t>Sources : travail_v2/resultats/clustering_stabilite.csv et clustering_profils_plafonnes.csv.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 80 secondes.</a:t>
            </a:r>
          </a:p>
          <a:p>
            <a:endParaRPr/>
          </a:p>
          <a:p>
            <a:r>
              <a:t>Les profils offrent une lecture synthétique du catalogue. Ils peuvent aider à constituer des groupes comparables pour examiner une anomalie, choisir des variantes à étudier plus précisément ou prioriser un audit documentaire. Les émissions moyennes par cluster sont 123,9, 176,9, 244,6 g/km. Cependant le CO2 a servi à construire les groupes : retrouver un écart de CO2 n'est donc pas une découverte indépendante. Il faut confronter les groupes à des variables externes et à un besoin professionnel précis. Les noms moins émetteurs, plus lourds et plus puissants résument leurs moyennes relatives. On ne peut pas décider d'un remplacement à partir du seul cluster. Nous devons connaître usage, kilométrage, cycle de vie et contraintes fonctionnelles.</a:t>
            </a:r>
          </a:p>
          <a:p>
            <a:endParaRPr/>
          </a:p>
          <a:p>
            <a:r>
              <a:t>Source : travail_v2/resultats/clustering_profils.csv.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 100 secondes.</a:t>
            </a:r>
          </a:p>
          <a:p>
            <a:endParaRPr/>
          </a:p>
          <a:p>
            <a:r>
              <a:t>Ce scénario illustratif montre une limite de l'indicateur g/km. À la moyenne C0, rouler 20 000 km par an correspond à environ 2,48 tonnes de CO2 déclaré, alors qu'à la moyenne C2, rouler 5 000 km correspond à 1,22 tonnes. Le classement par émission annuelle peut donc différer du classement par g/km. Ce calcul multiplie simplement une valeur d'homologation par un kilométrage hypothétique : il ne mesure pas des émissions réelles. Le jeu ne contient pas l'usage, la conduite, la recharge ni le cycle de vie. Par ailleurs, K-Means découpe même un continuum. Silhouette moyenne 0,470, chevauchements en projection et sensibilité au plafonnement invitent à traiter les clusters comme des profils descriptifs plutôt que des catégories naturelles fermées.</a:t>
            </a:r>
          </a:p>
          <a:p>
            <a:endParaRPr/>
          </a:p>
          <a:p>
            <a:r>
              <a:t>Source des moyennes : travail_v2/resultats/clustering_profils.csv. Kilométrages : hypothèses illustratives explicites. Formule : g/km × km/an / 1 000 000 = t/an.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Durée : 100 </a:t>
            </a:r>
            <a:r>
              <a:rPr dirty="0" err="1"/>
              <a:t>secondes</a:t>
            </a:r>
            <a:r>
              <a:rPr dirty="0"/>
              <a:t>.</a:t>
            </a:r>
          </a:p>
          <a:p>
            <a:endParaRPr dirty="0"/>
          </a:p>
          <a:p>
            <a:r>
              <a:rPr dirty="0"/>
              <a:t>Nous </a:t>
            </a:r>
            <a:r>
              <a:rPr dirty="0" err="1"/>
              <a:t>proposons</a:t>
            </a:r>
            <a:r>
              <a:rPr dirty="0"/>
              <a:t> des </a:t>
            </a:r>
            <a:r>
              <a:rPr dirty="0" err="1"/>
              <a:t>expériences</a:t>
            </a:r>
            <a:r>
              <a:rPr dirty="0"/>
              <a:t> </a:t>
            </a:r>
            <a:r>
              <a:rPr dirty="0" err="1"/>
              <a:t>ciblées</a:t>
            </a:r>
            <a:r>
              <a:rPr dirty="0"/>
              <a:t>. </a:t>
            </a:r>
            <a:r>
              <a:rPr dirty="0" err="1"/>
              <a:t>Premièrement</a:t>
            </a:r>
            <a:r>
              <a:rPr dirty="0"/>
              <a:t>, un catalogue </a:t>
            </a:r>
            <a:r>
              <a:rPr dirty="0" err="1"/>
              <a:t>récent</a:t>
            </a:r>
            <a:r>
              <a:rPr dirty="0"/>
              <a:t> et un test </a:t>
            </a:r>
            <a:r>
              <a:rPr dirty="0" err="1"/>
              <a:t>temporel</a:t>
            </a:r>
            <a:r>
              <a:rPr dirty="0"/>
              <a:t> </a:t>
            </a:r>
            <a:r>
              <a:rPr dirty="0" err="1"/>
              <a:t>permettront</a:t>
            </a:r>
            <a:r>
              <a:rPr dirty="0"/>
              <a:t> </a:t>
            </a:r>
            <a:r>
              <a:rPr dirty="0" err="1"/>
              <a:t>d'évaluer</a:t>
            </a:r>
            <a:r>
              <a:rPr dirty="0"/>
              <a:t> la </a:t>
            </a:r>
            <a:r>
              <a:rPr dirty="0" err="1"/>
              <a:t>transférabilité</a:t>
            </a:r>
            <a:r>
              <a:rPr dirty="0"/>
              <a:t>. </a:t>
            </a:r>
            <a:r>
              <a:rPr dirty="0" err="1"/>
              <a:t>Deuxièmement</a:t>
            </a:r>
            <a:r>
              <a:rPr dirty="0"/>
              <a:t>, </a:t>
            </a:r>
            <a:r>
              <a:rPr dirty="0" err="1"/>
              <a:t>une</a:t>
            </a:r>
            <a:r>
              <a:rPr dirty="0"/>
              <a:t> </a:t>
            </a:r>
            <a:r>
              <a:rPr dirty="0" err="1"/>
              <a:t>pondération</a:t>
            </a:r>
            <a:r>
              <a:rPr dirty="0"/>
              <a:t> par usage </a:t>
            </a:r>
            <a:r>
              <a:rPr dirty="0" err="1"/>
              <a:t>réel</a:t>
            </a:r>
            <a:r>
              <a:rPr dirty="0"/>
              <a:t> </a:t>
            </a:r>
            <a:r>
              <a:rPr dirty="0" err="1"/>
              <a:t>ou</a:t>
            </a:r>
            <a:r>
              <a:rPr dirty="0"/>
              <a:t> </a:t>
            </a:r>
            <a:r>
              <a:rPr dirty="0" err="1"/>
              <a:t>une</a:t>
            </a:r>
            <a:r>
              <a:rPr dirty="0"/>
              <a:t> </a:t>
            </a:r>
            <a:r>
              <a:rPr dirty="0" err="1"/>
              <a:t>analyse</a:t>
            </a:r>
            <a:r>
              <a:rPr dirty="0"/>
              <a:t> à </a:t>
            </a:r>
            <a:r>
              <a:rPr dirty="0" err="1"/>
              <a:t>l'échelle</a:t>
            </a:r>
            <a:r>
              <a:rPr dirty="0"/>
              <a:t> des </a:t>
            </a:r>
            <a:r>
              <a:rPr dirty="0" err="1"/>
              <a:t>familles</a:t>
            </a:r>
            <a:r>
              <a:rPr dirty="0"/>
              <a:t> </a:t>
            </a:r>
            <a:r>
              <a:rPr dirty="0" err="1"/>
              <a:t>permettra</a:t>
            </a:r>
            <a:r>
              <a:rPr dirty="0"/>
              <a:t> de limiter la domination des </a:t>
            </a:r>
            <a:r>
              <a:rPr dirty="0" err="1"/>
              <a:t>nombreuses</a:t>
            </a:r>
            <a:r>
              <a:rPr dirty="0"/>
              <a:t> </a:t>
            </a:r>
            <a:r>
              <a:rPr dirty="0" err="1"/>
              <a:t>variantes</a:t>
            </a:r>
            <a:r>
              <a:rPr dirty="0"/>
              <a:t>. </a:t>
            </a:r>
            <a:r>
              <a:rPr dirty="0" err="1"/>
              <a:t>Troisièmement</a:t>
            </a:r>
            <a:r>
              <a:rPr dirty="0"/>
              <a:t>, </a:t>
            </a:r>
            <a:r>
              <a:rPr dirty="0" err="1"/>
              <a:t>une</a:t>
            </a:r>
            <a:r>
              <a:rPr dirty="0"/>
              <a:t> </a:t>
            </a:r>
            <a:r>
              <a:rPr dirty="0" err="1"/>
              <a:t>standardisation</a:t>
            </a:r>
            <a:r>
              <a:rPr dirty="0"/>
              <a:t> </a:t>
            </a:r>
            <a:r>
              <a:rPr dirty="0" err="1"/>
              <a:t>robuste</a:t>
            </a:r>
            <a:r>
              <a:rPr dirty="0"/>
              <a:t> et </a:t>
            </a:r>
            <a:r>
              <a:rPr dirty="0" err="1"/>
              <a:t>d'autres</a:t>
            </a:r>
            <a:r>
              <a:rPr dirty="0"/>
              <a:t> </a:t>
            </a:r>
            <a:r>
              <a:rPr dirty="0" err="1"/>
              <a:t>méthodes</a:t>
            </a:r>
            <a:r>
              <a:rPr dirty="0"/>
              <a:t>, par </a:t>
            </a:r>
            <a:r>
              <a:rPr dirty="0" err="1"/>
              <a:t>exemple</a:t>
            </a:r>
            <a:r>
              <a:rPr dirty="0"/>
              <a:t> clustering </a:t>
            </a:r>
            <a:r>
              <a:rPr dirty="0" err="1"/>
              <a:t>hiérarchique</a:t>
            </a:r>
            <a:r>
              <a:rPr dirty="0"/>
              <a:t> </a:t>
            </a:r>
            <a:r>
              <a:rPr dirty="0" err="1"/>
              <a:t>ou</a:t>
            </a:r>
            <a:r>
              <a:rPr dirty="0"/>
              <a:t> DBSCAN, </a:t>
            </a:r>
            <a:r>
              <a:rPr dirty="0" err="1"/>
              <a:t>éprouveront</a:t>
            </a:r>
            <a:r>
              <a:rPr dirty="0"/>
              <a:t> la </a:t>
            </a:r>
            <a:r>
              <a:rPr dirty="0" err="1"/>
              <a:t>dépendance</a:t>
            </a:r>
            <a:r>
              <a:rPr dirty="0"/>
              <a:t> à la distance et aux </a:t>
            </a:r>
            <a:r>
              <a:rPr dirty="0" err="1"/>
              <a:t>formes</a:t>
            </a:r>
            <a:r>
              <a:rPr dirty="0"/>
              <a:t> de clusters. </a:t>
            </a:r>
            <a:r>
              <a:rPr dirty="0" err="1"/>
              <a:t>Enfin</a:t>
            </a:r>
            <a:r>
              <a:rPr dirty="0"/>
              <a:t>, </a:t>
            </a:r>
            <a:r>
              <a:rPr dirty="0" err="1"/>
              <a:t>kilométrage</a:t>
            </a:r>
            <a:r>
              <a:rPr dirty="0"/>
              <a:t>, type </a:t>
            </a:r>
            <a:r>
              <a:rPr dirty="0" err="1"/>
              <a:t>d'usage</a:t>
            </a:r>
            <a:r>
              <a:rPr dirty="0"/>
              <a:t>, recharge et </a:t>
            </a:r>
            <a:r>
              <a:rPr dirty="0" err="1"/>
              <a:t>facteurs</a:t>
            </a:r>
            <a:r>
              <a:rPr dirty="0"/>
              <a:t> de cycle de vie </a:t>
            </a:r>
            <a:r>
              <a:rPr dirty="0" err="1"/>
              <a:t>permettront</a:t>
            </a:r>
            <a:r>
              <a:rPr dirty="0"/>
              <a:t> de </a:t>
            </a:r>
            <a:r>
              <a:rPr dirty="0" err="1"/>
              <a:t>discuter</a:t>
            </a:r>
            <a:r>
              <a:rPr dirty="0"/>
              <a:t> </a:t>
            </a:r>
            <a:r>
              <a:rPr dirty="0" err="1"/>
              <a:t>une</a:t>
            </a:r>
            <a:r>
              <a:rPr dirty="0"/>
              <a:t> </a:t>
            </a:r>
            <a:r>
              <a:rPr dirty="0" err="1"/>
              <a:t>véritable</a:t>
            </a:r>
            <a:r>
              <a:rPr dirty="0"/>
              <a:t> </a:t>
            </a:r>
            <a:r>
              <a:rPr dirty="0" err="1"/>
              <a:t>décision</a:t>
            </a:r>
            <a:r>
              <a:rPr dirty="0"/>
              <a:t> </a:t>
            </a:r>
            <a:r>
              <a:rPr dirty="0" err="1"/>
              <a:t>environnementale</a:t>
            </a:r>
            <a:r>
              <a:rPr dirty="0"/>
              <a:t>. Les </a:t>
            </a:r>
            <a:r>
              <a:rPr dirty="0" err="1"/>
              <a:t>méthodes</a:t>
            </a:r>
            <a:r>
              <a:rPr dirty="0"/>
              <a:t> </a:t>
            </a:r>
            <a:r>
              <a:rPr dirty="0" err="1"/>
              <a:t>facultatives</a:t>
            </a:r>
            <a:r>
              <a:rPr dirty="0"/>
              <a:t> ne </a:t>
            </a:r>
            <a:r>
              <a:rPr dirty="0" err="1"/>
              <a:t>remplacent</a:t>
            </a:r>
            <a:r>
              <a:rPr dirty="0"/>
              <a:t> pas </a:t>
            </a:r>
            <a:r>
              <a:rPr dirty="0" err="1"/>
              <a:t>l'interprétation</a:t>
            </a:r>
            <a:r>
              <a:rPr dirty="0"/>
              <a:t>. Avant un usage </a:t>
            </a:r>
            <a:r>
              <a:rPr dirty="0" err="1"/>
              <a:t>décisionnel</a:t>
            </a:r>
            <a:r>
              <a:rPr dirty="0"/>
              <a:t>, il </a:t>
            </a:r>
            <a:r>
              <a:rPr dirty="0" err="1"/>
              <a:t>faudra</a:t>
            </a:r>
            <a:r>
              <a:rPr dirty="0"/>
              <a:t> </a:t>
            </a:r>
            <a:r>
              <a:rPr dirty="0" err="1"/>
              <a:t>définir</a:t>
            </a:r>
            <a:r>
              <a:rPr dirty="0"/>
              <a:t> </a:t>
            </a:r>
            <a:r>
              <a:rPr dirty="0" err="1"/>
              <a:t>une</a:t>
            </a:r>
            <a:r>
              <a:rPr dirty="0"/>
              <a:t> </a:t>
            </a:r>
            <a:r>
              <a:rPr dirty="0" err="1"/>
              <a:t>erreur</a:t>
            </a:r>
            <a:r>
              <a:rPr dirty="0"/>
              <a:t> acceptable, </a:t>
            </a:r>
            <a:r>
              <a:rPr dirty="0" err="1"/>
              <a:t>vérifier</a:t>
            </a:r>
            <a:r>
              <a:rPr dirty="0"/>
              <a:t> les sous-populations, confronter les </a:t>
            </a:r>
            <a:r>
              <a:rPr dirty="0" err="1"/>
              <a:t>profils</a:t>
            </a:r>
            <a:r>
              <a:rPr dirty="0"/>
              <a:t> à des </a:t>
            </a:r>
            <a:r>
              <a:rPr dirty="0" err="1"/>
              <a:t>catégories</a:t>
            </a:r>
            <a:r>
              <a:rPr dirty="0"/>
              <a:t> externes et </a:t>
            </a:r>
            <a:r>
              <a:rPr dirty="0" err="1"/>
              <a:t>obtenir</a:t>
            </a:r>
            <a:r>
              <a:rPr dirty="0"/>
              <a:t> </a:t>
            </a:r>
            <a:r>
              <a:rPr dirty="0" err="1"/>
              <a:t>une</a:t>
            </a:r>
            <a:r>
              <a:rPr dirty="0"/>
              <a:t> validation </a:t>
            </a:r>
            <a:r>
              <a:rPr dirty="0" err="1"/>
              <a:t>indépendante</a:t>
            </a:r>
            <a:r>
              <a:rPr dirty="0"/>
              <a:t>.</a:t>
            </a:r>
          </a:p>
          <a:p>
            <a:endParaRPr dirty="0"/>
          </a:p>
          <a:p>
            <a:r>
              <a:rPr dirty="0"/>
              <a:t>Sources : </a:t>
            </a:r>
            <a:r>
              <a:rPr dirty="0" err="1"/>
              <a:t>limites</a:t>
            </a:r>
            <a:r>
              <a:rPr dirty="0"/>
              <a:t> des notebooks 02 et 03, </a:t>
            </a:r>
            <a:r>
              <a:rPr dirty="0" err="1"/>
              <a:t>sujet</a:t>
            </a:r>
            <a:r>
              <a:rPr dirty="0"/>
              <a:t> </a:t>
            </a:r>
            <a:r>
              <a:rPr dirty="0" err="1"/>
              <a:t>d'évaluation</a:t>
            </a:r>
            <a:r>
              <a:rPr dirty="0"/>
              <a:t> finale page 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qu’a-t-on appris, et jusqu’où peut-on utiliser ces résultats ? </a:t>
            </a:r>
            <a:endParaRPr dirty="0"/>
          </a:p>
          <a:p>
            <a:endParaRPr lang="fr-FR" dirty="0"/>
          </a:p>
          <a:p>
            <a:r>
              <a:rPr lang="fr-FR" b="1" dirty="0"/>
              <a:t>« 16,8 g/km » : le modèle prédit avec une précision limitée</a:t>
            </a:r>
            <a:endParaRPr lang="fr-FR" dirty="0"/>
          </a:p>
          <a:p>
            <a:r>
              <a:rPr lang="fr-FR" dirty="0"/>
              <a:t>C’est la </a:t>
            </a:r>
            <a:r>
              <a:rPr lang="fr-FR" b="1" dirty="0"/>
              <a:t>MAE sur le test familial</a:t>
            </a:r>
            <a:r>
              <a:rPr lang="fr-FR" dirty="0"/>
              <a:t> : les prédictions s’écartent en moyenne de 16,8 g/km des valeurs observées.</a:t>
            </a:r>
          </a:p>
          <a:p>
            <a:endParaRPr lang="fr-FR" dirty="0"/>
          </a:p>
          <a:p>
            <a:r>
              <a:rPr lang="fr-FR" dirty="0"/>
              <a:t>Le modèle fait mieux que la référence simple, dont l’erreur atteint environ </a:t>
            </a:r>
            <a:r>
              <a:rPr lang="fr-FR" b="1" dirty="0"/>
              <a:t>41,7 g/km</a:t>
            </a:r>
            <a:r>
              <a:rPr lang="fr-FR" dirty="0"/>
              <a:t>. Il apprend donc une relation utile, mais cette moyenne ne garantit pas une bonne prédiction pour chaque véhicule.</a:t>
            </a:r>
          </a:p>
          <a:p>
            <a:endParaRPr lang="fr-FR" dirty="0"/>
          </a:p>
          <a:p>
            <a:r>
              <a:rPr lang="fr-FR" b="1" dirty="0"/>
              <a:t>2. « 3 profils » : la segmentation aide à décrire le catalogue</a:t>
            </a:r>
            <a:endParaRPr lang="fr-FR" dirty="0"/>
          </a:p>
          <a:p>
            <a:r>
              <a:rPr lang="fr-FR" dirty="0"/>
              <a:t>K-</a:t>
            </a:r>
            <a:r>
              <a:rPr lang="fr-FR" dirty="0" err="1"/>
              <a:t>means</a:t>
            </a:r>
            <a:r>
              <a:rPr lang="fr-FR" dirty="0"/>
              <a:t> distingue trois profils moyens :</a:t>
            </a:r>
          </a:p>
          <a:p>
            <a:pPr lvl="0"/>
            <a:r>
              <a:rPr lang="fr-FR" b="1" dirty="0"/>
              <a:t>C0</a:t>
            </a:r>
            <a:r>
              <a:rPr lang="fr-FR" dirty="0"/>
              <a:t> : véhicules moins puissants, plus légers et moins émetteurs en moyenne.</a:t>
            </a:r>
          </a:p>
          <a:p>
            <a:pPr lvl="0"/>
            <a:r>
              <a:rPr lang="fr-FR" b="1" dirty="0"/>
              <a:t>C1</a:t>
            </a:r>
            <a:r>
              <a:rPr lang="fr-FR" dirty="0"/>
              <a:t> : véhicules plus lourds.</a:t>
            </a:r>
          </a:p>
          <a:p>
            <a:pPr lvl="0"/>
            <a:r>
              <a:rPr lang="fr-FR" b="1" dirty="0"/>
              <a:t>C2</a:t>
            </a:r>
            <a:r>
              <a:rPr lang="fr-FR" dirty="0"/>
              <a:t> : véhicules plus puissants et plus émetteurs.</a:t>
            </a:r>
          </a:p>
          <a:p>
            <a:endParaRPr lang="fr-FR" dirty="0"/>
          </a:p>
          <a:p>
            <a:r>
              <a:rPr lang="fr-FR" b="1" dirty="0"/>
              <a:t>3. « ARI 0,548 » : les groupes dépendent de la composition du catalogue</a:t>
            </a:r>
            <a:endParaRPr lang="fr-FR" dirty="0"/>
          </a:p>
          <a:p>
            <a:r>
              <a:rPr lang="fr-FR" dirty="0"/>
              <a:t>On a refait la segmentation en gardant </a:t>
            </a:r>
            <a:r>
              <a:rPr lang="fr-FR" b="1" dirty="0"/>
              <a:t>au maximum 50 variantes par famille</a:t>
            </a:r>
            <a:r>
              <a:rPr lang="fr-FR" dirty="0"/>
              <a:t>, pour réduire l’influence des familles très nombreuses.</a:t>
            </a:r>
          </a:p>
          <a:p>
            <a:endParaRPr lang="fr-FR" dirty="0"/>
          </a:p>
          <a:p>
            <a:r>
              <a:rPr lang="fr-FR" dirty="0"/>
              <a:t>L’</a:t>
            </a:r>
            <a:r>
              <a:rPr lang="fr-FR" b="1" dirty="0"/>
              <a:t>ARI compare les deux regroupements</a:t>
            </a:r>
            <a:r>
              <a:rPr lang="fr-FR" dirty="0"/>
              <a:t> :</a:t>
            </a:r>
          </a:p>
          <a:p>
            <a:pPr lvl="0"/>
            <a:r>
              <a:rPr lang="fr-FR" b="1" dirty="0"/>
              <a:t>1</a:t>
            </a:r>
            <a:r>
              <a:rPr lang="fr-FR" dirty="0"/>
              <a:t> : mêmes regroupements, même si les numéros des groupes changent.</a:t>
            </a:r>
          </a:p>
          <a:p>
            <a:pPr lvl="0"/>
            <a:r>
              <a:rPr lang="fr-FR" b="1" dirty="0"/>
              <a:t>0</a:t>
            </a:r>
            <a:r>
              <a:rPr lang="fr-FR" dirty="0"/>
              <a:t> : accord comparable au hasard.</a:t>
            </a:r>
          </a:p>
          <a:p>
            <a:pPr lvl="0"/>
            <a:r>
              <a:rPr lang="fr-FR" b="1" dirty="0"/>
              <a:t>0,548</a:t>
            </a:r>
            <a:r>
              <a:rPr lang="fr-FR" dirty="0"/>
              <a:t> : accord partiel ; les regroupements ont sensiblement changé.</a:t>
            </a:r>
          </a:p>
          <a:p>
            <a:r>
              <a:rPr lang="fr-FR" b="1" dirty="0"/>
              <a:t>Ce n’est pas un taux de réussite de 54,8 %.</a:t>
            </a:r>
            <a:endParaRPr lang="fr-FR" dirty="0"/>
          </a:p>
          <a:p>
            <a:r>
              <a:rPr lang="fr-FR" dirty="0"/>
              <a:t>Le message est important : obtenir presque les mêmes groupes avec plusieurs initialisations ne suffit pas. Les groupes peuvent rester sensibles aux véhicules représentés dans les données.</a:t>
            </a:r>
          </a:p>
          <a:p>
            <a:endParaRPr lang="fr-FR" dirty="0"/>
          </a:p>
          <a:p>
            <a:r>
              <a:rPr lang="fr-FR" b="1" dirty="0"/>
              <a:t>4. « Un support pour enquêter » : une utilité exploratoire</a:t>
            </a:r>
            <a:endParaRPr lang="fr-FR" dirty="0"/>
          </a:p>
          <a:p>
            <a:r>
              <a:rPr lang="fr-FR" dirty="0"/>
              <a:t>L’étude aide à comparer des profils et à choisir les informations à approfondir. Pour décider d’un remplacement de véhicule, il faudrait aussi connaître le kilométrage, l’usage, les contraintes et les impacts du cycle de vie.</a:t>
            </a:r>
          </a:p>
          <a:p>
            <a:endParaRPr lang="fr-FR" dirty="0"/>
          </a:p>
          <a:p>
            <a:r>
              <a:rPr lang="fr-FR" dirty="0"/>
              <a:t>Notre étude apporte deux résultats : une estimation du CO₂ avec une erreur moyenne de 16,8 g/km, et trois profils techniques interprétables. Cependant, la segmentation change lorsqu’on réduit le poids des familles très représentées : l’ARI descend à 0,548. La composition du catalogue influence donc nos résultats. Cette étude constitue un support pour comparer des profils et orienter les recherches. Avant une décision environnementale, il faudra compléter les données d’usage et réaliser une validation indépendante.</a:t>
            </a:r>
          </a:p>
          <a:p>
            <a:endParaRPr lang="fr-FR" dirty="0"/>
          </a:p>
          <a:p>
            <a:endParaRPr dirty="0"/>
          </a:p>
          <a:p>
            <a:r>
              <a:rPr dirty="0"/>
              <a:t>Sources : travail_v2/</a:t>
            </a:r>
            <a:r>
              <a:rPr dirty="0" err="1"/>
              <a:t>resultats</a:t>
            </a:r>
            <a:r>
              <a:rPr dirty="0"/>
              <a:t>/</a:t>
            </a:r>
            <a:r>
              <a:rPr dirty="0" err="1"/>
              <a:t>supervise_test.csv</a:t>
            </a:r>
            <a:r>
              <a:rPr dirty="0"/>
              <a:t>, </a:t>
            </a:r>
            <a:r>
              <a:rPr dirty="0" err="1"/>
              <a:t>clustering_resume.json</a:t>
            </a:r>
            <a:r>
              <a:rPr dirty="0"/>
              <a:t>, </a:t>
            </a:r>
            <a:r>
              <a:rPr dirty="0" err="1"/>
              <a:t>clustering_stabilite.csv</a:t>
            </a:r>
            <a:r>
              <a:rPr dirty="0"/>
              <a:t>.</a:t>
            </a:r>
          </a:p>
          <a:p>
            <a:endParaRPr dirty="0"/>
          </a:p>
          <a:p>
            <a:r>
              <a:rPr dirty="0" err="1"/>
              <a:t>Définitio</a:t>
            </a:r>
            <a:r>
              <a:rPr lang="cy-GB" dirty="0"/>
              <a:t>ns à rappeler à l’oral :</a:t>
            </a:r>
          </a:p>
          <a:p>
            <a:endParaRPr lang="cy-GB" dirty="0"/>
          </a:p>
          <a:p>
            <a:r>
              <a:rPr lang="cy-GB" dirty="0"/>
              <a:t>MAE — Mean Absolute Error, ou erreur absolue moyenne. On calcule la moyenne des écarts absolus entre les CO₂ observés et prédits : MAE = moyenne(|y − ŷ|). Elle s’exprime en g/km ; plus elle est faible, mieux c’est. Ici, une MAE de 16,78 g/km signifie que les prédictions s’écartent en moyenne de 16,78 g/km des mesures du test, sans tenir compte du sens de l’erreur. Ce n’est ni une erreur maximale ni une garantie pour chaque véhicule.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6AAD6916-8C4F-4148-89DF-DFBDDFFBCE30}"/>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a:endParaRPr/>
          </a:p>
        </p:txBody>
      </p:sp>
      <p:sp>
        <p:nvSpPr>
          <p:cNvPr id="2" name="Subtitle">
            <a:extLst>
              <a:ext uri="{FF2B5EF4-FFF2-40B4-BE49-F238E27FC236}">
                <a16:creationId xmlns:a16="http://schemas.microsoft.com/office/drawing/2014/main" id="{549A07A5-D7B9-483E-B112-06C1A238659E}"/>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7FDFBA2A-15E5-410C-B673-C9FB0629A074}"/>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29223FB9-0940-41F1-B58E-A301E9E69A95}"/>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Body">
            <a:extLst>
              <a:ext uri="{FF2B5EF4-FFF2-40B4-BE49-F238E27FC236}">
                <a16:creationId xmlns:a16="http://schemas.microsoft.com/office/drawing/2014/main" id="{C022BE48-1E26-4F01-92F9-AC62C2275DB2}"/>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D385C72B-CFA7-4FB8-869D-D1E132C8F830}"/>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8493E39C-956F-4EB2-8E9E-A98298A183CF}"/>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
        <p:nvSpPr>
          <p:cNvPr id="3" name="Right column">
            <a:extLst>
              <a:ext uri="{FF2B5EF4-FFF2-40B4-BE49-F238E27FC236}">
                <a16:creationId xmlns:a16="http://schemas.microsoft.com/office/drawing/2014/main" id="{ABB1FA19-921C-46B9-8BC5-A7E1678050ED}"/>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FD83BD82-D3FF-4B58-AD76-3D78B57C8F23}"/>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921506A5-D2B4-48C3-9239-9C151D0B7D26}"/>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11.xml"/><Relationship Id="rId1" Type="http://schemas.openxmlformats.org/officeDocument/2006/relationships/slideLayout" Target="../slideLayouts/slideLayout6.xml"/><Relationship Id="rId4" Type="http://schemas.openxmlformats.org/officeDocument/2006/relationships/chart" Target="../charts/chart7.xml"/></Relationships>
</file>

<file path=ppt/slides/_rels/slide12.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chart" Target="../charts/chart10.xml"/><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chart" Target="../charts/chart11.xml"/><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chart" Target="../charts/chart12.xml"/><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chart" Target="../charts/chart13.xml"/><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chart" Target="../charts/chart14.xml"/><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chart" Target="../charts/chart15.xml"/><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chart" Target="../charts/chart16.xml"/><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AFCFB"/>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7956959-D1E9-4E46-A9B4-2A1C140335D8}"/>
              </a:ext>
            </a:extLst>
          </p:cNvPr>
          <p:cNvSpPr>
            <a:spLocks noGrp="1"/>
          </p:cNvSpPr>
          <p:nvPr/>
        </p:nvSpPr>
        <p:spPr>
          <a:xfrm>
            <a:off x="619125" y="457200"/>
            <a:ext cx="10953750" cy="857250"/>
          </a:xfrm>
          <a:prstGeom prst="rect">
            <a:avLst/>
          </a:prstGeom>
          <a:noFill/>
          <a:ln w="0">
            <a:noFill/>
          </a:ln>
        </p:spPr>
        <p:txBody>
          <a:bodyPr/>
          <a:lstStyle>
            <a:defPPr>
              <a:defRPr sz="3225" b="1">
                <a:solidFill>
                  <a:srgbClr val="17363A"/>
                </a:solidFill>
              </a:defRPr>
            </a:defPPr>
            <a:lvl1pPr>
              <a:defRPr sz="3225" b="1">
                <a:solidFill>
                  <a:srgbClr val="17363A"/>
                </a:solidFill>
              </a:defRPr>
            </a:lvl1pPr>
            <a:lvl2pPr>
              <a:defRPr sz="3225" b="1">
                <a:solidFill>
                  <a:srgbClr val="17363A"/>
                </a:solidFill>
              </a:defRPr>
            </a:lvl2pPr>
            <a:lvl3pPr>
              <a:defRPr sz="3225" b="1">
                <a:solidFill>
                  <a:srgbClr val="17363A"/>
                </a:solidFill>
              </a:defRPr>
            </a:lvl3pPr>
            <a:lvl4pPr>
              <a:defRPr sz="3225" b="1">
                <a:solidFill>
                  <a:srgbClr val="17363A"/>
                </a:solidFill>
              </a:defRPr>
            </a:lvl4pPr>
            <a:lvl5pPr>
              <a:defRPr sz="3225" b="1">
                <a:solidFill>
                  <a:srgbClr val="17363A"/>
                </a:solidFill>
              </a:defRPr>
            </a:lvl5pPr>
            <a:lvl6pPr>
              <a:defRPr sz="3225" b="1">
                <a:solidFill>
                  <a:srgbClr val="17363A"/>
                </a:solidFill>
              </a:defRPr>
            </a:lvl6pPr>
            <a:lvl7pPr>
              <a:defRPr sz="3225" b="1">
                <a:solidFill>
                  <a:srgbClr val="17363A"/>
                </a:solidFill>
              </a:defRPr>
            </a:lvl7pPr>
            <a:lvl8pPr>
              <a:defRPr sz="3225" b="1">
                <a:solidFill>
                  <a:srgbClr val="17363A"/>
                </a:solidFill>
              </a:defRPr>
            </a:lvl8pPr>
            <a:lvl9pPr>
              <a:defRPr sz="3225" b="1">
                <a:solidFill>
                  <a:srgbClr val="17363A"/>
                </a:solidFill>
              </a:defRPr>
            </a:lvl9pPr>
          </a:lstStyle>
          <a:p>
            <a:pPr>
              <a:defRPr sz="3225" b="1">
                <a:solidFill>
                  <a:srgbClr val="17363A"/>
                </a:solidFill>
              </a:defRPr>
            </a:pPr>
            <a:r>
              <a:rPr sz="3225" b="1">
                <a:solidFill>
                  <a:srgbClr val="17363A"/>
                </a:solidFill>
              </a:rPr>
              <a:t>Véhicules et émissions de CO₂</a:t>
            </a:r>
          </a:p>
        </p:txBody>
      </p:sp>
      <p:sp>
        <p:nvSpPr>
          <p:cNvPr id="3" name="Rectangle 2">
            <a:extLst>
              <a:ext uri="{FF2B5EF4-FFF2-40B4-BE49-F238E27FC236}">
                <a16:creationId xmlns:a16="http://schemas.microsoft.com/office/drawing/2014/main" id="{E76167D5-876E-48D9-A261-5E8F574A5F05}"/>
              </a:ext>
            </a:extLst>
          </p:cNvPr>
          <p:cNvSpPr>
            <a:spLocks noGrp="1"/>
          </p:cNvSpPr>
          <p:nvPr/>
        </p:nvSpPr>
        <p:spPr>
          <a:xfrm>
            <a:off x="628650" y="6362700"/>
            <a:ext cx="8096250" cy="228600"/>
          </a:xfrm>
          <a:prstGeom prst="rect">
            <a:avLst/>
          </a:prstGeom>
          <a:noFill/>
          <a:ln w="0">
            <a:noFill/>
          </a:ln>
        </p:spPr>
        <p:txBody>
          <a:bodyPr/>
          <a:lstStyle>
            <a:defPPr>
              <a:defRPr sz="1275" b="0">
                <a:solidFill>
                  <a:srgbClr val="5A6E71"/>
                </a:solidFill>
              </a:defRPr>
            </a:defPPr>
            <a:lvl1pPr>
              <a:defRPr sz="1275" b="0">
                <a:solidFill>
                  <a:srgbClr val="5A6E71"/>
                </a:solidFill>
              </a:defRPr>
            </a:lvl1pPr>
            <a:lvl2pPr>
              <a:defRPr sz="1275" b="0">
                <a:solidFill>
                  <a:srgbClr val="5A6E71"/>
                </a:solidFill>
              </a:defRPr>
            </a:lvl2pPr>
            <a:lvl3pPr>
              <a:defRPr sz="1275" b="0">
                <a:solidFill>
                  <a:srgbClr val="5A6E71"/>
                </a:solidFill>
              </a:defRPr>
            </a:lvl3pPr>
            <a:lvl4pPr>
              <a:defRPr sz="1275" b="0">
                <a:solidFill>
                  <a:srgbClr val="5A6E71"/>
                </a:solidFill>
              </a:defRPr>
            </a:lvl4pPr>
            <a:lvl5pPr>
              <a:defRPr sz="1275" b="0">
                <a:solidFill>
                  <a:srgbClr val="5A6E71"/>
                </a:solidFill>
              </a:defRPr>
            </a:lvl5pPr>
            <a:lvl6pPr>
              <a:defRPr sz="1275" b="0">
                <a:solidFill>
                  <a:srgbClr val="5A6E71"/>
                </a:solidFill>
              </a:defRPr>
            </a:lvl6pPr>
            <a:lvl7pPr>
              <a:defRPr sz="1275" b="0">
                <a:solidFill>
                  <a:srgbClr val="5A6E71"/>
                </a:solidFill>
              </a:defRPr>
            </a:lvl7pPr>
            <a:lvl8pPr>
              <a:defRPr sz="1275" b="0">
                <a:solidFill>
                  <a:srgbClr val="5A6E71"/>
                </a:solidFill>
              </a:defRPr>
            </a:lvl8pPr>
            <a:lvl9pPr>
              <a:defRPr sz="1275" b="0">
                <a:solidFill>
                  <a:srgbClr val="5A6E71"/>
                </a:solidFill>
              </a:defRPr>
            </a:lvl9pPr>
          </a:lstStyle>
          <a:p>
            <a:pPr>
              <a:defRPr sz="1275" b="0">
                <a:solidFill>
                  <a:srgbClr val="5A6E71"/>
                </a:solidFill>
              </a:defRPr>
            </a:pPr>
            <a:r>
              <a:rPr sz="1275" b="0">
                <a:solidFill>
                  <a:srgbClr val="5A6E71"/>
                </a:solidFill>
              </a:rPr>
              <a:t>01   DONNÉES   /   4 MIN</a:t>
            </a:r>
          </a:p>
        </p:txBody>
      </p:sp>
      <p:sp>
        <p:nvSpPr>
          <p:cNvPr id="4" name="Rectangle 3">
            <a:extLst>
              <a:ext uri="{FF2B5EF4-FFF2-40B4-BE49-F238E27FC236}">
                <a16:creationId xmlns:a16="http://schemas.microsoft.com/office/drawing/2014/main" id="{D5FC0767-65F1-4175-BDF6-A1C77163F796}"/>
              </a:ext>
            </a:extLst>
          </p:cNvPr>
          <p:cNvSpPr>
            <a:spLocks noGrp="1"/>
          </p:cNvSpPr>
          <p:nvPr/>
        </p:nvSpPr>
        <p:spPr>
          <a:xfrm>
            <a:off x="11029950" y="6362700"/>
            <a:ext cx="571500" cy="228600"/>
          </a:xfrm>
          <a:prstGeom prst="rect">
            <a:avLst/>
          </a:prstGeom>
          <a:noFill/>
          <a:ln w="0">
            <a:noFill/>
          </a:ln>
        </p:spPr>
        <p:txBody>
          <a:bodyPr/>
          <a:lstStyle>
            <a:defPPr>
              <a:defRPr sz="1275" b="0">
                <a:solidFill>
                  <a:srgbClr val="5A6E71"/>
                </a:solidFill>
              </a:defRPr>
            </a:defPPr>
            <a:lvl1pPr>
              <a:defRPr sz="1275" b="0">
                <a:solidFill>
                  <a:srgbClr val="5A6E71"/>
                </a:solidFill>
              </a:defRPr>
            </a:lvl1pPr>
            <a:lvl2pPr>
              <a:defRPr sz="1275" b="0">
                <a:solidFill>
                  <a:srgbClr val="5A6E71"/>
                </a:solidFill>
              </a:defRPr>
            </a:lvl2pPr>
            <a:lvl3pPr>
              <a:defRPr sz="1275" b="0">
                <a:solidFill>
                  <a:srgbClr val="5A6E71"/>
                </a:solidFill>
              </a:defRPr>
            </a:lvl3pPr>
            <a:lvl4pPr>
              <a:defRPr sz="1275" b="0">
                <a:solidFill>
                  <a:srgbClr val="5A6E71"/>
                </a:solidFill>
              </a:defRPr>
            </a:lvl4pPr>
            <a:lvl5pPr>
              <a:defRPr sz="1275" b="0">
                <a:solidFill>
                  <a:srgbClr val="5A6E71"/>
                </a:solidFill>
              </a:defRPr>
            </a:lvl5pPr>
            <a:lvl6pPr>
              <a:defRPr sz="1275" b="0">
                <a:solidFill>
                  <a:srgbClr val="5A6E71"/>
                </a:solidFill>
              </a:defRPr>
            </a:lvl6pPr>
            <a:lvl7pPr>
              <a:defRPr sz="1275" b="0">
                <a:solidFill>
                  <a:srgbClr val="5A6E71"/>
                </a:solidFill>
              </a:defRPr>
            </a:lvl7pPr>
            <a:lvl8pPr>
              <a:defRPr sz="1275" b="0">
                <a:solidFill>
                  <a:srgbClr val="5A6E71"/>
                </a:solidFill>
              </a:defRPr>
            </a:lvl8pPr>
            <a:lvl9pPr>
              <a:defRPr sz="1275" b="0">
                <a:solidFill>
                  <a:srgbClr val="5A6E71"/>
                </a:solidFill>
              </a:defRPr>
            </a:lvl9pPr>
          </a:lstStyle>
          <a:p>
            <a:pPr>
              <a:defRPr sz="1275" b="0">
                <a:solidFill>
                  <a:srgbClr val="5A6E71"/>
                </a:solidFill>
              </a:defRPr>
            </a:pPr>
            <a:r>
              <a:rPr sz="1275" b="0">
                <a:solidFill>
                  <a:srgbClr val="5A6E71"/>
                </a:solidFill>
              </a:rPr>
              <a:t>01</a:t>
            </a:r>
          </a:p>
        </p:txBody>
      </p:sp>
      <p:sp>
        <p:nvSpPr>
          <p:cNvPr id="5" name="Rectangle 4">
            <a:extLst>
              <a:ext uri="{FF2B5EF4-FFF2-40B4-BE49-F238E27FC236}">
                <a16:creationId xmlns:a16="http://schemas.microsoft.com/office/drawing/2014/main" id="{BD8F1228-6160-49EA-8DDA-8C74477629CE}"/>
              </a:ext>
            </a:extLst>
          </p:cNvPr>
          <p:cNvSpPr>
            <a:spLocks noGrp="1"/>
          </p:cNvSpPr>
          <p:nvPr/>
        </p:nvSpPr>
        <p:spPr>
          <a:xfrm>
            <a:off x="666750" y="2095500"/>
            <a:ext cx="10668000" cy="1428750"/>
          </a:xfrm>
          <a:prstGeom prst="rect">
            <a:avLst/>
          </a:prstGeom>
          <a:noFill/>
          <a:ln w="0">
            <a:noFill/>
          </a:ln>
        </p:spPr>
        <p:txBody>
          <a:bodyPr/>
          <a:lstStyle>
            <a:defPPr>
              <a:defRPr sz="4350" b="1">
                <a:solidFill>
                  <a:srgbClr val="008C85"/>
                </a:solidFill>
              </a:defRPr>
            </a:defPPr>
            <a:lvl1pPr>
              <a:defRPr sz="4350" b="1">
                <a:solidFill>
                  <a:srgbClr val="008C85"/>
                </a:solidFill>
              </a:defRPr>
            </a:lvl1pPr>
            <a:lvl2pPr>
              <a:defRPr sz="4350" b="1">
                <a:solidFill>
                  <a:srgbClr val="008C85"/>
                </a:solidFill>
              </a:defRPr>
            </a:lvl2pPr>
            <a:lvl3pPr>
              <a:defRPr sz="4350" b="1">
                <a:solidFill>
                  <a:srgbClr val="008C85"/>
                </a:solidFill>
              </a:defRPr>
            </a:lvl3pPr>
            <a:lvl4pPr>
              <a:defRPr sz="4350" b="1">
                <a:solidFill>
                  <a:srgbClr val="008C85"/>
                </a:solidFill>
              </a:defRPr>
            </a:lvl4pPr>
            <a:lvl5pPr>
              <a:defRPr sz="4350" b="1">
                <a:solidFill>
                  <a:srgbClr val="008C85"/>
                </a:solidFill>
              </a:defRPr>
            </a:lvl5pPr>
            <a:lvl6pPr>
              <a:defRPr sz="4350" b="1">
                <a:solidFill>
                  <a:srgbClr val="008C85"/>
                </a:solidFill>
              </a:defRPr>
            </a:lvl6pPr>
            <a:lvl7pPr>
              <a:defRPr sz="4350" b="1">
                <a:solidFill>
                  <a:srgbClr val="008C85"/>
                </a:solidFill>
              </a:defRPr>
            </a:lvl7pPr>
            <a:lvl8pPr>
              <a:defRPr sz="4350" b="1">
                <a:solidFill>
                  <a:srgbClr val="008C85"/>
                </a:solidFill>
              </a:defRPr>
            </a:lvl8pPr>
            <a:lvl9pPr>
              <a:defRPr sz="4350" b="1">
                <a:solidFill>
                  <a:srgbClr val="008C85"/>
                </a:solidFill>
              </a:defRPr>
            </a:lvl9pPr>
          </a:lstStyle>
          <a:p>
            <a:pPr>
              <a:defRPr sz="4350" b="1">
                <a:solidFill>
                  <a:srgbClr val="008C85"/>
                </a:solidFill>
              </a:defRPr>
            </a:pPr>
            <a:r>
              <a:rPr sz="4350" b="1">
                <a:solidFill>
                  <a:srgbClr val="008C85"/>
                </a:solidFill>
              </a:rPr>
              <a:t>Prédire les émissions</a:t>
            </a:r>
          </a:p>
          <a:p>
            <a:pPr>
              <a:defRPr sz="4350" b="1">
                <a:solidFill>
                  <a:srgbClr val="008C85"/>
                </a:solidFill>
              </a:defRPr>
            </a:pPr>
            <a:r>
              <a:rPr sz="4350" b="1">
                <a:solidFill>
                  <a:srgbClr val="008C85"/>
                </a:solidFill>
              </a:rPr>
              <a:t>Segmenter les profils</a:t>
            </a:r>
          </a:p>
        </p:txBody>
      </p:sp>
      <p:sp>
        <p:nvSpPr>
          <p:cNvPr id="6" name="Rectangle 5">
            <a:extLst>
              <a:ext uri="{FF2B5EF4-FFF2-40B4-BE49-F238E27FC236}">
                <a16:creationId xmlns:a16="http://schemas.microsoft.com/office/drawing/2014/main" id="{B610DDDC-96D4-475B-88A5-3F4E6D58B278}"/>
              </a:ext>
            </a:extLst>
          </p:cNvPr>
          <p:cNvSpPr>
            <a:spLocks noGrp="1"/>
          </p:cNvSpPr>
          <p:nvPr/>
        </p:nvSpPr>
        <p:spPr>
          <a:xfrm>
            <a:off x="666750" y="4191000"/>
            <a:ext cx="10477500" cy="476250"/>
          </a:xfrm>
          <a:prstGeom prst="rect">
            <a:avLst/>
          </a:prstGeom>
          <a:noFill/>
          <a:ln w="0">
            <a:noFill/>
          </a:ln>
        </p:spPr>
        <p:txBody>
          <a:bodyPr/>
          <a:lstStyle>
            <a:defPPr>
              <a:defRPr sz="2250" b="0">
                <a:solidFill>
                  <a:srgbClr val="5A6E71"/>
                </a:solidFill>
              </a:defRPr>
            </a:defPPr>
            <a:lvl1pPr>
              <a:defRPr sz="2250" b="0">
                <a:solidFill>
                  <a:srgbClr val="5A6E71"/>
                </a:solidFill>
              </a:defRPr>
            </a:lvl1pPr>
            <a:lvl2pPr>
              <a:defRPr sz="2250" b="0">
                <a:solidFill>
                  <a:srgbClr val="5A6E71"/>
                </a:solidFill>
              </a:defRPr>
            </a:lvl2pPr>
            <a:lvl3pPr>
              <a:defRPr sz="2250" b="0">
                <a:solidFill>
                  <a:srgbClr val="5A6E71"/>
                </a:solidFill>
              </a:defRPr>
            </a:lvl3pPr>
            <a:lvl4pPr>
              <a:defRPr sz="2250" b="0">
                <a:solidFill>
                  <a:srgbClr val="5A6E71"/>
                </a:solidFill>
              </a:defRPr>
            </a:lvl4pPr>
            <a:lvl5pPr>
              <a:defRPr sz="2250" b="0">
                <a:solidFill>
                  <a:srgbClr val="5A6E71"/>
                </a:solidFill>
              </a:defRPr>
            </a:lvl5pPr>
            <a:lvl6pPr>
              <a:defRPr sz="2250" b="0">
                <a:solidFill>
                  <a:srgbClr val="5A6E71"/>
                </a:solidFill>
              </a:defRPr>
            </a:lvl6pPr>
            <a:lvl7pPr>
              <a:defRPr sz="2250" b="0">
                <a:solidFill>
                  <a:srgbClr val="5A6E71"/>
                </a:solidFill>
              </a:defRPr>
            </a:lvl7pPr>
            <a:lvl8pPr>
              <a:defRPr sz="2250" b="0">
                <a:solidFill>
                  <a:srgbClr val="5A6E71"/>
                </a:solidFill>
              </a:defRPr>
            </a:lvl8pPr>
            <a:lvl9pPr>
              <a:defRPr sz="2250" b="0">
                <a:solidFill>
                  <a:srgbClr val="5A6E71"/>
                </a:solidFill>
              </a:defRPr>
            </a:lvl9pPr>
          </a:lstStyle>
          <a:p>
            <a:pPr>
              <a:defRPr sz="2250" b="0">
                <a:solidFill>
                  <a:srgbClr val="5A6E71"/>
                </a:solidFill>
              </a:defRPr>
            </a:pPr>
            <a:r>
              <a:rPr sz="2250" b="0">
                <a:solidFill>
                  <a:srgbClr val="5A6E71"/>
                </a:solidFill>
              </a:rPr>
              <a:t>Catalogue automobile français, mars 2015</a:t>
            </a:r>
          </a:p>
        </p:txBody>
      </p:sp>
      <p:sp>
        <p:nvSpPr>
          <p:cNvPr id="8" name="presenter-badge">
            <a:extLst>
              <a:ext uri="{FF2B5EF4-FFF2-40B4-BE49-F238E27FC236}">
                <a16:creationId xmlns:a16="http://schemas.microsoft.com/office/drawing/2014/main" id="{CFA40BB7-DD8E-1454-F6FC-9BD7CEA0CDFA}"/>
              </a:ext>
            </a:extLst>
          </p:cNvPr>
          <p:cNvSpPr>
            <a:spLocks noGrp="1"/>
          </p:cNvSpPr>
          <p:nvPr/>
        </p:nvSpPr>
        <p:spPr>
          <a:xfrm>
            <a:off x="9429750" y="6286500"/>
            <a:ext cx="1428750" cy="323850"/>
          </a:xfrm>
          <a:prstGeom prst="roundRect">
            <a:avLst>
              <a:gd name="adj" fmla="val 50000"/>
            </a:avLst>
          </a:prstGeom>
          <a:solidFill>
            <a:srgbClr val="315F94"/>
          </a:solidFill>
          <a:ln w="0">
            <a:noFill/>
          </a:ln>
        </p:spPr>
        <p:txBody>
          <a:bodyPr lIns="0" tIns="0" rIns="0" bIns="0" anchor="ctr"/>
          <a:lstStyle>
            <a:defPPr algn="ctr">
              <a:defRPr sz="1500" b="1">
                <a:solidFill>
                  <a:srgbClr val="FFFFFF"/>
                </a:solidFill>
              </a:defRPr>
            </a:defPPr>
            <a:lvl1pPr algn="ctr">
              <a:defRPr sz="1500" b="1">
                <a:solidFill>
                  <a:srgbClr val="FFFFFF"/>
                </a:solidFill>
              </a:defRPr>
            </a:lvl1pPr>
            <a:lvl2pPr algn="ctr">
              <a:defRPr sz="1500" b="1">
                <a:solidFill>
                  <a:srgbClr val="FFFFFF"/>
                </a:solidFill>
              </a:defRPr>
            </a:lvl2pPr>
            <a:lvl3pPr algn="ctr">
              <a:defRPr sz="1500" b="1">
                <a:solidFill>
                  <a:srgbClr val="FFFFFF"/>
                </a:solidFill>
              </a:defRPr>
            </a:lvl3pPr>
            <a:lvl4pPr algn="ctr">
              <a:defRPr sz="1500" b="1">
                <a:solidFill>
                  <a:srgbClr val="FFFFFF"/>
                </a:solidFill>
              </a:defRPr>
            </a:lvl4pPr>
            <a:lvl5pPr algn="ctr">
              <a:defRPr sz="1500" b="1">
                <a:solidFill>
                  <a:srgbClr val="FFFFFF"/>
                </a:solidFill>
              </a:defRPr>
            </a:lvl5pPr>
            <a:lvl6pPr algn="ctr">
              <a:defRPr sz="1500" b="1">
                <a:solidFill>
                  <a:srgbClr val="FFFFFF"/>
                </a:solidFill>
              </a:defRPr>
            </a:lvl6pPr>
            <a:lvl7pPr algn="ctr">
              <a:defRPr sz="1500" b="1">
                <a:solidFill>
                  <a:srgbClr val="FFFFFF"/>
                </a:solidFill>
              </a:defRPr>
            </a:lvl7pPr>
            <a:lvl8pPr algn="ctr">
              <a:defRPr sz="1500" b="1">
                <a:solidFill>
                  <a:srgbClr val="FFFFFF"/>
                </a:solidFill>
              </a:defRPr>
            </a:lvl8pPr>
            <a:lvl9pPr algn="ctr">
              <a:defRPr sz="1500" b="1">
                <a:solidFill>
                  <a:srgbClr val="FFFFFF"/>
                </a:solidFill>
              </a:defRPr>
            </a:lvl9pPr>
          </a:lstStyle>
          <a:p>
            <a:pPr algn="ctr">
              <a:defRPr sz="1500" b="1">
                <a:solidFill>
                  <a:srgbClr val="FFFFFF"/>
                </a:solidFill>
              </a:defRPr>
            </a:pPr>
            <a:r>
              <a:rPr sz="1500" b="1" dirty="0">
                <a:solidFill>
                  <a:srgbClr val="FFFFFF"/>
                </a:solidFill>
              </a:rPr>
              <a:t>Paul</a:t>
            </a:r>
          </a:p>
        </p:txBody>
      </p:sp>
    </p:spTree>
    <p:extLst>
      <p:ext uri="{BB962C8B-B14F-4D97-AF65-F5344CB8AC3E}">
        <p14:creationId xmlns:p14="http://schemas.microsoft.com/office/powerpoint/2010/main" val="8569031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AFCFB"/>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3F988B0-F9FE-49AD-A945-B12B2B4D5FBE}"/>
              </a:ext>
            </a:extLst>
          </p:cNvPr>
          <p:cNvSpPr>
            <a:spLocks noGrp="1"/>
          </p:cNvSpPr>
          <p:nvPr/>
        </p:nvSpPr>
        <p:spPr>
          <a:xfrm>
            <a:off x="619125" y="457200"/>
            <a:ext cx="10953750" cy="857250"/>
          </a:xfrm>
          <a:prstGeom prst="rect">
            <a:avLst/>
          </a:prstGeom>
          <a:noFill/>
          <a:ln w="0">
            <a:noFill/>
          </a:ln>
        </p:spPr>
        <p:txBody>
          <a:bodyPr/>
          <a:lstStyle>
            <a:defPPr>
              <a:defRPr sz="3225" b="1">
                <a:solidFill>
                  <a:srgbClr val="17363A"/>
                </a:solidFill>
              </a:defRPr>
            </a:defPPr>
            <a:lvl1pPr>
              <a:defRPr sz="3225" b="1">
                <a:solidFill>
                  <a:srgbClr val="17363A"/>
                </a:solidFill>
              </a:defRPr>
            </a:lvl1pPr>
            <a:lvl2pPr>
              <a:defRPr sz="3225" b="1">
                <a:solidFill>
                  <a:srgbClr val="17363A"/>
                </a:solidFill>
              </a:defRPr>
            </a:lvl2pPr>
            <a:lvl3pPr>
              <a:defRPr sz="3225" b="1">
                <a:solidFill>
                  <a:srgbClr val="17363A"/>
                </a:solidFill>
              </a:defRPr>
            </a:lvl3pPr>
            <a:lvl4pPr>
              <a:defRPr sz="3225" b="1">
                <a:solidFill>
                  <a:srgbClr val="17363A"/>
                </a:solidFill>
              </a:defRPr>
            </a:lvl4pPr>
            <a:lvl5pPr>
              <a:defRPr sz="3225" b="1">
                <a:solidFill>
                  <a:srgbClr val="17363A"/>
                </a:solidFill>
              </a:defRPr>
            </a:lvl5pPr>
            <a:lvl6pPr>
              <a:defRPr sz="3225" b="1">
                <a:solidFill>
                  <a:srgbClr val="17363A"/>
                </a:solidFill>
              </a:defRPr>
            </a:lvl6pPr>
            <a:lvl7pPr>
              <a:defRPr sz="3225" b="1">
                <a:solidFill>
                  <a:srgbClr val="17363A"/>
                </a:solidFill>
              </a:defRPr>
            </a:lvl7pPr>
            <a:lvl8pPr>
              <a:defRPr sz="3225" b="1">
                <a:solidFill>
                  <a:srgbClr val="17363A"/>
                </a:solidFill>
              </a:defRPr>
            </a:lvl8pPr>
            <a:lvl9pPr>
              <a:defRPr sz="3225" b="1">
                <a:solidFill>
                  <a:srgbClr val="17363A"/>
                </a:solidFill>
              </a:defRPr>
            </a:lvl9pPr>
          </a:lstStyle>
          <a:p>
            <a:pPr>
              <a:defRPr sz="3225" b="1">
                <a:solidFill>
                  <a:srgbClr val="17363A"/>
                </a:solidFill>
              </a:defRPr>
            </a:pPr>
            <a:r>
              <a:rPr sz="3225" b="1">
                <a:solidFill>
                  <a:srgbClr val="17363A"/>
                </a:solidFill>
              </a:rPr>
              <a:t>Le catalogue et son périmètre</a:t>
            </a:r>
          </a:p>
        </p:txBody>
      </p:sp>
      <p:sp>
        <p:nvSpPr>
          <p:cNvPr id="3" name="Rectangle 2">
            <a:extLst>
              <a:ext uri="{FF2B5EF4-FFF2-40B4-BE49-F238E27FC236}">
                <a16:creationId xmlns:a16="http://schemas.microsoft.com/office/drawing/2014/main" id="{36622462-F92C-406D-874C-F1581DCBD5C8}"/>
              </a:ext>
            </a:extLst>
          </p:cNvPr>
          <p:cNvSpPr>
            <a:spLocks noGrp="1"/>
          </p:cNvSpPr>
          <p:nvPr/>
        </p:nvSpPr>
        <p:spPr>
          <a:xfrm>
            <a:off x="628650" y="6362700"/>
            <a:ext cx="8096250" cy="228600"/>
          </a:xfrm>
          <a:prstGeom prst="rect">
            <a:avLst/>
          </a:prstGeom>
          <a:noFill/>
          <a:ln w="0">
            <a:noFill/>
          </a:ln>
        </p:spPr>
        <p:txBody>
          <a:bodyPr/>
          <a:lstStyle>
            <a:defPPr>
              <a:defRPr sz="1275" b="0">
                <a:solidFill>
                  <a:srgbClr val="5A6E71"/>
                </a:solidFill>
              </a:defRPr>
            </a:defPPr>
            <a:lvl1pPr>
              <a:defRPr sz="1275" b="0">
                <a:solidFill>
                  <a:srgbClr val="5A6E71"/>
                </a:solidFill>
              </a:defRPr>
            </a:lvl1pPr>
            <a:lvl2pPr>
              <a:defRPr sz="1275" b="0">
                <a:solidFill>
                  <a:srgbClr val="5A6E71"/>
                </a:solidFill>
              </a:defRPr>
            </a:lvl2pPr>
            <a:lvl3pPr>
              <a:defRPr sz="1275" b="0">
                <a:solidFill>
                  <a:srgbClr val="5A6E71"/>
                </a:solidFill>
              </a:defRPr>
            </a:lvl3pPr>
            <a:lvl4pPr>
              <a:defRPr sz="1275" b="0">
                <a:solidFill>
                  <a:srgbClr val="5A6E71"/>
                </a:solidFill>
              </a:defRPr>
            </a:lvl4pPr>
            <a:lvl5pPr>
              <a:defRPr sz="1275" b="0">
                <a:solidFill>
                  <a:srgbClr val="5A6E71"/>
                </a:solidFill>
              </a:defRPr>
            </a:lvl5pPr>
            <a:lvl6pPr>
              <a:defRPr sz="1275" b="0">
                <a:solidFill>
                  <a:srgbClr val="5A6E71"/>
                </a:solidFill>
              </a:defRPr>
            </a:lvl6pPr>
            <a:lvl7pPr>
              <a:defRPr sz="1275" b="0">
                <a:solidFill>
                  <a:srgbClr val="5A6E71"/>
                </a:solidFill>
              </a:defRPr>
            </a:lvl7pPr>
            <a:lvl8pPr>
              <a:defRPr sz="1275" b="0">
                <a:solidFill>
                  <a:srgbClr val="5A6E71"/>
                </a:solidFill>
              </a:defRPr>
            </a:lvl8pPr>
            <a:lvl9pPr>
              <a:defRPr sz="1275" b="0">
                <a:solidFill>
                  <a:srgbClr val="5A6E71"/>
                </a:solidFill>
              </a:defRPr>
            </a:lvl9pPr>
          </a:lstStyle>
          <a:p>
            <a:pPr>
              <a:defRPr sz="1275" b="0">
                <a:solidFill>
                  <a:srgbClr val="5A6E71"/>
                </a:solidFill>
              </a:defRPr>
            </a:pPr>
            <a:r>
              <a:rPr sz="1275" b="0">
                <a:solidFill>
                  <a:srgbClr val="5A6E71"/>
                </a:solidFill>
              </a:rPr>
              <a:t>01   DONNÉES   /   4 MIN</a:t>
            </a:r>
          </a:p>
        </p:txBody>
      </p:sp>
      <p:sp>
        <p:nvSpPr>
          <p:cNvPr id="4" name="Rectangle 3">
            <a:extLst>
              <a:ext uri="{FF2B5EF4-FFF2-40B4-BE49-F238E27FC236}">
                <a16:creationId xmlns:a16="http://schemas.microsoft.com/office/drawing/2014/main" id="{508D3DA5-98D5-471C-8919-08CF8589446B}"/>
              </a:ext>
            </a:extLst>
          </p:cNvPr>
          <p:cNvSpPr>
            <a:spLocks noGrp="1"/>
          </p:cNvSpPr>
          <p:nvPr/>
        </p:nvSpPr>
        <p:spPr>
          <a:xfrm>
            <a:off x="11029950" y="6362700"/>
            <a:ext cx="571500" cy="228600"/>
          </a:xfrm>
          <a:prstGeom prst="rect">
            <a:avLst/>
          </a:prstGeom>
          <a:noFill/>
          <a:ln w="0">
            <a:noFill/>
          </a:ln>
        </p:spPr>
        <p:txBody>
          <a:bodyPr/>
          <a:lstStyle>
            <a:defPPr>
              <a:defRPr sz="1275" b="0">
                <a:solidFill>
                  <a:srgbClr val="5A6E71"/>
                </a:solidFill>
              </a:defRPr>
            </a:defPPr>
            <a:lvl1pPr>
              <a:defRPr sz="1275" b="0">
                <a:solidFill>
                  <a:srgbClr val="5A6E71"/>
                </a:solidFill>
              </a:defRPr>
            </a:lvl1pPr>
            <a:lvl2pPr>
              <a:defRPr sz="1275" b="0">
                <a:solidFill>
                  <a:srgbClr val="5A6E71"/>
                </a:solidFill>
              </a:defRPr>
            </a:lvl2pPr>
            <a:lvl3pPr>
              <a:defRPr sz="1275" b="0">
                <a:solidFill>
                  <a:srgbClr val="5A6E71"/>
                </a:solidFill>
              </a:defRPr>
            </a:lvl3pPr>
            <a:lvl4pPr>
              <a:defRPr sz="1275" b="0">
                <a:solidFill>
                  <a:srgbClr val="5A6E71"/>
                </a:solidFill>
              </a:defRPr>
            </a:lvl4pPr>
            <a:lvl5pPr>
              <a:defRPr sz="1275" b="0">
                <a:solidFill>
                  <a:srgbClr val="5A6E71"/>
                </a:solidFill>
              </a:defRPr>
            </a:lvl5pPr>
            <a:lvl6pPr>
              <a:defRPr sz="1275" b="0">
                <a:solidFill>
                  <a:srgbClr val="5A6E71"/>
                </a:solidFill>
              </a:defRPr>
            </a:lvl6pPr>
            <a:lvl7pPr>
              <a:defRPr sz="1275" b="0">
                <a:solidFill>
                  <a:srgbClr val="5A6E71"/>
                </a:solidFill>
              </a:defRPr>
            </a:lvl7pPr>
            <a:lvl8pPr>
              <a:defRPr sz="1275" b="0">
                <a:solidFill>
                  <a:srgbClr val="5A6E71"/>
                </a:solidFill>
              </a:defRPr>
            </a:lvl8pPr>
            <a:lvl9pPr>
              <a:defRPr sz="1275" b="0">
                <a:solidFill>
                  <a:srgbClr val="5A6E71"/>
                </a:solidFill>
              </a:defRPr>
            </a:lvl9pPr>
          </a:lstStyle>
          <a:p>
            <a:pPr>
              <a:defRPr sz="1275" b="0">
                <a:solidFill>
                  <a:srgbClr val="5A6E71"/>
                </a:solidFill>
              </a:defRPr>
            </a:pPr>
            <a:r>
              <a:rPr sz="1275" b="0">
                <a:solidFill>
                  <a:srgbClr val="5A6E71"/>
                </a:solidFill>
              </a:rPr>
              <a:t>02</a:t>
            </a:r>
          </a:p>
        </p:txBody>
      </p:sp>
      <p:sp>
        <p:nvSpPr>
          <p:cNvPr id="5" name="Rectangle 4">
            <a:extLst>
              <a:ext uri="{FF2B5EF4-FFF2-40B4-BE49-F238E27FC236}">
                <a16:creationId xmlns:a16="http://schemas.microsoft.com/office/drawing/2014/main" id="{F3F07033-6419-47F6-9C36-200EFE2FE77D}"/>
              </a:ext>
            </a:extLst>
          </p:cNvPr>
          <p:cNvSpPr>
            <a:spLocks noGrp="1"/>
          </p:cNvSpPr>
          <p:nvPr/>
        </p:nvSpPr>
        <p:spPr>
          <a:xfrm>
            <a:off x="666750" y="1638300"/>
            <a:ext cx="5619750" cy="1066800"/>
          </a:xfrm>
          <a:prstGeom prst="rect">
            <a:avLst/>
          </a:prstGeom>
          <a:noFill/>
          <a:ln w="0">
            <a:noFill/>
          </a:ln>
        </p:spPr>
        <p:txBody>
          <a:bodyPr/>
          <a:lstStyle>
            <a:defPPr>
              <a:defRPr sz="6600" b="1">
                <a:solidFill>
                  <a:srgbClr val="008C85"/>
                </a:solidFill>
              </a:defRPr>
            </a:defPPr>
            <a:lvl1pPr>
              <a:defRPr sz="6600" b="1">
                <a:solidFill>
                  <a:srgbClr val="008C85"/>
                </a:solidFill>
              </a:defRPr>
            </a:lvl1pPr>
            <a:lvl2pPr>
              <a:defRPr sz="6600" b="1">
                <a:solidFill>
                  <a:srgbClr val="008C85"/>
                </a:solidFill>
              </a:defRPr>
            </a:lvl2pPr>
            <a:lvl3pPr>
              <a:defRPr sz="6600" b="1">
                <a:solidFill>
                  <a:srgbClr val="008C85"/>
                </a:solidFill>
              </a:defRPr>
            </a:lvl3pPr>
            <a:lvl4pPr>
              <a:defRPr sz="6600" b="1">
                <a:solidFill>
                  <a:srgbClr val="008C85"/>
                </a:solidFill>
              </a:defRPr>
            </a:lvl4pPr>
            <a:lvl5pPr>
              <a:defRPr sz="6600" b="1">
                <a:solidFill>
                  <a:srgbClr val="008C85"/>
                </a:solidFill>
              </a:defRPr>
            </a:lvl5pPr>
            <a:lvl6pPr>
              <a:defRPr sz="6600" b="1">
                <a:solidFill>
                  <a:srgbClr val="008C85"/>
                </a:solidFill>
              </a:defRPr>
            </a:lvl6pPr>
            <a:lvl7pPr>
              <a:defRPr sz="6600" b="1">
                <a:solidFill>
                  <a:srgbClr val="008C85"/>
                </a:solidFill>
              </a:defRPr>
            </a:lvl7pPr>
            <a:lvl8pPr>
              <a:defRPr sz="6600" b="1">
                <a:solidFill>
                  <a:srgbClr val="008C85"/>
                </a:solidFill>
              </a:defRPr>
            </a:lvl8pPr>
            <a:lvl9pPr>
              <a:defRPr sz="6600" b="1">
                <a:solidFill>
                  <a:srgbClr val="008C85"/>
                </a:solidFill>
              </a:defRPr>
            </a:lvl9pPr>
          </a:lstStyle>
          <a:p>
            <a:pPr>
              <a:defRPr sz="6600" b="1">
                <a:solidFill>
                  <a:srgbClr val="008C85"/>
                </a:solidFill>
              </a:defRPr>
            </a:pPr>
            <a:r>
              <a:rPr sz="6600" b="1">
                <a:solidFill>
                  <a:srgbClr val="008C85"/>
                </a:solidFill>
              </a:rPr>
              <a:t>20 824</a:t>
            </a:r>
          </a:p>
        </p:txBody>
      </p:sp>
      <p:sp>
        <p:nvSpPr>
          <p:cNvPr id="6" name="Rectangle 5">
            <a:extLst>
              <a:ext uri="{FF2B5EF4-FFF2-40B4-BE49-F238E27FC236}">
                <a16:creationId xmlns:a16="http://schemas.microsoft.com/office/drawing/2014/main" id="{F1128687-02FA-458B-9879-9C566FB8A188}"/>
              </a:ext>
            </a:extLst>
          </p:cNvPr>
          <p:cNvSpPr>
            <a:spLocks noGrp="1"/>
          </p:cNvSpPr>
          <p:nvPr/>
        </p:nvSpPr>
        <p:spPr>
          <a:xfrm>
            <a:off x="733425" y="2724150"/>
            <a:ext cx="4953000" cy="495300"/>
          </a:xfrm>
          <a:prstGeom prst="rect">
            <a:avLst/>
          </a:prstGeom>
          <a:noFill/>
          <a:ln w="0">
            <a:noFill/>
          </a:ln>
        </p:spPr>
        <p:txBody>
          <a:bodyPr/>
          <a:lstStyle>
            <a:defPPr>
              <a:defRPr sz="2400" b="0">
                <a:solidFill>
                  <a:srgbClr val="17363A"/>
                </a:solidFill>
              </a:defRPr>
            </a:defPPr>
            <a:lvl1pPr>
              <a:defRPr sz="2400" b="0">
                <a:solidFill>
                  <a:srgbClr val="17363A"/>
                </a:solidFill>
              </a:defRPr>
            </a:lvl1pPr>
            <a:lvl2pPr>
              <a:defRPr sz="2400" b="0">
                <a:solidFill>
                  <a:srgbClr val="17363A"/>
                </a:solidFill>
              </a:defRPr>
            </a:lvl2pPr>
            <a:lvl3pPr>
              <a:defRPr sz="2400" b="0">
                <a:solidFill>
                  <a:srgbClr val="17363A"/>
                </a:solidFill>
              </a:defRPr>
            </a:lvl3pPr>
            <a:lvl4pPr>
              <a:defRPr sz="2400" b="0">
                <a:solidFill>
                  <a:srgbClr val="17363A"/>
                </a:solidFill>
              </a:defRPr>
            </a:lvl4pPr>
            <a:lvl5pPr>
              <a:defRPr sz="2400" b="0">
                <a:solidFill>
                  <a:srgbClr val="17363A"/>
                </a:solidFill>
              </a:defRPr>
            </a:lvl5pPr>
            <a:lvl6pPr>
              <a:defRPr sz="2400" b="0">
                <a:solidFill>
                  <a:srgbClr val="17363A"/>
                </a:solidFill>
              </a:defRPr>
            </a:lvl6pPr>
            <a:lvl7pPr>
              <a:defRPr sz="2400" b="0">
                <a:solidFill>
                  <a:srgbClr val="17363A"/>
                </a:solidFill>
              </a:defRPr>
            </a:lvl7pPr>
            <a:lvl8pPr>
              <a:defRPr sz="2400" b="0">
                <a:solidFill>
                  <a:srgbClr val="17363A"/>
                </a:solidFill>
              </a:defRPr>
            </a:lvl8pPr>
            <a:lvl9pPr>
              <a:defRPr sz="2400" b="0">
                <a:solidFill>
                  <a:srgbClr val="17363A"/>
                </a:solidFill>
              </a:defRPr>
            </a:lvl9pPr>
          </a:lstStyle>
          <a:p>
            <a:pPr>
              <a:defRPr sz="2400" b="0">
                <a:solidFill>
                  <a:srgbClr val="17363A"/>
                </a:solidFill>
              </a:defRPr>
            </a:pPr>
            <a:r>
              <a:rPr sz="2400" b="0">
                <a:solidFill>
                  <a:srgbClr val="17363A"/>
                </a:solidFill>
              </a:rPr>
              <a:t>variantes analysées</a:t>
            </a:r>
          </a:p>
        </p:txBody>
      </p:sp>
      <p:sp>
        <p:nvSpPr>
          <p:cNvPr id="7" name="Rectangle 6">
            <a:extLst>
              <a:ext uri="{FF2B5EF4-FFF2-40B4-BE49-F238E27FC236}">
                <a16:creationId xmlns:a16="http://schemas.microsoft.com/office/drawing/2014/main" id="{8AB60171-017B-4384-8EC3-A7E0E9E9B197}"/>
              </a:ext>
            </a:extLst>
          </p:cNvPr>
          <p:cNvSpPr>
            <a:spLocks noGrp="1"/>
          </p:cNvSpPr>
          <p:nvPr/>
        </p:nvSpPr>
        <p:spPr>
          <a:xfrm>
            <a:off x="7048500" y="1638300"/>
            <a:ext cx="4191000" cy="1066800"/>
          </a:xfrm>
          <a:prstGeom prst="rect">
            <a:avLst/>
          </a:prstGeom>
          <a:noFill/>
          <a:ln w="0">
            <a:noFill/>
          </a:ln>
        </p:spPr>
        <p:txBody>
          <a:bodyPr/>
          <a:lstStyle>
            <a:defPPr>
              <a:defRPr sz="6600" b="1">
                <a:solidFill>
                  <a:srgbClr val="17363A"/>
                </a:solidFill>
              </a:defRPr>
            </a:defPPr>
            <a:lvl1pPr>
              <a:defRPr sz="6600" b="1">
                <a:solidFill>
                  <a:srgbClr val="17363A"/>
                </a:solidFill>
              </a:defRPr>
            </a:lvl1pPr>
            <a:lvl2pPr>
              <a:defRPr sz="6600" b="1">
                <a:solidFill>
                  <a:srgbClr val="17363A"/>
                </a:solidFill>
              </a:defRPr>
            </a:lvl2pPr>
            <a:lvl3pPr>
              <a:defRPr sz="6600" b="1">
                <a:solidFill>
                  <a:srgbClr val="17363A"/>
                </a:solidFill>
              </a:defRPr>
            </a:lvl3pPr>
            <a:lvl4pPr>
              <a:defRPr sz="6600" b="1">
                <a:solidFill>
                  <a:srgbClr val="17363A"/>
                </a:solidFill>
              </a:defRPr>
            </a:lvl4pPr>
            <a:lvl5pPr>
              <a:defRPr sz="6600" b="1">
                <a:solidFill>
                  <a:srgbClr val="17363A"/>
                </a:solidFill>
              </a:defRPr>
            </a:lvl5pPr>
            <a:lvl6pPr>
              <a:defRPr sz="6600" b="1">
                <a:solidFill>
                  <a:srgbClr val="17363A"/>
                </a:solidFill>
              </a:defRPr>
            </a:lvl6pPr>
            <a:lvl7pPr>
              <a:defRPr sz="6600" b="1">
                <a:solidFill>
                  <a:srgbClr val="17363A"/>
                </a:solidFill>
              </a:defRPr>
            </a:lvl7pPr>
            <a:lvl8pPr>
              <a:defRPr sz="6600" b="1">
                <a:solidFill>
                  <a:srgbClr val="17363A"/>
                </a:solidFill>
              </a:defRPr>
            </a:lvl8pPr>
            <a:lvl9pPr>
              <a:defRPr sz="6600" b="1">
                <a:solidFill>
                  <a:srgbClr val="17363A"/>
                </a:solidFill>
              </a:defRPr>
            </a:lvl9pPr>
          </a:lstStyle>
          <a:p>
            <a:pPr>
              <a:defRPr sz="6600" b="1">
                <a:solidFill>
                  <a:srgbClr val="17363A"/>
                </a:solidFill>
              </a:defRPr>
            </a:pPr>
            <a:r>
              <a:rPr sz="6600" b="1">
                <a:solidFill>
                  <a:srgbClr val="17363A"/>
                </a:solidFill>
              </a:rPr>
              <a:t>444</a:t>
            </a:r>
          </a:p>
        </p:txBody>
      </p:sp>
      <p:sp>
        <p:nvSpPr>
          <p:cNvPr id="8" name="Rectangle 7">
            <a:extLst>
              <a:ext uri="{FF2B5EF4-FFF2-40B4-BE49-F238E27FC236}">
                <a16:creationId xmlns:a16="http://schemas.microsoft.com/office/drawing/2014/main" id="{7E2D8B0C-0A48-4743-8B60-93C8D3CBF57C}"/>
              </a:ext>
            </a:extLst>
          </p:cNvPr>
          <p:cNvSpPr>
            <a:spLocks noGrp="1"/>
          </p:cNvSpPr>
          <p:nvPr/>
        </p:nvSpPr>
        <p:spPr>
          <a:xfrm>
            <a:off x="7115175" y="2724150"/>
            <a:ext cx="4286250" cy="762000"/>
          </a:xfrm>
          <a:prstGeom prst="rect">
            <a:avLst/>
          </a:prstGeom>
          <a:noFill/>
          <a:ln w="0">
            <a:noFill/>
          </a:ln>
        </p:spPr>
        <p:txBody>
          <a:bodyPr/>
          <a:lstStyle>
            <a:defPPr>
              <a:defRPr sz="2250" b="0">
                <a:solidFill>
                  <a:srgbClr val="17363A"/>
                </a:solidFill>
              </a:defRPr>
            </a:defPPr>
            <a:lvl1pPr>
              <a:defRPr sz="2250" b="0">
                <a:solidFill>
                  <a:srgbClr val="17363A"/>
                </a:solidFill>
              </a:defRPr>
            </a:lvl1pPr>
            <a:lvl2pPr>
              <a:defRPr sz="2250" b="0">
                <a:solidFill>
                  <a:srgbClr val="17363A"/>
                </a:solidFill>
              </a:defRPr>
            </a:lvl2pPr>
            <a:lvl3pPr>
              <a:defRPr sz="2250" b="0">
                <a:solidFill>
                  <a:srgbClr val="17363A"/>
                </a:solidFill>
              </a:defRPr>
            </a:lvl3pPr>
            <a:lvl4pPr>
              <a:defRPr sz="2250" b="0">
                <a:solidFill>
                  <a:srgbClr val="17363A"/>
                </a:solidFill>
              </a:defRPr>
            </a:lvl4pPr>
            <a:lvl5pPr>
              <a:defRPr sz="2250" b="0">
                <a:solidFill>
                  <a:srgbClr val="17363A"/>
                </a:solidFill>
              </a:defRPr>
            </a:lvl5pPr>
            <a:lvl6pPr>
              <a:defRPr sz="2250" b="0">
                <a:solidFill>
                  <a:srgbClr val="17363A"/>
                </a:solidFill>
              </a:defRPr>
            </a:lvl6pPr>
            <a:lvl7pPr>
              <a:defRPr sz="2250" b="0">
                <a:solidFill>
                  <a:srgbClr val="17363A"/>
                </a:solidFill>
              </a:defRPr>
            </a:lvl7pPr>
            <a:lvl8pPr>
              <a:defRPr sz="2250" b="0">
                <a:solidFill>
                  <a:srgbClr val="17363A"/>
                </a:solidFill>
              </a:defRPr>
            </a:lvl8pPr>
            <a:lvl9pPr>
              <a:defRPr sz="2250" b="0">
                <a:solidFill>
                  <a:srgbClr val="17363A"/>
                </a:solidFill>
              </a:defRPr>
            </a:lvl9pPr>
          </a:lstStyle>
          <a:p>
            <a:pPr>
              <a:defRPr sz="2250" b="0">
                <a:solidFill>
                  <a:srgbClr val="17363A"/>
                </a:solidFill>
              </a:defRPr>
            </a:pPr>
            <a:r>
              <a:rPr sz="2250" b="0">
                <a:solidFill>
                  <a:srgbClr val="17363A"/>
                </a:solidFill>
              </a:rPr>
              <a:t>familles marque + modèle</a:t>
            </a:r>
          </a:p>
        </p:txBody>
      </p:sp>
      <p:graphicFrame>
        <p:nvGraphicFramePr>
          <p:cNvPr id="9" name="Tableau 8">
            <a:extLst>
              <a:ext uri="{FF2B5EF4-FFF2-40B4-BE49-F238E27FC236}">
                <a16:creationId xmlns:a16="http://schemas.microsoft.com/office/drawing/2014/main" id="{4E6E3AEF-DC7E-4113-ABA1-24BF77BEE031}"/>
              </a:ext>
            </a:extLst>
          </p:cNvPr>
          <p:cNvGraphicFramePr/>
          <p:nvPr/>
        </p:nvGraphicFramePr>
        <p:xfrm>
          <a:off x="619125" y="3952875"/>
          <a:ext cx="10953750" cy="1285876"/>
        </p:xfrm>
        <a:graphic>
          <a:graphicData uri="http://schemas.openxmlformats.org/drawingml/2006/table">
            <a:tbl>
              <a:tblPr/>
              <a:tblGrid>
                <a:gridCol w="3651250">
                  <a:extLst>
                    <a:ext uri="{9D8B030D-6E8A-4147-A177-3AD203B41FA5}">
                      <a16:colId xmlns:a16="http://schemas.microsoft.com/office/drawing/2014/main" val="20000"/>
                    </a:ext>
                  </a:extLst>
                </a:gridCol>
                <a:gridCol w="3651250">
                  <a:extLst>
                    <a:ext uri="{9D8B030D-6E8A-4147-A177-3AD203B41FA5}">
                      <a16:colId xmlns:a16="http://schemas.microsoft.com/office/drawing/2014/main" val="20001"/>
                    </a:ext>
                  </a:extLst>
                </a:gridCol>
                <a:gridCol w="3651250">
                  <a:extLst>
                    <a:ext uri="{9D8B030D-6E8A-4147-A177-3AD203B41FA5}">
                      <a16:colId xmlns:a16="http://schemas.microsoft.com/office/drawing/2014/main" val="20002"/>
                    </a:ext>
                  </a:extLst>
                </a:gridCol>
              </a:tblGrid>
              <a:tr h="642938">
                <a:tc>
                  <a:txBody>
                    <a:bodyPr/>
                    <a:lstStyle/>
                    <a:p>
                      <a:r>
                        <a:rPr sz="1800" b="1">
                          <a:solidFill>
                            <a:srgbClr val="FFFFFF"/>
                          </a:solidFill>
                        </a:rPr>
                        <a:t>Fichier brut</a:t>
                      </a:r>
                    </a:p>
                  </a:txBody>
                  <a:tcPr>
                    <a:lnL w="9525">
                      <a:solidFill>
                        <a:srgbClr val="DCE6E5"/>
                      </a:solidFill>
                    </a:lnL>
                    <a:lnR w="9525">
                      <a:solidFill>
                        <a:srgbClr val="DCE6E5"/>
                      </a:solidFill>
                    </a:lnR>
                    <a:lnT w="9525">
                      <a:solidFill>
                        <a:srgbClr val="DCE6E5"/>
                      </a:solidFill>
                    </a:lnT>
                    <a:lnB w="9525">
                      <a:solidFill>
                        <a:srgbClr val="DCE6E5"/>
                      </a:solidFill>
                    </a:lnB>
                    <a:solidFill>
                      <a:srgbClr val="17363A"/>
                    </a:solidFill>
                  </a:tcPr>
                </a:tc>
                <a:tc>
                  <a:txBody>
                    <a:bodyPr/>
                    <a:lstStyle/>
                    <a:p>
                      <a:r>
                        <a:rPr sz="1800" b="1">
                          <a:solidFill>
                            <a:srgbClr val="FFFFFF"/>
                          </a:solidFill>
                        </a:rPr>
                        <a:t>Jeu d’analyse</a:t>
                      </a:r>
                    </a:p>
                  </a:txBody>
                  <a:tcPr>
                    <a:lnL w="9525" cap="flat" cmpd="sng" algn="ctr">
                      <a:solidFill>
                        <a:srgbClr val="DCE6E5"/>
                      </a:solidFill>
                      <a:prstDash val="solid"/>
                      <a:round/>
                      <a:headEnd type="none" w="med" len="med"/>
                      <a:tailEnd type="none" w="med" len="med"/>
                    </a:lnL>
                    <a:lnR w="9525">
                      <a:solidFill>
                        <a:srgbClr val="DCE6E5"/>
                      </a:solidFill>
                    </a:lnR>
                    <a:lnT w="9525">
                      <a:solidFill>
                        <a:srgbClr val="DCE6E5"/>
                      </a:solidFill>
                    </a:lnT>
                    <a:lnB w="9525">
                      <a:solidFill>
                        <a:srgbClr val="DCE6E5"/>
                      </a:solidFill>
                    </a:lnB>
                    <a:solidFill>
                      <a:srgbClr val="17363A"/>
                    </a:solidFill>
                  </a:tcPr>
                </a:tc>
                <a:tc>
                  <a:txBody>
                    <a:bodyPr/>
                    <a:lstStyle/>
                    <a:p>
                      <a:r>
                        <a:rPr sz="1800" b="1">
                          <a:solidFill>
                            <a:srgbClr val="FFFFFF"/>
                          </a:solidFill>
                        </a:rPr>
                        <a:t>Hors périmètre</a:t>
                      </a:r>
                    </a:p>
                  </a:txBody>
                  <a:tcPr>
                    <a:lnL w="9525" cap="flat" cmpd="sng" algn="ctr">
                      <a:solidFill>
                        <a:srgbClr val="DCE6E5"/>
                      </a:solidFill>
                      <a:prstDash val="solid"/>
                      <a:round/>
                      <a:headEnd type="none" w="med" len="med"/>
                      <a:tailEnd type="none" w="med" len="med"/>
                    </a:lnL>
                    <a:lnR w="9525">
                      <a:solidFill>
                        <a:srgbClr val="DCE6E5"/>
                      </a:solidFill>
                    </a:lnR>
                    <a:lnT w="9525">
                      <a:solidFill>
                        <a:srgbClr val="DCE6E5"/>
                      </a:solidFill>
                    </a:lnT>
                    <a:lnB w="9525">
                      <a:solidFill>
                        <a:srgbClr val="DCE6E5"/>
                      </a:solidFill>
                    </a:lnB>
                    <a:solidFill>
                      <a:srgbClr val="17363A"/>
                    </a:solidFill>
                  </a:tcPr>
                </a:tc>
                <a:extLst>
                  <a:ext uri="{0D108BD9-81ED-4DB2-BD59-A6C34878D82A}">
                    <a16:rowId xmlns:a16="http://schemas.microsoft.com/office/drawing/2014/main" val="10000"/>
                  </a:ext>
                </a:extLst>
              </a:tr>
              <a:tr h="642938">
                <a:tc>
                  <a:txBody>
                    <a:bodyPr/>
                    <a:lstStyle/>
                    <a:p>
                      <a:r>
                        <a:rPr sz="1875" b="0">
                          <a:solidFill>
                            <a:srgbClr val="17363A"/>
                          </a:solidFill>
                        </a:rPr>
                        <a:t>20 880 lignes</a:t>
                      </a:r>
                    </a:p>
                  </a:txBody>
                  <a:tcPr>
                    <a:lnL w="9525">
                      <a:solidFill>
                        <a:srgbClr val="DCE6E5"/>
                      </a:solidFill>
                    </a:lnL>
                    <a:lnR w="9525">
                      <a:solidFill>
                        <a:srgbClr val="DCE6E5"/>
                      </a:solidFill>
                    </a:lnR>
                    <a:lnT w="9525" cap="flat" cmpd="sng" algn="ctr">
                      <a:solidFill>
                        <a:srgbClr val="DCE6E5"/>
                      </a:solidFill>
                      <a:prstDash val="solid"/>
                      <a:round/>
                      <a:headEnd type="none" w="med" len="med"/>
                      <a:tailEnd type="none" w="med" len="med"/>
                    </a:lnT>
                    <a:lnB w="9525">
                      <a:solidFill>
                        <a:srgbClr val="DCE6E5"/>
                      </a:solidFill>
                    </a:lnB>
                    <a:solidFill>
                      <a:srgbClr val="FAFCFB"/>
                    </a:solidFill>
                  </a:tcPr>
                </a:tc>
                <a:tc>
                  <a:txBody>
                    <a:bodyPr/>
                    <a:lstStyle/>
                    <a:p>
                      <a:r>
                        <a:rPr sz="1875" b="0">
                          <a:solidFill>
                            <a:srgbClr val="17363A"/>
                          </a:solidFill>
                        </a:rPr>
                        <a:t>12 variables</a:t>
                      </a:r>
                    </a:p>
                  </a:txBody>
                  <a:tcPr>
                    <a:lnL w="9525" cap="flat" cmpd="sng" algn="ctr">
                      <a:solidFill>
                        <a:srgbClr val="DCE6E5"/>
                      </a:solidFill>
                      <a:prstDash val="solid"/>
                      <a:round/>
                      <a:headEnd type="none" w="med" len="med"/>
                      <a:tailEnd type="none" w="med" len="med"/>
                    </a:lnL>
                    <a:lnR w="9525">
                      <a:solidFill>
                        <a:srgbClr val="DCE6E5"/>
                      </a:solidFill>
                    </a:lnR>
                    <a:lnT w="9525" cap="flat" cmpd="sng" algn="ctr">
                      <a:solidFill>
                        <a:srgbClr val="DCE6E5"/>
                      </a:solidFill>
                      <a:prstDash val="solid"/>
                      <a:round/>
                      <a:headEnd type="none" w="med" len="med"/>
                      <a:tailEnd type="none" w="med" len="med"/>
                    </a:lnT>
                    <a:lnB w="9525">
                      <a:solidFill>
                        <a:srgbClr val="DCE6E5"/>
                      </a:solidFill>
                    </a:lnB>
                    <a:solidFill>
                      <a:srgbClr val="FAFCFB"/>
                    </a:solidFill>
                  </a:tcPr>
                </a:tc>
                <a:tc>
                  <a:txBody>
                    <a:bodyPr/>
                    <a:lstStyle/>
                    <a:p>
                      <a:r>
                        <a:rPr sz="1875" b="0" dirty="0">
                          <a:solidFill>
                            <a:srgbClr val="17363A"/>
                          </a:solidFill>
                        </a:rPr>
                        <a:t>56 </a:t>
                      </a:r>
                      <a:r>
                        <a:rPr sz="1875" b="0" dirty="0" err="1">
                          <a:solidFill>
                            <a:srgbClr val="17363A"/>
                          </a:solidFill>
                        </a:rPr>
                        <a:t>lignes</a:t>
                      </a:r>
                      <a:r>
                        <a:rPr sz="1875" b="0" dirty="0">
                          <a:solidFill>
                            <a:srgbClr val="17363A"/>
                          </a:solidFill>
                        </a:rPr>
                        <a:t> EL sans CO₂</a:t>
                      </a:r>
                    </a:p>
                  </a:txBody>
                  <a:tcPr>
                    <a:lnL w="9525" cap="flat" cmpd="sng" algn="ctr">
                      <a:solidFill>
                        <a:srgbClr val="DCE6E5"/>
                      </a:solidFill>
                      <a:prstDash val="solid"/>
                      <a:round/>
                      <a:headEnd type="none" w="med" len="med"/>
                      <a:tailEnd type="none" w="med" len="med"/>
                    </a:lnL>
                    <a:lnR w="9525">
                      <a:solidFill>
                        <a:srgbClr val="DCE6E5"/>
                      </a:solidFill>
                    </a:lnR>
                    <a:lnT w="9525" cap="flat" cmpd="sng" algn="ctr">
                      <a:solidFill>
                        <a:srgbClr val="DCE6E5"/>
                      </a:solidFill>
                      <a:prstDash val="solid"/>
                      <a:round/>
                      <a:headEnd type="none" w="med" len="med"/>
                      <a:tailEnd type="none" w="med" len="med"/>
                    </a:lnT>
                    <a:lnB w="9525">
                      <a:solidFill>
                        <a:srgbClr val="DCE6E5"/>
                      </a:solidFill>
                    </a:lnB>
                    <a:solidFill>
                      <a:srgbClr val="FAFCFB"/>
                    </a:solidFill>
                  </a:tcPr>
                </a:tc>
                <a:extLst>
                  <a:ext uri="{0D108BD9-81ED-4DB2-BD59-A6C34878D82A}">
                    <a16:rowId xmlns:a16="http://schemas.microsoft.com/office/drawing/2014/main" val="10001"/>
                  </a:ext>
                </a:extLst>
              </a:tr>
            </a:tbl>
          </a:graphicData>
        </a:graphic>
      </p:graphicFrame>
      <p:sp>
        <p:nvSpPr>
          <p:cNvPr id="10" name="Rectangle 9">
            <a:extLst>
              <a:ext uri="{FF2B5EF4-FFF2-40B4-BE49-F238E27FC236}">
                <a16:creationId xmlns:a16="http://schemas.microsoft.com/office/drawing/2014/main" id="{63811E01-E470-4557-8D20-1AC0B4D30784}"/>
              </a:ext>
            </a:extLst>
          </p:cNvPr>
          <p:cNvSpPr>
            <a:spLocks noGrp="1"/>
          </p:cNvSpPr>
          <p:nvPr/>
        </p:nvSpPr>
        <p:spPr>
          <a:xfrm>
            <a:off x="647700" y="5657850"/>
            <a:ext cx="10858500" cy="552450"/>
          </a:xfrm>
          <a:prstGeom prst="rect">
            <a:avLst/>
          </a:prstGeom>
          <a:noFill/>
          <a:ln w="0">
            <a:noFill/>
          </a:ln>
        </p:spPr>
        <p:txBody>
          <a:bodyPr/>
          <a:lstStyle>
            <a:defPPr>
              <a:defRPr sz="1950" b="1">
                <a:solidFill>
                  <a:srgbClr val="008C85"/>
                </a:solidFill>
              </a:defRPr>
            </a:defPPr>
            <a:lvl1pPr>
              <a:defRPr sz="1950" b="1">
                <a:solidFill>
                  <a:srgbClr val="008C85"/>
                </a:solidFill>
              </a:defRPr>
            </a:lvl1pPr>
            <a:lvl2pPr>
              <a:defRPr sz="1950" b="1">
                <a:solidFill>
                  <a:srgbClr val="008C85"/>
                </a:solidFill>
              </a:defRPr>
            </a:lvl2pPr>
            <a:lvl3pPr>
              <a:defRPr sz="1950" b="1">
                <a:solidFill>
                  <a:srgbClr val="008C85"/>
                </a:solidFill>
              </a:defRPr>
            </a:lvl3pPr>
            <a:lvl4pPr>
              <a:defRPr sz="1950" b="1">
                <a:solidFill>
                  <a:srgbClr val="008C85"/>
                </a:solidFill>
              </a:defRPr>
            </a:lvl4pPr>
            <a:lvl5pPr>
              <a:defRPr sz="1950" b="1">
                <a:solidFill>
                  <a:srgbClr val="008C85"/>
                </a:solidFill>
              </a:defRPr>
            </a:lvl5pPr>
            <a:lvl6pPr>
              <a:defRPr sz="1950" b="1">
                <a:solidFill>
                  <a:srgbClr val="008C85"/>
                </a:solidFill>
              </a:defRPr>
            </a:lvl6pPr>
            <a:lvl7pPr>
              <a:defRPr sz="1950" b="1">
                <a:solidFill>
                  <a:srgbClr val="008C85"/>
                </a:solidFill>
              </a:defRPr>
            </a:lvl7pPr>
            <a:lvl8pPr>
              <a:defRPr sz="1950" b="1">
                <a:solidFill>
                  <a:srgbClr val="008C85"/>
                </a:solidFill>
              </a:defRPr>
            </a:lvl8pPr>
            <a:lvl9pPr>
              <a:defRPr sz="1950" b="1">
                <a:solidFill>
                  <a:srgbClr val="008C85"/>
                </a:solidFill>
              </a:defRPr>
            </a:lvl9pPr>
          </a:lstStyle>
          <a:p>
            <a:pPr>
              <a:defRPr sz="1950" b="1">
                <a:solidFill>
                  <a:srgbClr val="008C85"/>
                </a:solidFill>
              </a:defRPr>
            </a:pPr>
            <a:r>
              <a:rPr sz="1950" b="1">
                <a:solidFill>
                  <a:srgbClr val="008C85"/>
                </a:solidFill>
              </a:rPr>
              <a:t>Une variante de catalogue ne représente pas une part de marché</a:t>
            </a:r>
          </a:p>
        </p:txBody>
      </p:sp>
      <p:sp>
        <p:nvSpPr>
          <p:cNvPr id="16" name="presenter-badge">
            <a:extLst>
              <a:ext uri="{FF2B5EF4-FFF2-40B4-BE49-F238E27FC236}">
                <a16:creationId xmlns:a16="http://schemas.microsoft.com/office/drawing/2014/main" id="{84F1FE4C-CB9A-FAF1-37DA-9C3B9DFF28FA}"/>
              </a:ext>
            </a:extLst>
          </p:cNvPr>
          <p:cNvSpPr>
            <a:spLocks noGrp="1"/>
          </p:cNvSpPr>
          <p:nvPr/>
        </p:nvSpPr>
        <p:spPr>
          <a:xfrm>
            <a:off x="9429750" y="6286500"/>
            <a:ext cx="1428750" cy="323850"/>
          </a:xfrm>
          <a:prstGeom prst="roundRect">
            <a:avLst>
              <a:gd name="adj" fmla="val 50000"/>
            </a:avLst>
          </a:prstGeom>
          <a:solidFill>
            <a:srgbClr val="315F94"/>
          </a:solidFill>
          <a:ln w="0">
            <a:noFill/>
          </a:ln>
        </p:spPr>
        <p:txBody>
          <a:bodyPr lIns="0" tIns="0" rIns="0" bIns="0" anchor="ctr"/>
          <a:lstStyle>
            <a:defPPr algn="ctr">
              <a:defRPr sz="1500" b="1">
                <a:solidFill>
                  <a:srgbClr val="FFFFFF"/>
                </a:solidFill>
              </a:defRPr>
            </a:defPPr>
            <a:lvl1pPr algn="ctr">
              <a:defRPr sz="1500" b="1">
                <a:solidFill>
                  <a:srgbClr val="FFFFFF"/>
                </a:solidFill>
              </a:defRPr>
            </a:lvl1pPr>
            <a:lvl2pPr algn="ctr">
              <a:defRPr sz="1500" b="1">
                <a:solidFill>
                  <a:srgbClr val="FFFFFF"/>
                </a:solidFill>
              </a:defRPr>
            </a:lvl2pPr>
            <a:lvl3pPr algn="ctr">
              <a:defRPr sz="1500" b="1">
                <a:solidFill>
                  <a:srgbClr val="FFFFFF"/>
                </a:solidFill>
              </a:defRPr>
            </a:lvl3pPr>
            <a:lvl4pPr algn="ctr">
              <a:defRPr sz="1500" b="1">
                <a:solidFill>
                  <a:srgbClr val="FFFFFF"/>
                </a:solidFill>
              </a:defRPr>
            </a:lvl4pPr>
            <a:lvl5pPr algn="ctr">
              <a:defRPr sz="1500" b="1">
                <a:solidFill>
                  <a:srgbClr val="FFFFFF"/>
                </a:solidFill>
              </a:defRPr>
            </a:lvl5pPr>
            <a:lvl6pPr algn="ctr">
              <a:defRPr sz="1500" b="1">
                <a:solidFill>
                  <a:srgbClr val="FFFFFF"/>
                </a:solidFill>
              </a:defRPr>
            </a:lvl6pPr>
            <a:lvl7pPr algn="ctr">
              <a:defRPr sz="1500" b="1">
                <a:solidFill>
                  <a:srgbClr val="FFFFFF"/>
                </a:solidFill>
              </a:defRPr>
            </a:lvl7pPr>
            <a:lvl8pPr algn="ctr">
              <a:defRPr sz="1500" b="1">
                <a:solidFill>
                  <a:srgbClr val="FFFFFF"/>
                </a:solidFill>
              </a:defRPr>
            </a:lvl8pPr>
            <a:lvl9pPr algn="ctr">
              <a:defRPr sz="1500" b="1">
                <a:solidFill>
                  <a:srgbClr val="FFFFFF"/>
                </a:solidFill>
              </a:defRPr>
            </a:lvl9pPr>
          </a:lstStyle>
          <a:p>
            <a:pPr algn="ctr">
              <a:defRPr sz="1500" b="1">
                <a:solidFill>
                  <a:srgbClr val="FFFFFF"/>
                </a:solidFill>
              </a:defRPr>
            </a:pPr>
            <a:r>
              <a:rPr sz="1500" b="1" dirty="0">
                <a:solidFill>
                  <a:srgbClr val="FFFFFF"/>
                </a:solidFill>
              </a:rPr>
              <a:t>Paul</a:t>
            </a:r>
          </a:p>
        </p:txBody>
      </p:sp>
    </p:spTree>
    <p:extLst>
      <p:ext uri="{BB962C8B-B14F-4D97-AF65-F5344CB8AC3E}">
        <p14:creationId xmlns:p14="http://schemas.microsoft.com/office/powerpoint/2010/main" val="1370241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AFCFB"/>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244F7B0-F30C-4C9C-BE28-BDB7D1026D14}"/>
              </a:ext>
            </a:extLst>
          </p:cNvPr>
          <p:cNvSpPr>
            <a:spLocks noGrp="1"/>
          </p:cNvSpPr>
          <p:nvPr/>
        </p:nvSpPr>
        <p:spPr>
          <a:xfrm>
            <a:off x="619125" y="457200"/>
            <a:ext cx="10953750" cy="857250"/>
          </a:xfrm>
          <a:prstGeom prst="rect">
            <a:avLst/>
          </a:prstGeom>
          <a:noFill/>
          <a:ln w="0">
            <a:noFill/>
          </a:ln>
        </p:spPr>
        <p:txBody>
          <a:bodyPr/>
          <a:lstStyle>
            <a:defPPr>
              <a:defRPr sz="3225" b="1">
                <a:solidFill>
                  <a:srgbClr val="17363A"/>
                </a:solidFill>
              </a:defRPr>
            </a:defPPr>
            <a:lvl1pPr>
              <a:defRPr sz="3225" b="1">
                <a:solidFill>
                  <a:srgbClr val="17363A"/>
                </a:solidFill>
              </a:defRPr>
            </a:lvl1pPr>
            <a:lvl2pPr>
              <a:defRPr sz="3225" b="1">
                <a:solidFill>
                  <a:srgbClr val="17363A"/>
                </a:solidFill>
              </a:defRPr>
            </a:lvl2pPr>
            <a:lvl3pPr>
              <a:defRPr sz="3225" b="1">
                <a:solidFill>
                  <a:srgbClr val="17363A"/>
                </a:solidFill>
              </a:defRPr>
            </a:lvl3pPr>
            <a:lvl4pPr>
              <a:defRPr sz="3225" b="1">
                <a:solidFill>
                  <a:srgbClr val="17363A"/>
                </a:solidFill>
              </a:defRPr>
            </a:lvl4pPr>
            <a:lvl5pPr>
              <a:defRPr sz="3225" b="1">
                <a:solidFill>
                  <a:srgbClr val="17363A"/>
                </a:solidFill>
              </a:defRPr>
            </a:lvl5pPr>
            <a:lvl6pPr>
              <a:defRPr sz="3225" b="1">
                <a:solidFill>
                  <a:srgbClr val="17363A"/>
                </a:solidFill>
              </a:defRPr>
            </a:lvl6pPr>
            <a:lvl7pPr>
              <a:defRPr sz="3225" b="1">
                <a:solidFill>
                  <a:srgbClr val="17363A"/>
                </a:solidFill>
              </a:defRPr>
            </a:lvl7pPr>
            <a:lvl8pPr>
              <a:defRPr sz="3225" b="1">
                <a:solidFill>
                  <a:srgbClr val="17363A"/>
                </a:solidFill>
              </a:defRPr>
            </a:lvl8pPr>
            <a:lvl9pPr>
              <a:defRPr sz="3225" b="1">
                <a:solidFill>
                  <a:srgbClr val="17363A"/>
                </a:solidFill>
              </a:defRPr>
            </a:lvl9pPr>
          </a:lstStyle>
          <a:p>
            <a:pPr>
              <a:defRPr sz="3225" b="1">
                <a:solidFill>
                  <a:srgbClr val="17363A"/>
                </a:solidFill>
              </a:defRPr>
            </a:pPr>
            <a:r>
              <a:rPr sz="3225" b="1">
                <a:solidFill>
                  <a:srgbClr val="17363A"/>
                </a:solidFill>
              </a:rPr>
              <a:t>Des émissions et des familles très inégales</a:t>
            </a:r>
          </a:p>
        </p:txBody>
      </p:sp>
      <p:sp>
        <p:nvSpPr>
          <p:cNvPr id="3" name="Rectangle 2">
            <a:extLst>
              <a:ext uri="{FF2B5EF4-FFF2-40B4-BE49-F238E27FC236}">
                <a16:creationId xmlns:a16="http://schemas.microsoft.com/office/drawing/2014/main" id="{B235C041-F041-48A1-B5E4-74325C9356D6}"/>
              </a:ext>
            </a:extLst>
          </p:cNvPr>
          <p:cNvSpPr>
            <a:spLocks noGrp="1"/>
          </p:cNvSpPr>
          <p:nvPr/>
        </p:nvSpPr>
        <p:spPr>
          <a:xfrm>
            <a:off x="628650" y="6362700"/>
            <a:ext cx="8096250" cy="228600"/>
          </a:xfrm>
          <a:prstGeom prst="rect">
            <a:avLst/>
          </a:prstGeom>
          <a:noFill/>
          <a:ln w="0">
            <a:noFill/>
          </a:ln>
        </p:spPr>
        <p:txBody>
          <a:bodyPr/>
          <a:lstStyle>
            <a:defPPr>
              <a:defRPr sz="1275" b="0">
                <a:solidFill>
                  <a:srgbClr val="5A6E71"/>
                </a:solidFill>
              </a:defRPr>
            </a:defPPr>
            <a:lvl1pPr>
              <a:defRPr sz="1275" b="0">
                <a:solidFill>
                  <a:srgbClr val="5A6E71"/>
                </a:solidFill>
              </a:defRPr>
            </a:lvl1pPr>
            <a:lvl2pPr>
              <a:defRPr sz="1275" b="0">
                <a:solidFill>
                  <a:srgbClr val="5A6E71"/>
                </a:solidFill>
              </a:defRPr>
            </a:lvl2pPr>
            <a:lvl3pPr>
              <a:defRPr sz="1275" b="0">
                <a:solidFill>
                  <a:srgbClr val="5A6E71"/>
                </a:solidFill>
              </a:defRPr>
            </a:lvl3pPr>
            <a:lvl4pPr>
              <a:defRPr sz="1275" b="0">
                <a:solidFill>
                  <a:srgbClr val="5A6E71"/>
                </a:solidFill>
              </a:defRPr>
            </a:lvl4pPr>
            <a:lvl5pPr>
              <a:defRPr sz="1275" b="0">
                <a:solidFill>
                  <a:srgbClr val="5A6E71"/>
                </a:solidFill>
              </a:defRPr>
            </a:lvl5pPr>
            <a:lvl6pPr>
              <a:defRPr sz="1275" b="0">
                <a:solidFill>
                  <a:srgbClr val="5A6E71"/>
                </a:solidFill>
              </a:defRPr>
            </a:lvl6pPr>
            <a:lvl7pPr>
              <a:defRPr sz="1275" b="0">
                <a:solidFill>
                  <a:srgbClr val="5A6E71"/>
                </a:solidFill>
              </a:defRPr>
            </a:lvl7pPr>
            <a:lvl8pPr>
              <a:defRPr sz="1275" b="0">
                <a:solidFill>
                  <a:srgbClr val="5A6E71"/>
                </a:solidFill>
              </a:defRPr>
            </a:lvl8pPr>
            <a:lvl9pPr>
              <a:defRPr sz="1275" b="0">
                <a:solidFill>
                  <a:srgbClr val="5A6E71"/>
                </a:solidFill>
              </a:defRPr>
            </a:lvl9pPr>
          </a:lstStyle>
          <a:p>
            <a:pPr>
              <a:defRPr sz="1275" b="0">
                <a:solidFill>
                  <a:srgbClr val="5A6E71"/>
                </a:solidFill>
              </a:defRPr>
            </a:pPr>
            <a:r>
              <a:rPr sz="1275" b="0">
                <a:solidFill>
                  <a:srgbClr val="5A6E71"/>
                </a:solidFill>
              </a:rPr>
              <a:t>01   DONNÉES   /   4 MIN</a:t>
            </a:r>
          </a:p>
        </p:txBody>
      </p:sp>
      <p:sp>
        <p:nvSpPr>
          <p:cNvPr id="4" name="Rectangle 3">
            <a:extLst>
              <a:ext uri="{FF2B5EF4-FFF2-40B4-BE49-F238E27FC236}">
                <a16:creationId xmlns:a16="http://schemas.microsoft.com/office/drawing/2014/main" id="{1B011C50-2E2D-46BE-8CA0-215CAD02AD11}"/>
              </a:ext>
            </a:extLst>
          </p:cNvPr>
          <p:cNvSpPr>
            <a:spLocks noGrp="1"/>
          </p:cNvSpPr>
          <p:nvPr/>
        </p:nvSpPr>
        <p:spPr>
          <a:xfrm>
            <a:off x="11029950" y="6362700"/>
            <a:ext cx="571500" cy="228600"/>
          </a:xfrm>
          <a:prstGeom prst="rect">
            <a:avLst/>
          </a:prstGeom>
          <a:noFill/>
          <a:ln w="0">
            <a:noFill/>
          </a:ln>
        </p:spPr>
        <p:txBody>
          <a:bodyPr/>
          <a:lstStyle>
            <a:defPPr>
              <a:defRPr sz="1275" b="0">
                <a:solidFill>
                  <a:srgbClr val="5A6E71"/>
                </a:solidFill>
              </a:defRPr>
            </a:defPPr>
            <a:lvl1pPr>
              <a:defRPr sz="1275" b="0">
                <a:solidFill>
                  <a:srgbClr val="5A6E71"/>
                </a:solidFill>
              </a:defRPr>
            </a:lvl1pPr>
            <a:lvl2pPr>
              <a:defRPr sz="1275" b="0">
                <a:solidFill>
                  <a:srgbClr val="5A6E71"/>
                </a:solidFill>
              </a:defRPr>
            </a:lvl2pPr>
            <a:lvl3pPr>
              <a:defRPr sz="1275" b="0">
                <a:solidFill>
                  <a:srgbClr val="5A6E71"/>
                </a:solidFill>
              </a:defRPr>
            </a:lvl3pPr>
            <a:lvl4pPr>
              <a:defRPr sz="1275" b="0">
                <a:solidFill>
                  <a:srgbClr val="5A6E71"/>
                </a:solidFill>
              </a:defRPr>
            </a:lvl4pPr>
            <a:lvl5pPr>
              <a:defRPr sz="1275" b="0">
                <a:solidFill>
                  <a:srgbClr val="5A6E71"/>
                </a:solidFill>
              </a:defRPr>
            </a:lvl5pPr>
            <a:lvl6pPr>
              <a:defRPr sz="1275" b="0">
                <a:solidFill>
                  <a:srgbClr val="5A6E71"/>
                </a:solidFill>
              </a:defRPr>
            </a:lvl6pPr>
            <a:lvl7pPr>
              <a:defRPr sz="1275" b="0">
                <a:solidFill>
                  <a:srgbClr val="5A6E71"/>
                </a:solidFill>
              </a:defRPr>
            </a:lvl7pPr>
            <a:lvl8pPr>
              <a:defRPr sz="1275" b="0">
                <a:solidFill>
                  <a:srgbClr val="5A6E71"/>
                </a:solidFill>
              </a:defRPr>
            </a:lvl8pPr>
            <a:lvl9pPr>
              <a:defRPr sz="1275" b="0">
                <a:solidFill>
                  <a:srgbClr val="5A6E71"/>
                </a:solidFill>
              </a:defRPr>
            </a:lvl9pPr>
          </a:lstStyle>
          <a:p>
            <a:pPr>
              <a:defRPr sz="1275" b="0">
                <a:solidFill>
                  <a:srgbClr val="5A6E71"/>
                </a:solidFill>
              </a:defRPr>
            </a:pPr>
            <a:r>
              <a:rPr sz="1275" b="0">
                <a:solidFill>
                  <a:srgbClr val="5A6E71"/>
                </a:solidFill>
              </a:rPr>
              <a:t>03</a:t>
            </a:r>
          </a:p>
        </p:txBody>
      </p:sp>
      <p:graphicFrame>
        <p:nvGraphicFramePr>
          <p:cNvPr id="5" name="Chart">
            <a:extLst>
              <a:ext uri="{FF2B5EF4-FFF2-40B4-BE49-F238E27FC236}">
                <a16:creationId xmlns:a16="http://schemas.microsoft.com/office/drawing/2014/main" id="{BA1481BF-32F3-49E8-BA09-152AFEAA1C02}"/>
              </a:ext>
            </a:extLst>
          </p:cNvPr>
          <p:cNvGraphicFramePr/>
          <p:nvPr/>
        </p:nvGraphicFramePr>
        <p:xfrm>
          <a:off x="619125" y="1724025"/>
          <a:ext cx="7524750" cy="3714750"/>
        </p:xfrm>
        <a:graphic>
          <a:graphicData uri="http://schemas.openxmlformats.org/drawingml/2006/chart">
            <c:chart xmlns:c="http://schemas.openxmlformats.org/drawingml/2006/chart" xmlns:r="http://schemas.openxmlformats.org/officeDocument/2006/relationships" r:id="rId3"/>
          </a:graphicData>
        </a:graphic>
      </p:graphicFrame>
      <p:sp>
        <p:nvSpPr>
          <p:cNvPr id="6" name="Rectangle 5">
            <a:extLst>
              <a:ext uri="{FF2B5EF4-FFF2-40B4-BE49-F238E27FC236}">
                <a16:creationId xmlns:a16="http://schemas.microsoft.com/office/drawing/2014/main" id="{23F332AD-3D47-4557-B6F2-8826A453BF84}"/>
              </a:ext>
            </a:extLst>
          </p:cNvPr>
          <p:cNvSpPr>
            <a:spLocks noGrp="1"/>
          </p:cNvSpPr>
          <p:nvPr/>
        </p:nvSpPr>
        <p:spPr>
          <a:xfrm>
            <a:off x="8763000" y="2238375"/>
            <a:ext cx="2952750" cy="857250"/>
          </a:xfrm>
          <a:prstGeom prst="rect">
            <a:avLst/>
          </a:prstGeom>
          <a:noFill/>
          <a:ln w="0">
            <a:noFill/>
          </a:ln>
        </p:spPr>
        <p:txBody>
          <a:bodyPr/>
          <a:lstStyle>
            <a:defPPr>
              <a:defRPr sz="4350" b="1">
                <a:solidFill>
                  <a:srgbClr val="DE8736"/>
                </a:solidFill>
              </a:defRPr>
            </a:defPPr>
            <a:lvl1pPr>
              <a:defRPr sz="4350" b="1">
                <a:solidFill>
                  <a:srgbClr val="DE8736"/>
                </a:solidFill>
              </a:defRPr>
            </a:lvl1pPr>
            <a:lvl2pPr>
              <a:defRPr sz="4350" b="1">
                <a:solidFill>
                  <a:srgbClr val="DE8736"/>
                </a:solidFill>
              </a:defRPr>
            </a:lvl2pPr>
            <a:lvl3pPr>
              <a:defRPr sz="4350" b="1">
                <a:solidFill>
                  <a:srgbClr val="DE8736"/>
                </a:solidFill>
              </a:defRPr>
            </a:lvl3pPr>
            <a:lvl4pPr>
              <a:defRPr sz="4350" b="1">
                <a:solidFill>
                  <a:srgbClr val="DE8736"/>
                </a:solidFill>
              </a:defRPr>
            </a:lvl4pPr>
            <a:lvl5pPr>
              <a:defRPr sz="4350" b="1">
                <a:solidFill>
                  <a:srgbClr val="DE8736"/>
                </a:solidFill>
              </a:defRPr>
            </a:lvl5pPr>
            <a:lvl6pPr>
              <a:defRPr sz="4350" b="1">
                <a:solidFill>
                  <a:srgbClr val="DE8736"/>
                </a:solidFill>
              </a:defRPr>
            </a:lvl6pPr>
            <a:lvl7pPr>
              <a:defRPr sz="4350" b="1">
                <a:solidFill>
                  <a:srgbClr val="DE8736"/>
                </a:solidFill>
              </a:defRPr>
            </a:lvl7pPr>
            <a:lvl8pPr>
              <a:defRPr sz="4350" b="1">
                <a:solidFill>
                  <a:srgbClr val="DE8736"/>
                </a:solidFill>
              </a:defRPr>
            </a:lvl8pPr>
            <a:lvl9pPr>
              <a:defRPr sz="4350" b="1">
                <a:solidFill>
                  <a:srgbClr val="DE8736"/>
                </a:solidFill>
              </a:defRPr>
            </a:lvl9pPr>
          </a:lstStyle>
          <a:p>
            <a:pPr>
              <a:defRPr sz="4350" b="1">
                <a:solidFill>
                  <a:srgbClr val="DE8736"/>
                </a:solidFill>
              </a:defRPr>
            </a:pPr>
            <a:r>
              <a:rPr sz="4350" b="1">
                <a:solidFill>
                  <a:srgbClr val="DE8736"/>
                </a:solidFill>
              </a:rPr>
              <a:t>63,1 %</a:t>
            </a:r>
          </a:p>
        </p:txBody>
      </p:sp>
      <p:sp>
        <p:nvSpPr>
          <p:cNvPr id="7" name="Rectangle 6">
            <a:extLst>
              <a:ext uri="{FF2B5EF4-FFF2-40B4-BE49-F238E27FC236}">
                <a16:creationId xmlns:a16="http://schemas.microsoft.com/office/drawing/2014/main" id="{181141FA-E28B-4B63-AC5D-BA49D3EC5068}"/>
              </a:ext>
            </a:extLst>
          </p:cNvPr>
          <p:cNvSpPr>
            <a:spLocks noGrp="1"/>
          </p:cNvSpPr>
          <p:nvPr/>
        </p:nvSpPr>
        <p:spPr>
          <a:xfrm>
            <a:off x="8801100" y="3209925"/>
            <a:ext cx="2667000" cy="1143000"/>
          </a:xfrm>
          <a:prstGeom prst="rect">
            <a:avLst/>
          </a:prstGeom>
          <a:noFill/>
          <a:ln w="0">
            <a:noFill/>
          </a:ln>
        </p:spPr>
        <p:txBody>
          <a:bodyPr/>
          <a:lstStyle>
            <a:defPPr>
              <a:defRPr sz="2325" b="0">
                <a:solidFill>
                  <a:srgbClr val="17363A"/>
                </a:solidFill>
              </a:defRPr>
            </a:defPPr>
            <a:lvl1pPr>
              <a:defRPr sz="2325" b="0">
                <a:solidFill>
                  <a:srgbClr val="17363A"/>
                </a:solidFill>
              </a:defRPr>
            </a:lvl1pPr>
            <a:lvl2pPr>
              <a:defRPr sz="2325" b="0">
                <a:solidFill>
                  <a:srgbClr val="17363A"/>
                </a:solidFill>
              </a:defRPr>
            </a:lvl2pPr>
            <a:lvl3pPr>
              <a:defRPr sz="2325" b="0">
                <a:solidFill>
                  <a:srgbClr val="17363A"/>
                </a:solidFill>
              </a:defRPr>
            </a:lvl3pPr>
            <a:lvl4pPr>
              <a:defRPr sz="2325" b="0">
                <a:solidFill>
                  <a:srgbClr val="17363A"/>
                </a:solidFill>
              </a:defRPr>
            </a:lvl4pPr>
            <a:lvl5pPr>
              <a:defRPr sz="2325" b="0">
                <a:solidFill>
                  <a:srgbClr val="17363A"/>
                </a:solidFill>
              </a:defRPr>
            </a:lvl5pPr>
            <a:lvl6pPr>
              <a:defRPr sz="2325" b="0">
                <a:solidFill>
                  <a:srgbClr val="17363A"/>
                </a:solidFill>
              </a:defRPr>
            </a:lvl6pPr>
            <a:lvl7pPr>
              <a:defRPr sz="2325" b="0">
                <a:solidFill>
                  <a:srgbClr val="17363A"/>
                </a:solidFill>
              </a:defRPr>
            </a:lvl7pPr>
            <a:lvl8pPr>
              <a:defRPr sz="2325" b="0">
                <a:solidFill>
                  <a:srgbClr val="17363A"/>
                </a:solidFill>
              </a:defRPr>
            </a:lvl8pPr>
            <a:lvl9pPr>
              <a:defRPr sz="2325" b="0">
                <a:solidFill>
                  <a:srgbClr val="17363A"/>
                </a:solidFill>
              </a:defRPr>
            </a:lvl9pPr>
          </a:lstStyle>
          <a:p>
            <a:pPr>
              <a:defRPr sz="2325" b="0">
                <a:solidFill>
                  <a:srgbClr val="17363A"/>
                </a:solidFill>
              </a:defRPr>
            </a:pPr>
            <a:r>
              <a:rPr sz="2325" b="0">
                <a:solidFill>
                  <a:srgbClr val="17363A"/>
                </a:solidFill>
              </a:rPr>
              <a:t>des lignes dans</a:t>
            </a:r>
          </a:p>
          <a:p>
            <a:pPr>
              <a:defRPr sz="2325" b="0">
                <a:solidFill>
                  <a:srgbClr val="17363A"/>
                </a:solidFill>
              </a:defRPr>
            </a:pPr>
            <a:r>
              <a:rPr sz="2325" b="0">
                <a:solidFill>
                  <a:srgbClr val="17363A"/>
                </a:solidFill>
              </a:rPr>
              <a:t>10 familles</a:t>
            </a:r>
          </a:p>
        </p:txBody>
      </p:sp>
      <p:sp>
        <p:nvSpPr>
          <p:cNvPr id="8" name="Rectangle 7">
            <a:extLst>
              <a:ext uri="{FF2B5EF4-FFF2-40B4-BE49-F238E27FC236}">
                <a16:creationId xmlns:a16="http://schemas.microsoft.com/office/drawing/2014/main" id="{62A33C29-5B48-4F4E-BE41-B6B8DD21E524}"/>
              </a:ext>
            </a:extLst>
          </p:cNvPr>
          <p:cNvSpPr>
            <a:spLocks noGrp="1"/>
          </p:cNvSpPr>
          <p:nvPr/>
        </p:nvSpPr>
        <p:spPr>
          <a:xfrm>
            <a:off x="647700" y="5657850"/>
            <a:ext cx="10858500" cy="552450"/>
          </a:xfrm>
          <a:prstGeom prst="rect">
            <a:avLst/>
          </a:prstGeom>
          <a:noFill/>
          <a:ln w="0">
            <a:noFill/>
          </a:ln>
        </p:spPr>
        <p:txBody>
          <a:bodyPr/>
          <a:lstStyle>
            <a:defPPr>
              <a:defRPr sz="1950" b="1">
                <a:solidFill>
                  <a:srgbClr val="008C85"/>
                </a:solidFill>
              </a:defRPr>
            </a:defPPr>
            <a:lvl1pPr>
              <a:defRPr sz="1950" b="1">
                <a:solidFill>
                  <a:srgbClr val="008C85"/>
                </a:solidFill>
              </a:defRPr>
            </a:lvl1pPr>
            <a:lvl2pPr>
              <a:defRPr sz="1950" b="1">
                <a:solidFill>
                  <a:srgbClr val="008C85"/>
                </a:solidFill>
              </a:defRPr>
            </a:lvl2pPr>
            <a:lvl3pPr>
              <a:defRPr sz="1950" b="1">
                <a:solidFill>
                  <a:srgbClr val="008C85"/>
                </a:solidFill>
              </a:defRPr>
            </a:lvl3pPr>
            <a:lvl4pPr>
              <a:defRPr sz="1950" b="1">
                <a:solidFill>
                  <a:srgbClr val="008C85"/>
                </a:solidFill>
              </a:defRPr>
            </a:lvl4pPr>
            <a:lvl5pPr>
              <a:defRPr sz="1950" b="1">
                <a:solidFill>
                  <a:srgbClr val="008C85"/>
                </a:solidFill>
              </a:defRPr>
            </a:lvl5pPr>
            <a:lvl6pPr>
              <a:defRPr sz="1950" b="1">
                <a:solidFill>
                  <a:srgbClr val="008C85"/>
                </a:solidFill>
              </a:defRPr>
            </a:lvl6pPr>
            <a:lvl7pPr>
              <a:defRPr sz="1950" b="1">
                <a:solidFill>
                  <a:srgbClr val="008C85"/>
                </a:solidFill>
              </a:defRPr>
            </a:lvl7pPr>
            <a:lvl8pPr>
              <a:defRPr sz="1950" b="1">
                <a:solidFill>
                  <a:srgbClr val="008C85"/>
                </a:solidFill>
              </a:defRPr>
            </a:lvl8pPr>
            <a:lvl9pPr>
              <a:defRPr sz="1950" b="1">
                <a:solidFill>
                  <a:srgbClr val="008C85"/>
                </a:solidFill>
              </a:defRPr>
            </a:lvl9pPr>
          </a:lstStyle>
          <a:p>
            <a:pPr>
              <a:defRPr sz="1950" b="1">
                <a:solidFill>
                  <a:srgbClr val="008C85"/>
                </a:solidFill>
              </a:defRPr>
            </a:pPr>
            <a:r>
              <a:rPr sz="1950" b="1">
                <a:solidFill>
                  <a:srgbClr val="008C85"/>
                </a:solidFill>
              </a:rPr>
              <a:t>Médiane : 147 g/km. Les fréquences décrivent le catalogue</a:t>
            </a:r>
          </a:p>
        </p:txBody>
      </p:sp>
      <p:sp>
        <p:nvSpPr>
          <p:cNvPr id="9" name="presenter-badge">
            <a:extLst>
              <a:ext uri="{FF2B5EF4-FFF2-40B4-BE49-F238E27FC236}">
                <a16:creationId xmlns:a16="http://schemas.microsoft.com/office/drawing/2014/main" id="{39533E00-BC03-4518-95A5-5D4E40752159}"/>
              </a:ext>
            </a:extLst>
          </p:cNvPr>
          <p:cNvSpPr>
            <a:spLocks noGrp="1"/>
          </p:cNvSpPr>
          <p:nvPr/>
        </p:nvSpPr>
        <p:spPr>
          <a:xfrm>
            <a:off x="9429750" y="6286500"/>
            <a:ext cx="1428750" cy="323850"/>
          </a:xfrm>
          <a:prstGeom prst="roundRect">
            <a:avLst>
              <a:gd name="adj" fmla="val 50000"/>
            </a:avLst>
          </a:prstGeom>
          <a:solidFill>
            <a:srgbClr val="00756F"/>
          </a:solidFill>
          <a:ln w="0">
            <a:noFill/>
          </a:ln>
        </p:spPr>
        <p:txBody>
          <a:bodyPr lIns="0" tIns="0" rIns="0" bIns="0" anchor="ctr"/>
          <a:lstStyle>
            <a:defPPr algn="ctr">
              <a:defRPr sz="1500" b="1">
                <a:solidFill>
                  <a:srgbClr val="FFFFFF"/>
                </a:solidFill>
              </a:defRPr>
            </a:defPPr>
            <a:lvl1pPr algn="ctr">
              <a:defRPr sz="1500" b="1">
                <a:solidFill>
                  <a:srgbClr val="FFFFFF"/>
                </a:solidFill>
              </a:defRPr>
            </a:lvl1pPr>
            <a:lvl2pPr algn="ctr">
              <a:defRPr sz="1500" b="1">
                <a:solidFill>
                  <a:srgbClr val="FFFFFF"/>
                </a:solidFill>
              </a:defRPr>
            </a:lvl2pPr>
            <a:lvl3pPr algn="ctr">
              <a:defRPr sz="1500" b="1">
                <a:solidFill>
                  <a:srgbClr val="FFFFFF"/>
                </a:solidFill>
              </a:defRPr>
            </a:lvl3pPr>
            <a:lvl4pPr algn="ctr">
              <a:defRPr sz="1500" b="1">
                <a:solidFill>
                  <a:srgbClr val="FFFFFF"/>
                </a:solidFill>
              </a:defRPr>
            </a:lvl4pPr>
            <a:lvl5pPr algn="ctr">
              <a:defRPr sz="1500" b="1">
                <a:solidFill>
                  <a:srgbClr val="FFFFFF"/>
                </a:solidFill>
              </a:defRPr>
            </a:lvl5pPr>
            <a:lvl6pPr algn="ctr">
              <a:defRPr sz="1500" b="1">
                <a:solidFill>
                  <a:srgbClr val="FFFFFF"/>
                </a:solidFill>
              </a:defRPr>
            </a:lvl6pPr>
            <a:lvl7pPr algn="ctr">
              <a:defRPr sz="1500" b="1">
                <a:solidFill>
                  <a:srgbClr val="FFFFFF"/>
                </a:solidFill>
              </a:defRPr>
            </a:lvl7pPr>
            <a:lvl8pPr algn="ctr">
              <a:defRPr sz="1500" b="1">
                <a:solidFill>
                  <a:srgbClr val="FFFFFF"/>
                </a:solidFill>
              </a:defRPr>
            </a:lvl8pPr>
            <a:lvl9pPr algn="ctr">
              <a:defRPr sz="1500" b="1">
                <a:solidFill>
                  <a:srgbClr val="FFFFFF"/>
                </a:solidFill>
              </a:defRPr>
            </a:lvl9pPr>
          </a:lstStyle>
          <a:p>
            <a:pPr algn="ctr">
              <a:defRPr sz="1500" b="1">
                <a:solidFill>
                  <a:srgbClr val="FFFFFF"/>
                </a:solidFill>
              </a:defRPr>
            </a:pPr>
            <a:r>
              <a:rPr sz="1500" b="1">
                <a:solidFill>
                  <a:srgbClr val="FFFFFF"/>
                </a:solidFill>
              </a:rPr>
              <a:t>Clément</a:t>
            </a:r>
          </a:p>
        </p:txBody>
      </p:sp>
    </p:spTree>
    <p:extLst>
      <p:ext uri="{BB962C8B-B14F-4D97-AF65-F5344CB8AC3E}">
        <p14:creationId xmlns:p14="http://schemas.microsoft.com/office/powerpoint/2010/main" val="415916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AFCFB"/>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481AC85-A630-4E01-90C6-986CE35C5D9C}"/>
              </a:ext>
            </a:extLst>
          </p:cNvPr>
          <p:cNvSpPr>
            <a:spLocks noGrp="1"/>
          </p:cNvSpPr>
          <p:nvPr/>
        </p:nvSpPr>
        <p:spPr>
          <a:xfrm>
            <a:off x="619125" y="457200"/>
            <a:ext cx="10953750" cy="857250"/>
          </a:xfrm>
          <a:prstGeom prst="rect">
            <a:avLst/>
          </a:prstGeom>
          <a:noFill/>
          <a:ln w="0">
            <a:noFill/>
          </a:ln>
        </p:spPr>
        <p:txBody>
          <a:bodyPr/>
          <a:lstStyle>
            <a:defPPr>
              <a:defRPr sz="3225" b="1">
                <a:solidFill>
                  <a:srgbClr val="17363A"/>
                </a:solidFill>
              </a:defRPr>
            </a:defPPr>
            <a:lvl1pPr>
              <a:defRPr sz="3225" b="1">
                <a:solidFill>
                  <a:srgbClr val="17363A"/>
                </a:solidFill>
              </a:defRPr>
            </a:lvl1pPr>
            <a:lvl2pPr>
              <a:defRPr sz="3225" b="1">
                <a:solidFill>
                  <a:srgbClr val="17363A"/>
                </a:solidFill>
              </a:defRPr>
            </a:lvl2pPr>
            <a:lvl3pPr>
              <a:defRPr sz="3225" b="1">
                <a:solidFill>
                  <a:srgbClr val="17363A"/>
                </a:solidFill>
              </a:defRPr>
            </a:lvl3pPr>
            <a:lvl4pPr>
              <a:defRPr sz="3225" b="1">
                <a:solidFill>
                  <a:srgbClr val="17363A"/>
                </a:solidFill>
              </a:defRPr>
            </a:lvl4pPr>
            <a:lvl5pPr>
              <a:defRPr sz="3225" b="1">
                <a:solidFill>
                  <a:srgbClr val="17363A"/>
                </a:solidFill>
              </a:defRPr>
            </a:lvl5pPr>
            <a:lvl6pPr>
              <a:defRPr sz="3225" b="1">
                <a:solidFill>
                  <a:srgbClr val="17363A"/>
                </a:solidFill>
              </a:defRPr>
            </a:lvl6pPr>
            <a:lvl7pPr>
              <a:defRPr sz="3225" b="1">
                <a:solidFill>
                  <a:srgbClr val="17363A"/>
                </a:solidFill>
              </a:defRPr>
            </a:lvl7pPr>
            <a:lvl8pPr>
              <a:defRPr sz="3225" b="1">
                <a:solidFill>
                  <a:srgbClr val="17363A"/>
                </a:solidFill>
              </a:defRPr>
            </a:lvl8pPr>
            <a:lvl9pPr>
              <a:defRPr sz="3225" b="1">
                <a:solidFill>
                  <a:srgbClr val="17363A"/>
                </a:solidFill>
              </a:defRPr>
            </a:lvl9pPr>
          </a:lstStyle>
          <a:p>
            <a:pPr>
              <a:defRPr sz="3225" b="1">
                <a:solidFill>
                  <a:srgbClr val="17363A"/>
                </a:solidFill>
              </a:defRPr>
            </a:pPr>
            <a:r>
              <a:rPr sz="3225" b="1">
                <a:solidFill>
                  <a:srgbClr val="17363A"/>
                </a:solidFill>
              </a:rPr>
              <a:t>Les questions de l’étude</a:t>
            </a:r>
          </a:p>
        </p:txBody>
      </p:sp>
      <p:sp>
        <p:nvSpPr>
          <p:cNvPr id="3" name="Rectangle 2">
            <a:extLst>
              <a:ext uri="{FF2B5EF4-FFF2-40B4-BE49-F238E27FC236}">
                <a16:creationId xmlns:a16="http://schemas.microsoft.com/office/drawing/2014/main" id="{419626D4-BF44-42FE-BDCB-AD32BB368888}"/>
              </a:ext>
            </a:extLst>
          </p:cNvPr>
          <p:cNvSpPr>
            <a:spLocks noGrp="1"/>
          </p:cNvSpPr>
          <p:nvPr/>
        </p:nvSpPr>
        <p:spPr>
          <a:xfrm>
            <a:off x="628650" y="6362700"/>
            <a:ext cx="8096250" cy="228600"/>
          </a:xfrm>
          <a:prstGeom prst="rect">
            <a:avLst/>
          </a:prstGeom>
          <a:noFill/>
          <a:ln w="0">
            <a:noFill/>
          </a:ln>
        </p:spPr>
        <p:txBody>
          <a:bodyPr/>
          <a:lstStyle>
            <a:defPPr>
              <a:defRPr sz="1275" b="0">
                <a:solidFill>
                  <a:srgbClr val="5A6E71"/>
                </a:solidFill>
              </a:defRPr>
            </a:defPPr>
            <a:lvl1pPr>
              <a:defRPr sz="1275" b="0">
                <a:solidFill>
                  <a:srgbClr val="5A6E71"/>
                </a:solidFill>
              </a:defRPr>
            </a:lvl1pPr>
            <a:lvl2pPr>
              <a:defRPr sz="1275" b="0">
                <a:solidFill>
                  <a:srgbClr val="5A6E71"/>
                </a:solidFill>
              </a:defRPr>
            </a:lvl2pPr>
            <a:lvl3pPr>
              <a:defRPr sz="1275" b="0">
                <a:solidFill>
                  <a:srgbClr val="5A6E71"/>
                </a:solidFill>
              </a:defRPr>
            </a:lvl3pPr>
            <a:lvl4pPr>
              <a:defRPr sz="1275" b="0">
                <a:solidFill>
                  <a:srgbClr val="5A6E71"/>
                </a:solidFill>
              </a:defRPr>
            </a:lvl4pPr>
            <a:lvl5pPr>
              <a:defRPr sz="1275" b="0">
                <a:solidFill>
                  <a:srgbClr val="5A6E71"/>
                </a:solidFill>
              </a:defRPr>
            </a:lvl5pPr>
            <a:lvl6pPr>
              <a:defRPr sz="1275" b="0">
                <a:solidFill>
                  <a:srgbClr val="5A6E71"/>
                </a:solidFill>
              </a:defRPr>
            </a:lvl6pPr>
            <a:lvl7pPr>
              <a:defRPr sz="1275" b="0">
                <a:solidFill>
                  <a:srgbClr val="5A6E71"/>
                </a:solidFill>
              </a:defRPr>
            </a:lvl7pPr>
            <a:lvl8pPr>
              <a:defRPr sz="1275" b="0">
                <a:solidFill>
                  <a:srgbClr val="5A6E71"/>
                </a:solidFill>
              </a:defRPr>
            </a:lvl8pPr>
            <a:lvl9pPr>
              <a:defRPr sz="1275" b="0">
                <a:solidFill>
                  <a:srgbClr val="5A6E71"/>
                </a:solidFill>
              </a:defRPr>
            </a:lvl9pPr>
          </a:lstStyle>
          <a:p>
            <a:pPr>
              <a:defRPr sz="1275" b="0">
                <a:solidFill>
                  <a:srgbClr val="5A6E71"/>
                </a:solidFill>
              </a:defRPr>
            </a:pPr>
            <a:r>
              <a:rPr sz="1275" b="0">
                <a:solidFill>
                  <a:srgbClr val="5A6E71"/>
                </a:solidFill>
              </a:rPr>
              <a:t>01   DONNÉES   /   4 MIN</a:t>
            </a:r>
          </a:p>
        </p:txBody>
      </p:sp>
      <p:sp>
        <p:nvSpPr>
          <p:cNvPr id="4" name="Rectangle 3">
            <a:extLst>
              <a:ext uri="{FF2B5EF4-FFF2-40B4-BE49-F238E27FC236}">
                <a16:creationId xmlns:a16="http://schemas.microsoft.com/office/drawing/2014/main" id="{100BD6C9-46E1-4EC4-A9E5-005401E7A0C7}"/>
              </a:ext>
            </a:extLst>
          </p:cNvPr>
          <p:cNvSpPr>
            <a:spLocks noGrp="1"/>
          </p:cNvSpPr>
          <p:nvPr/>
        </p:nvSpPr>
        <p:spPr>
          <a:xfrm>
            <a:off x="11029950" y="6362700"/>
            <a:ext cx="571500" cy="228600"/>
          </a:xfrm>
          <a:prstGeom prst="rect">
            <a:avLst/>
          </a:prstGeom>
          <a:noFill/>
          <a:ln w="0">
            <a:noFill/>
          </a:ln>
        </p:spPr>
        <p:txBody>
          <a:bodyPr/>
          <a:lstStyle>
            <a:defPPr>
              <a:defRPr sz="1275" b="0">
                <a:solidFill>
                  <a:srgbClr val="5A6E71"/>
                </a:solidFill>
              </a:defRPr>
            </a:defPPr>
            <a:lvl1pPr>
              <a:defRPr sz="1275" b="0">
                <a:solidFill>
                  <a:srgbClr val="5A6E71"/>
                </a:solidFill>
              </a:defRPr>
            </a:lvl1pPr>
            <a:lvl2pPr>
              <a:defRPr sz="1275" b="0">
                <a:solidFill>
                  <a:srgbClr val="5A6E71"/>
                </a:solidFill>
              </a:defRPr>
            </a:lvl2pPr>
            <a:lvl3pPr>
              <a:defRPr sz="1275" b="0">
                <a:solidFill>
                  <a:srgbClr val="5A6E71"/>
                </a:solidFill>
              </a:defRPr>
            </a:lvl3pPr>
            <a:lvl4pPr>
              <a:defRPr sz="1275" b="0">
                <a:solidFill>
                  <a:srgbClr val="5A6E71"/>
                </a:solidFill>
              </a:defRPr>
            </a:lvl4pPr>
            <a:lvl5pPr>
              <a:defRPr sz="1275" b="0">
                <a:solidFill>
                  <a:srgbClr val="5A6E71"/>
                </a:solidFill>
              </a:defRPr>
            </a:lvl5pPr>
            <a:lvl6pPr>
              <a:defRPr sz="1275" b="0">
                <a:solidFill>
                  <a:srgbClr val="5A6E71"/>
                </a:solidFill>
              </a:defRPr>
            </a:lvl6pPr>
            <a:lvl7pPr>
              <a:defRPr sz="1275" b="0">
                <a:solidFill>
                  <a:srgbClr val="5A6E71"/>
                </a:solidFill>
              </a:defRPr>
            </a:lvl7pPr>
            <a:lvl8pPr>
              <a:defRPr sz="1275" b="0">
                <a:solidFill>
                  <a:srgbClr val="5A6E71"/>
                </a:solidFill>
              </a:defRPr>
            </a:lvl8pPr>
            <a:lvl9pPr>
              <a:defRPr sz="1275" b="0">
                <a:solidFill>
                  <a:srgbClr val="5A6E71"/>
                </a:solidFill>
              </a:defRPr>
            </a:lvl9pPr>
          </a:lstStyle>
          <a:p>
            <a:pPr>
              <a:defRPr sz="1275" b="0">
                <a:solidFill>
                  <a:srgbClr val="5A6E71"/>
                </a:solidFill>
              </a:defRPr>
            </a:pPr>
            <a:r>
              <a:rPr sz="1275" b="0">
                <a:solidFill>
                  <a:srgbClr val="5A6E71"/>
                </a:solidFill>
              </a:rPr>
              <a:t>04</a:t>
            </a:r>
          </a:p>
        </p:txBody>
      </p:sp>
      <p:sp>
        <p:nvSpPr>
          <p:cNvPr id="5" name="Rectangle 4">
            <a:extLst>
              <a:ext uri="{FF2B5EF4-FFF2-40B4-BE49-F238E27FC236}">
                <a16:creationId xmlns:a16="http://schemas.microsoft.com/office/drawing/2014/main" id="{569551ED-855D-4517-BFF5-6409E5839D1A}"/>
              </a:ext>
            </a:extLst>
          </p:cNvPr>
          <p:cNvSpPr>
            <a:spLocks noGrp="1"/>
          </p:cNvSpPr>
          <p:nvPr/>
        </p:nvSpPr>
        <p:spPr>
          <a:xfrm>
            <a:off x="714375" y="1819275"/>
            <a:ext cx="10572750" cy="571500"/>
          </a:xfrm>
          <a:prstGeom prst="rect">
            <a:avLst/>
          </a:prstGeom>
          <a:noFill/>
          <a:ln w="0">
            <a:noFill/>
          </a:ln>
        </p:spPr>
        <p:txBody>
          <a:bodyPr/>
          <a:lstStyle>
            <a:defPPr>
              <a:defRPr sz="3000" b="1">
                <a:solidFill>
                  <a:srgbClr val="17363A"/>
                </a:solidFill>
              </a:defRPr>
            </a:defPPr>
            <a:lvl1pPr>
              <a:defRPr sz="3000" b="1">
                <a:solidFill>
                  <a:srgbClr val="17363A"/>
                </a:solidFill>
              </a:defRPr>
            </a:lvl1pPr>
            <a:lvl2pPr>
              <a:defRPr sz="3000" b="1">
                <a:solidFill>
                  <a:srgbClr val="17363A"/>
                </a:solidFill>
              </a:defRPr>
            </a:lvl2pPr>
            <a:lvl3pPr>
              <a:defRPr sz="3000" b="1">
                <a:solidFill>
                  <a:srgbClr val="17363A"/>
                </a:solidFill>
              </a:defRPr>
            </a:lvl3pPr>
            <a:lvl4pPr>
              <a:defRPr sz="3000" b="1">
                <a:solidFill>
                  <a:srgbClr val="17363A"/>
                </a:solidFill>
              </a:defRPr>
            </a:lvl4pPr>
            <a:lvl5pPr>
              <a:defRPr sz="3000" b="1">
                <a:solidFill>
                  <a:srgbClr val="17363A"/>
                </a:solidFill>
              </a:defRPr>
            </a:lvl5pPr>
            <a:lvl6pPr>
              <a:defRPr sz="3000" b="1">
                <a:solidFill>
                  <a:srgbClr val="17363A"/>
                </a:solidFill>
              </a:defRPr>
            </a:lvl6pPr>
            <a:lvl7pPr>
              <a:defRPr sz="3000" b="1">
                <a:solidFill>
                  <a:srgbClr val="17363A"/>
                </a:solidFill>
              </a:defRPr>
            </a:lvl7pPr>
            <a:lvl8pPr>
              <a:defRPr sz="3000" b="1">
                <a:solidFill>
                  <a:srgbClr val="17363A"/>
                </a:solidFill>
              </a:defRPr>
            </a:lvl8pPr>
            <a:lvl9pPr>
              <a:defRPr sz="3000" b="1">
                <a:solidFill>
                  <a:srgbClr val="17363A"/>
                </a:solidFill>
              </a:defRPr>
            </a:lvl9pPr>
          </a:lstStyle>
          <a:p>
            <a:pPr>
              <a:defRPr sz="3000" b="1">
                <a:solidFill>
                  <a:srgbClr val="17363A"/>
                </a:solidFill>
              </a:defRPr>
            </a:pPr>
            <a:r>
              <a:rPr sz="3000" b="1">
                <a:solidFill>
                  <a:srgbClr val="17363A"/>
                </a:solidFill>
              </a:rPr>
              <a:t>Observer les écarts d’émissions</a:t>
            </a:r>
          </a:p>
        </p:txBody>
      </p:sp>
      <p:sp>
        <p:nvSpPr>
          <p:cNvPr id="6" name="Rectangle 5">
            <a:extLst>
              <a:ext uri="{FF2B5EF4-FFF2-40B4-BE49-F238E27FC236}">
                <a16:creationId xmlns:a16="http://schemas.microsoft.com/office/drawing/2014/main" id="{9F360415-3EC7-447A-A09E-9ACFC0512D55}"/>
              </a:ext>
            </a:extLst>
          </p:cNvPr>
          <p:cNvSpPr>
            <a:spLocks noGrp="1"/>
          </p:cNvSpPr>
          <p:nvPr/>
        </p:nvSpPr>
        <p:spPr>
          <a:xfrm>
            <a:off x="742950" y="2486025"/>
            <a:ext cx="10572750" cy="476250"/>
          </a:xfrm>
          <a:prstGeom prst="rect">
            <a:avLst/>
          </a:prstGeom>
          <a:noFill/>
          <a:ln w="0">
            <a:noFill/>
          </a:ln>
        </p:spPr>
        <p:txBody>
          <a:bodyPr/>
          <a:lstStyle>
            <a:defPPr>
              <a:defRPr sz="2250" b="0">
                <a:solidFill>
                  <a:srgbClr val="5A6E71"/>
                </a:solidFill>
              </a:defRPr>
            </a:defPPr>
            <a:lvl1pPr>
              <a:defRPr sz="2250" b="0">
                <a:solidFill>
                  <a:srgbClr val="5A6E71"/>
                </a:solidFill>
              </a:defRPr>
            </a:lvl1pPr>
            <a:lvl2pPr>
              <a:defRPr sz="2250" b="0">
                <a:solidFill>
                  <a:srgbClr val="5A6E71"/>
                </a:solidFill>
              </a:defRPr>
            </a:lvl2pPr>
            <a:lvl3pPr>
              <a:defRPr sz="2250" b="0">
                <a:solidFill>
                  <a:srgbClr val="5A6E71"/>
                </a:solidFill>
              </a:defRPr>
            </a:lvl3pPr>
            <a:lvl4pPr>
              <a:defRPr sz="2250" b="0">
                <a:solidFill>
                  <a:srgbClr val="5A6E71"/>
                </a:solidFill>
              </a:defRPr>
            </a:lvl4pPr>
            <a:lvl5pPr>
              <a:defRPr sz="2250" b="0">
                <a:solidFill>
                  <a:srgbClr val="5A6E71"/>
                </a:solidFill>
              </a:defRPr>
            </a:lvl5pPr>
            <a:lvl6pPr>
              <a:defRPr sz="2250" b="0">
                <a:solidFill>
                  <a:srgbClr val="5A6E71"/>
                </a:solidFill>
              </a:defRPr>
            </a:lvl6pPr>
            <a:lvl7pPr>
              <a:defRPr sz="2250" b="0">
                <a:solidFill>
                  <a:srgbClr val="5A6E71"/>
                </a:solidFill>
              </a:defRPr>
            </a:lvl7pPr>
            <a:lvl8pPr>
              <a:defRPr sz="2250" b="0">
                <a:solidFill>
                  <a:srgbClr val="5A6E71"/>
                </a:solidFill>
              </a:defRPr>
            </a:lvl8pPr>
            <a:lvl9pPr>
              <a:defRPr sz="2250" b="0">
                <a:solidFill>
                  <a:srgbClr val="5A6E71"/>
                </a:solidFill>
              </a:defRPr>
            </a:lvl9pPr>
          </a:lstStyle>
          <a:p>
            <a:pPr>
              <a:defRPr sz="2250" b="0">
                <a:solidFill>
                  <a:srgbClr val="5A6E71"/>
                </a:solidFill>
              </a:defRPr>
            </a:pPr>
            <a:r>
              <a:rPr sz="2250" b="0">
                <a:solidFill>
                  <a:srgbClr val="5A6E71"/>
                </a:solidFill>
              </a:rPr>
              <a:t>Quelles caractéristiques les accompagnent ?</a:t>
            </a:r>
          </a:p>
        </p:txBody>
      </p:sp>
      <p:sp>
        <p:nvSpPr>
          <p:cNvPr id="7" name="Rectangle 6">
            <a:extLst>
              <a:ext uri="{FF2B5EF4-FFF2-40B4-BE49-F238E27FC236}">
                <a16:creationId xmlns:a16="http://schemas.microsoft.com/office/drawing/2014/main" id="{4FF1D4EB-2395-499D-AD71-80825953C41E}"/>
              </a:ext>
            </a:extLst>
          </p:cNvPr>
          <p:cNvSpPr>
            <a:spLocks noGrp="1"/>
          </p:cNvSpPr>
          <p:nvPr/>
        </p:nvSpPr>
        <p:spPr>
          <a:xfrm>
            <a:off x="714375" y="3429000"/>
            <a:ext cx="10572750" cy="571500"/>
          </a:xfrm>
          <a:prstGeom prst="rect">
            <a:avLst/>
          </a:prstGeom>
          <a:noFill/>
          <a:ln w="0">
            <a:noFill/>
          </a:ln>
        </p:spPr>
        <p:txBody>
          <a:bodyPr/>
          <a:lstStyle>
            <a:defPPr>
              <a:defRPr sz="3000" b="1">
                <a:solidFill>
                  <a:srgbClr val="008C85"/>
                </a:solidFill>
              </a:defRPr>
            </a:defPPr>
            <a:lvl1pPr>
              <a:defRPr sz="3000" b="1">
                <a:solidFill>
                  <a:srgbClr val="008C85"/>
                </a:solidFill>
              </a:defRPr>
            </a:lvl1pPr>
            <a:lvl2pPr>
              <a:defRPr sz="3000" b="1">
                <a:solidFill>
                  <a:srgbClr val="008C85"/>
                </a:solidFill>
              </a:defRPr>
            </a:lvl2pPr>
            <a:lvl3pPr>
              <a:defRPr sz="3000" b="1">
                <a:solidFill>
                  <a:srgbClr val="008C85"/>
                </a:solidFill>
              </a:defRPr>
            </a:lvl3pPr>
            <a:lvl4pPr>
              <a:defRPr sz="3000" b="1">
                <a:solidFill>
                  <a:srgbClr val="008C85"/>
                </a:solidFill>
              </a:defRPr>
            </a:lvl4pPr>
            <a:lvl5pPr>
              <a:defRPr sz="3000" b="1">
                <a:solidFill>
                  <a:srgbClr val="008C85"/>
                </a:solidFill>
              </a:defRPr>
            </a:lvl5pPr>
            <a:lvl6pPr>
              <a:defRPr sz="3000" b="1">
                <a:solidFill>
                  <a:srgbClr val="008C85"/>
                </a:solidFill>
              </a:defRPr>
            </a:lvl6pPr>
            <a:lvl7pPr>
              <a:defRPr sz="3000" b="1">
                <a:solidFill>
                  <a:srgbClr val="008C85"/>
                </a:solidFill>
              </a:defRPr>
            </a:lvl7pPr>
            <a:lvl8pPr>
              <a:defRPr sz="3000" b="1">
                <a:solidFill>
                  <a:srgbClr val="008C85"/>
                </a:solidFill>
              </a:defRPr>
            </a:lvl8pPr>
            <a:lvl9pPr>
              <a:defRPr sz="3000" b="1">
                <a:solidFill>
                  <a:srgbClr val="008C85"/>
                </a:solidFill>
              </a:defRPr>
            </a:lvl9pPr>
          </a:lstStyle>
          <a:p>
            <a:pPr>
              <a:defRPr sz="3000" b="1">
                <a:solidFill>
                  <a:srgbClr val="008C85"/>
                </a:solidFill>
              </a:defRPr>
            </a:pPr>
            <a:r>
              <a:rPr sz="3000" b="1">
                <a:solidFill>
                  <a:srgbClr val="008C85"/>
                </a:solidFill>
              </a:rPr>
              <a:t>Estimer le CO₂ d’une autre famille</a:t>
            </a:r>
          </a:p>
        </p:txBody>
      </p:sp>
      <p:sp>
        <p:nvSpPr>
          <p:cNvPr id="8" name="Rectangle 7">
            <a:extLst>
              <a:ext uri="{FF2B5EF4-FFF2-40B4-BE49-F238E27FC236}">
                <a16:creationId xmlns:a16="http://schemas.microsoft.com/office/drawing/2014/main" id="{CFCFC78B-D6B4-41ED-B74C-C60BBEC15381}"/>
              </a:ext>
            </a:extLst>
          </p:cNvPr>
          <p:cNvSpPr>
            <a:spLocks noGrp="1"/>
          </p:cNvSpPr>
          <p:nvPr/>
        </p:nvSpPr>
        <p:spPr>
          <a:xfrm>
            <a:off x="714375" y="4610100"/>
            <a:ext cx="10572750" cy="762000"/>
          </a:xfrm>
          <a:prstGeom prst="rect">
            <a:avLst/>
          </a:prstGeom>
          <a:noFill/>
          <a:ln w="0">
            <a:noFill/>
          </a:ln>
        </p:spPr>
        <p:txBody>
          <a:bodyPr/>
          <a:lstStyle>
            <a:defPPr>
              <a:defRPr sz="3000" b="1">
                <a:solidFill>
                  <a:srgbClr val="4179B7"/>
                </a:solidFill>
              </a:defRPr>
            </a:defPPr>
            <a:lvl1pPr>
              <a:defRPr sz="3000" b="1">
                <a:solidFill>
                  <a:srgbClr val="4179B7"/>
                </a:solidFill>
              </a:defRPr>
            </a:lvl1pPr>
            <a:lvl2pPr>
              <a:defRPr sz="3000" b="1">
                <a:solidFill>
                  <a:srgbClr val="4179B7"/>
                </a:solidFill>
              </a:defRPr>
            </a:lvl2pPr>
            <a:lvl3pPr>
              <a:defRPr sz="3000" b="1">
                <a:solidFill>
                  <a:srgbClr val="4179B7"/>
                </a:solidFill>
              </a:defRPr>
            </a:lvl3pPr>
            <a:lvl4pPr>
              <a:defRPr sz="3000" b="1">
                <a:solidFill>
                  <a:srgbClr val="4179B7"/>
                </a:solidFill>
              </a:defRPr>
            </a:lvl4pPr>
            <a:lvl5pPr>
              <a:defRPr sz="3000" b="1">
                <a:solidFill>
                  <a:srgbClr val="4179B7"/>
                </a:solidFill>
              </a:defRPr>
            </a:lvl5pPr>
            <a:lvl6pPr>
              <a:defRPr sz="3000" b="1">
                <a:solidFill>
                  <a:srgbClr val="4179B7"/>
                </a:solidFill>
              </a:defRPr>
            </a:lvl6pPr>
            <a:lvl7pPr>
              <a:defRPr sz="3000" b="1">
                <a:solidFill>
                  <a:srgbClr val="4179B7"/>
                </a:solidFill>
              </a:defRPr>
            </a:lvl7pPr>
            <a:lvl8pPr>
              <a:defRPr sz="3000" b="1">
                <a:solidFill>
                  <a:srgbClr val="4179B7"/>
                </a:solidFill>
              </a:defRPr>
            </a:lvl8pPr>
            <a:lvl9pPr>
              <a:defRPr sz="3000" b="1">
                <a:solidFill>
                  <a:srgbClr val="4179B7"/>
                </a:solidFill>
              </a:defRPr>
            </a:lvl9pPr>
          </a:lstStyle>
          <a:p>
            <a:pPr>
              <a:defRPr sz="3000" b="1">
                <a:solidFill>
                  <a:srgbClr val="4179B7"/>
                </a:solidFill>
              </a:defRPr>
            </a:pPr>
            <a:r>
              <a:rPr sz="3000" b="1">
                <a:solidFill>
                  <a:srgbClr val="4179B7"/>
                </a:solidFill>
              </a:rPr>
              <a:t>Quels profils techniques se ressemblent ?</a:t>
            </a:r>
          </a:p>
        </p:txBody>
      </p:sp>
      <p:sp>
        <p:nvSpPr>
          <p:cNvPr id="9" name="presenter-badge">
            <a:extLst>
              <a:ext uri="{FF2B5EF4-FFF2-40B4-BE49-F238E27FC236}">
                <a16:creationId xmlns:a16="http://schemas.microsoft.com/office/drawing/2014/main" id="{4DD87850-5261-4FFC-8A5E-94A41CCF9403}"/>
              </a:ext>
            </a:extLst>
          </p:cNvPr>
          <p:cNvSpPr>
            <a:spLocks noGrp="1"/>
          </p:cNvSpPr>
          <p:nvPr/>
        </p:nvSpPr>
        <p:spPr>
          <a:xfrm>
            <a:off x="9429750" y="6286500"/>
            <a:ext cx="1428750" cy="323850"/>
          </a:xfrm>
          <a:prstGeom prst="roundRect">
            <a:avLst>
              <a:gd name="adj" fmla="val 50000"/>
            </a:avLst>
          </a:prstGeom>
          <a:solidFill>
            <a:srgbClr val="00756F"/>
          </a:solidFill>
          <a:ln w="0">
            <a:noFill/>
          </a:ln>
        </p:spPr>
        <p:txBody>
          <a:bodyPr lIns="0" tIns="0" rIns="0" bIns="0" anchor="ctr"/>
          <a:lstStyle>
            <a:defPPr algn="ctr">
              <a:defRPr sz="1500" b="1">
                <a:solidFill>
                  <a:srgbClr val="FFFFFF"/>
                </a:solidFill>
              </a:defRPr>
            </a:defPPr>
            <a:lvl1pPr algn="ctr">
              <a:defRPr sz="1500" b="1">
                <a:solidFill>
                  <a:srgbClr val="FFFFFF"/>
                </a:solidFill>
              </a:defRPr>
            </a:lvl1pPr>
            <a:lvl2pPr algn="ctr">
              <a:defRPr sz="1500" b="1">
                <a:solidFill>
                  <a:srgbClr val="FFFFFF"/>
                </a:solidFill>
              </a:defRPr>
            </a:lvl2pPr>
            <a:lvl3pPr algn="ctr">
              <a:defRPr sz="1500" b="1">
                <a:solidFill>
                  <a:srgbClr val="FFFFFF"/>
                </a:solidFill>
              </a:defRPr>
            </a:lvl3pPr>
            <a:lvl4pPr algn="ctr">
              <a:defRPr sz="1500" b="1">
                <a:solidFill>
                  <a:srgbClr val="FFFFFF"/>
                </a:solidFill>
              </a:defRPr>
            </a:lvl4pPr>
            <a:lvl5pPr algn="ctr">
              <a:defRPr sz="1500" b="1">
                <a:solidFill>
                  <a:srgbClr val="FFFFFF"/>
                </a:solidFill>
              </a:defRPr>
            </a:lvl5pPr>
            <a:lvl6pPr algn="ctr">
              <a:defRPr sz="1500" b="1">
                <a:solidFill>
                  <a:srgbClr val="FFFFFF"/>
                </a:solidFill>
              </a:defRPr>
            </a:lvl6pPr>
            <a:lvl7pPr algn="ctr">
              <a:defRPr sz="1500" b="1">
                <a:solidFill>
                  <a:srgbClr val="FFFFFF"/>
                </a:solidFill>
              </a:defRPr>
            </a:lvl7pPr>
            <a:lvl8pPr algn="ctr">
              <a:defRPr sz="1500" b="1">
                <a:solidFill>
                  <a:srgbClr val="FFFFFF"/>
                </a:solidFill>
              </a:defRPr>
            </a:lvl8pPr>
            <a:lvl9pPr algn="ctr">
              <a:defRPr sz="1500" b="1">
                <a:solidFill>
                  <a:srgbClr val="FFFFFF"/>
                </a:solidFill>
              </a:defRPr>
            </a:lvl9pPr>
          </a:lstStyle>
          <a:p>
            <a:pPr algn="ctr">
              <a:defRPr sz="1500" b="1">
                <a:solidFill>
                  <a:srgbClr val="FFFFFF"/>
                </a:solidFill>
              </a:defRPr>
            </a:pPr>
            <a:r>
              <a:rPr sz="1500" b="1">
                <a:solidFill>
                  <a:srgbClr val="FFFFFF"/>
                </a:solidFill>
              </a:rPr>
              <a:t>Clément</a:t>
            </a:r>
          </a:p>
        </p:txBody>
      </p:sp>
    </p:spTree>
    <p:extLst>
      <p:ext uri="{BB962C8B-B14F-4D97-AF65-F5344CB8AC3E}">
        <p14:creationId xmlns:p14="http://schemas.microsoft.com/office/powerpoint/2010/main" val="19325539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AFCFB"/>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745BFAA-2033-43A6-B976-0E49217F17B9}"/>
              </a:ext>
            </a:extLst>
          </p:cNvPr>
          <p:cNvSpPr>
            <a:spLocks noGrp="1"/>
          </p:cNvSpPr>
          <p:nvPr/>
        </p:nvSpPr>
        <p:spPr>
          <a:xfrm>
            <a:off x="619125" y="457200"/>
            <a:ext cx="10953750" cy="857250"/>
          </a:xfrm>
          <a:prstGeom prst="rect">
            <a:avLst/>
          </a:prstGeom>
          <a:noFill/>
          <a:ln w="0">
            <a:noFill/>
          </a:ln>
        </p:spPr>
        <p:txBody>
          <a:bodyPr/>
          <a:lstStyle>
            <a:defPPr>
              <a:defRPr sz="3225" b="1">
                <a:solidFill>
                  <a:srgbClr val="17363A"/>
                </a:solidFill>
              </a:defRPr>
            </a:defPPr>
            <a:lvl1pPr>
              <a:defRPr sz="3225" b="1">
                <a:solidFill>
                  <a:srgbClr val="17363A"/>
                </a:solidFill>
              </a:defRPr>
            </a:lvl1pPr>
            <a:lvl2pPr>
              <a:defRPr sz="3225" b="1">
                <a:solidFill>
                  <a:srgbClr val="17363A"/>
                </a:solidFill>
              </a:defRPr>
            </a:lvl2pPr>
            <a:lvl3pPr>
              <a:defRPr sz="3225" b="1">
                <a:solidFill>
                  <a:srgbClr val="17363A"/>
                </a:solidFill>
              </a:defRPr>
            </a:lvl3pPr>
            <a:lvl4pPr>
              <a:defRPr sz="3225" b="1">
                <a:solidFill>
                  <a:srgbClr val="17363A"/>
                </a:solidFill>
              </a:defRPr>
            </a:lvl4pPr>
            <a:lvl5pPr>
              <a:defRPr sz="3225" b="1">
                <a:solidFill>
                  <a:srgbClr val="17363A"/>
                </a:solidFill>
              </a:defRPr>
            </a:lvl5pPr>
            <a:lvl6pPr>
              <a:defRPr sz="3225" b="1">
                <a:solidFill>
                  <a:srgbClr val="17363A"/>
                </a:solidFill>
              </a:defRPr>
            </a:lvl6pPr>
            <a:lvl7pPr>
              <a:defRPr sz="3225" b="1">
                <a:solidFill>
                  <a:srgbClr val="17363A"/>
                </a:solidFill>
              </a:defRPr>
            </a:lvl7pPr>
            <a:lvl8pPr>
              <a:defRPr sz="3225" b="1">
                <a:solidFill>
                  <a:srgbClr val="17363A"/>
                </a:solidFill>
              </a:defRPr>
            </a:lvl8pPr>
            <a:lvl9pPr>
              <a:defRPr sz="3225" b="1">
                <a:solidFill>
                  <a:srgbClr val="17363A"/>
                </a:solidFill>
              </a:defRPr>
            </a:lvl9pPr>
          </a:lstStyle>
          <a:p>
            <a:pPr>
              <a:defRPr sz="3225" b="1">
                <a:solidFill>
                  <a:srgbClr val="17363A"/>
                </a:solidFill>
              </a:defRPr>
            </a:pPr>
            <a:r>
              <a:rPr sz="3225" b="1">
                <a:solidFill>
                  <a:srgbClr val="17363A"/>
                </a:solidFill>
              </a:rPr>
              <a:t>Prédire le CO₂ de familles différentes</a:t>
            </a:r>
          </a:p>
        </p:txBody>
      </p:sp>
      <p:sp>
        <p:nvSpPr>
          <p:cNvPr id="3" name="Rectangle 2">
            <a:extLst>
              <a:ext uri="{FF2B5EF4-FFF2-40B4-BE49-F238E27FC236}">
                <a16:creationId xmlns:a16="http://schemas.microsoft.com/office/drawing/2014/main" id="{FBD94574-7452-4545-AAFA-42E0112860A1}"/>
              </a:ext>
            </a:extLst>
          </p:cNvPr>
          <p:cNvSpPr>
            <a:spLocks noGrp="1"/>
          </p:cNvSpPr>
          <p:nvPr/>
        </p:nvSpPr>
        <p:spPr>
          <a:xfrm>
            <a:off x="628650" y="6362700"/>
            <a:ext cx="8096250" cy="228600"/>
          </a:xfrm>
          <a:prstGeom prst="rect">
            <a:avLst/>
          </a:prstGeom>
          <a:noFill/>
          <a:ln w="0">
            <a:noFill/>
          </a:ln>
        </p:spPr>
        <p:txBody>
          <a:bodyPr/>
          <a:lstStyle>
            <a:defPPr>
              <a:defRPr sz="1275" b="0">
                <a:solidFill>
                  <a:srgbClr val="5A6E71"/>
                </a:solidFill>
              </a:defRPr>
            </a:defPPr>
            <a:lvl1pPr>
              <a:defRPr sz="1275" b="0">
                <a:solidFill>
                  <a:srgbClr val="5A6E71"/>
                </a:solidFill>
              </a:defRPr>
            </a:lvl1pPr>
            <a:lvl2pPr>
              <a:defRPr sz="1275" b="0">
                <a:solidFill>
                  <a:srgbClr val="5A6E71"/>
                </a:solidFill>
              </a:defRPr>
            </a:lvl2pPr>
            <a:lvl3pPr>
              <a:defRPr sz="1275" b="0">
                <a:solidFill>
                  <a:srgbClr val="5A6E71"/>
                </a:solidFill>
              </a:defRPr>
            </a:lvl3pPr>
            <a:lvl4pPr>
              <a:defRPr sz="1275" b="0">
                <a:solidFill>
                  <a:srgbClr val="5A6E71"/>
                </a:solidFill>
              </a:defRPr>
            </a:lvl4pPr>
            <a:lvl5pPr>
              <a:defRPr sz="1275" b="0">
                <a:solidFill>
                  <a:srgbClr val="5A6E71"/>
                </a:solidFill>
              </a:defRPr>
            </a:lvl5pPr>
            <a:lvl6pPr>
              <a:defRPr sz="1275" b="0">
                <a:solidFill>
                  <a:srgbClr val="5A6E71"/>
                </a:solidFill>
              </a:defRPr>
            </a:lvl6pPr>
            <a:lvl7pPr>
              <a:defRPr sz="1275" b="0">
                <a:solidFill>
                  <a:srgbClr val="5A6E71"/>
                </a:solidFill>
              </a:defRPr>
            </a:lvl7pPr>
            <a:lvl8pPr>
              <a:defRPr sz="1275" b="0">
                <a:solidFill>
                  <a:srgbClr val="5A6E71"/>
                </a:solidFill>
              </a:defRPr>
            </a:lvl8pPr>
            <a:lvl9pPr>
              <a:defRPr sz="1275" b="0">
                <a:solidFill>
                  <a:srgbClr val="5A6E71"/>
                </a:solidFill>
              </a:defRPr>
            </a:lvl9pPr>
          </a:lstStyle>
          <a:p>
            <a:pPr>
              <a:defRPr sz="1275" b="0">
                <a:solidFill>
                  <a:srgbClr val="5A6E71"/>
                </a:solidFill>
              </a:defRPr>
            </a:pPr>
            <a:r>
              <a:rPr sz="1275" b="0">
                <a:solidFill>
                  <a:srgbClr val="5A6E71"/>
                </a:solidFill>
              </a:rPr>
              <a:t>02   SUPERVISÉ   /   5 MIN</a:t>
            </a:r>
          </a:p>
        </p:txBody>
      </p:sp>
      <p:sp>
        <p:nvSpPr>
          <p:cNvPr id="4" name="Rectangle 3">
            <a:extLst>
              <a:ext uri="{FF2B5EF4-FFF2-40B4-BE49-F238E27FC236}">
                <a16:creationId xmlns:a16="http://schemas.microsoft.com/office/drawing/2014/main" id="{1ACD668C-C02A-4D75-A554-48D70099FCF6}"/>
              </a:ext>
            </a:extLst>
          </p:cNvPr>
          <p:cNvSpPr>
            <a:spLocks noGrp="1"/>
          </p:cNvSpPr>
          <p:nvPr/>
        </p:nvSpPr>
        <p:spPr>
          <a:xfrm>
            <a:off x="11029950" y="6362700"/>
            <a:ext cx="571500" cy="228600"/>
          </a:xfrm>
          <a:prstGeom prst="rect">
            <a:avLst/>
          </a:prstGeom>
          <a:noFill/>
          <a:ln w="0">
            <a:noFill/>
          </a:ln>
        </p:spPr>
        <p:txBody>
          <a:bodyPr/>
          <a:lstStyle>
            <a:defPPr>
              <a:defRPr sz="1275" b="0">
                <a:solidFill>
                  <a:srgbClr val="5A6E71"/>
                </a:solidFill>
              </a:defRPr>
            </a:defPPr>
            <a:lvl1pPr>
              <a:defRPr sz="1275" b="0">
                <a:solidFill>
                  <a:srgbClr val="5A6E71"/>
                </a:solidFill>
              </a:defRPr>
            </a:lvl1pPr>
            <a:lvl2pPr>
              <a:defRPr sz="1275" b="0">
                <a:solidFill>
                  <a:srgbClr val="5A6E71"/>
                </a:solidFill>
              </a:defRPr>
            </a:lvl2pPr>
            <a:lvl3pPr>
              <a:defRPr sz="1275" b="0">
                <a:solidFill>
                  <a:srgbClr val="5A6E71"/>
                </a:solidFill>
              </a:defRPr>
            </a:lvl3pPr>
            <a:lvl4pPr>
              <a:defRPr sz="1275" b="0">
                <a:solidFill>
                  <a:srgbClr val="5A6E71"/>
                </a:solidFill>
              </a:defRPr>
            </a:lvl4pPr>
            <a:lvl5pPr>
              <a:defRPr sz="1275" b="0">
                <a:solidFill>
                  <a:srgbClr val="5A6E71"/>
                </a:solidFill>
              </a:defRPr>
            </a:lvl5pPr>
            <a:lvl6pPr>
              <a:defRPr sz="1275" b="0">
                <a:solidFill>
                  <a:srgbClr val="5A6E71"/>
                </a:solidFill>
              </a:defRPr>
            </a:lvl6pPr>
            <a:lvl7pPr>
              <a:defRPr sz="1275" b="0">
                <a:solidFill>
                  <a:srgbClr val="5A6E71"/>
                </a:solidFill>
              </a:defRPr>
            </a:lvl7pPr>
            <a:lvl8pPr>
              <a:defRPr sz="1275" b="0">
                <a:solidFill>
                  <a:srgbClr val="5A6E71"/>
                </a:solidFill>
              </a:defRPr>
            </a:lvl8pPr>
            <a:lvl9pPr>
              <a:defRPr sz="1275" b="0">
                <a:solidFill>
                  <a:srgbClr val="5A6E71"/>
                </a:solidFill>
              </a:defRPr>
            </a:lvl9pPr>
          </a:lstStyle>
          <a:p>
            <a:pPr>
              <a:defRPr sz="1275" b="0">
                <a:solidFill>
                  <a:srgbClr val="5A6E71"/>
                </a:solidFill>
              </a:defRPr>
            </a:pPr>
            <a:r>
              <a:rPr sz="1275" b="0">
                <a:solidFill>
                  <a:srgbClr val="5A6E71"/>
                </a:solidFill>
              </a:rPr>
              <a:t>05</a:t>
            </a:r>
          </a:p>
        </p:txBody>
      </p:sp>
      <p:sp>
        <p:nvSpPr>
          <p:cNvPr id="5" name="Rectangle 4">
            <a:extLst>
              <a:ext uri="{FF2B5EF4-FFF2-40B4-BE49-F238E27FC236}">
                <a16:creationId xmlns:a16="http://schemas.microsoft.com/office/drawing/2014/main" id="{1CCD62E6-7EE5-4C44-B382-37A8E66E039C}"/>
              </a:ext>
            </a:extLst>
          </p:cNvPr>
          <p:cNvSpPr>
            <a:spLocks noGrp="1"/>
          </p:cNvSpPr>
          <p:nvPr/>
        </p:nvSpPr>
        <p:spPr>
          <a:xfrm>
            <a:off x="723900" y="1762125"/>
            <a:ext cx="952500" cy="666750"/>
          </a:xfrm>
          <a:prstGeom prst="rect">
            <a:avLst/>
          </a:prstGeom>
          <a:noFill/>
          <a:ln w="0">
            <a:noFill/>
          </a:ln>
        </p:spPr>
        <p:txBody>
          <a:bodyPr/>
          <a:lstStyle>
            <a:defPPr>
              <a:defRPr sz="4125" b="1">
                <a:solidFill>
                  <a:srgbClr val="008C85"/>
                </a:solidFill>
              </a:defRPr>
            </a:defPPr>
            <a:lvl1pPr>
              <a:defRPr sz="4125" b="1">
                <a:solidFill>
                  <a:srgbClr val="008C85"/>
                </a:solidFill>
              </a:defRPr>
            </a:lvl1pPr>
            <a:lvl2pPr>
              <a:defRPr sz="4125" b="1">
                <a:solidFill>
                  <a:srgbClr val="008C85"/>
                </a:solidFill>
              </a:defRPr>
            </a:lvl2pPr>
            <a:lvl3pPr>
              <a:defRPr sz="4125" b="1">
                <a:solidFill>
                  <a:srgbClr val="008C85"/>
                </a:solidFill>
              </a:defRPr>
            </a:lvl3pPr>
            <a:lvl4pPr>
              <a:defRPr sz="4125" b="1">
                <a:solidFill>
                  <a:srgbClr val="008C85"/>
                </a:solidFill>
              </a:defRPr>
            </a:lvl4pPr>
            <a:lvl5pPr>
              <a:defRPr sz="4125" b="1">
                <a:solidFill>
                  <a:srgbClr val="008C85"/>
                </a:solidFill>
              </a:defRPr>
            </a:lvl5pPr>
            <a:lvl6pPr>
              <a:defRPr sz="4125" b="1">
                <a:solidFill>
                  <a:srgbClr val="008C85"/>
                </a:solidFill>
              </a:defRPr>
            </a:lvl6pPr>
            <a:lvl7pPr>
              <a:defRPr sz="4125" b="1">
                <a:solidFill>
                  <a:srgbClr val="008C85"/>
                </a:solidFill>
              </a:defRPr>
            </a:lvl7pPr>
            <a:lvl8pPr>
              <a:defRPr sz="4125" b="1">
                <a:solidFill>
                  <a:srgbClr val="008C85"/>
                </a:solidFill>
              </a:defRPr>
            </a:lvl8pPr>
            <a:lvl9pPr>
              <a:defRPr sz="4125" b="1">
                <a:solidFill>
                  <a:srgbClr val="008C85"/>
                </a:solidFill>
              </a:defRPr>
            </a:lvl9pPr>
          </a:lstStyle>
          <a:p>
            <a:pPr>
              <a:defRPr sz="4125" b="1">
                <a:solidFill>
                  <a:srgbClr val="008C85"/>
                </a:solidFill>
              </a:defRPr>
            </a:pPr>
            <a:r>
              <a:rPr sz="4125" b="1">
                <a:solidFill>
                  <a:srgbClr val="008C85"/>
                </a:solidFill>
              </a:rPr>
              <a:t>X</a:t>
            </a:r>
          </a:p>
        </p:txBody>
      </p:sp>
      <p:sp>
        <p:nvSpPr>
          <p:cNvPr id="6" name="Rectangle 5">
            <a:extLst>
              <a:ext uri="{FF2B5EF4-FFF2-40B4-BE49-F238E27FC236}">
                <a16:creationId xmlns:a16="http://schemas.microsoft.com/office/drawing/2014/main" id="{F0CB9E8F-3C42-446E-A745-663F15056A9B}"/>
              </a:ext>
            </a:extLst>
          </p:cNvPr>
          <p:cNvSpPr>
            <a:spLocks noGrp="1"/>
          </p:cNvSpPr>
          <p:nvPr/>
        </p:nvSpPr>
        <p:spPr>
          <a:xfrm>
            <a:off x="1714500" y="1838325"/>
            <a:ext cx="6953250" cy="1095375"/>
          </a:xfrm>
          <a:prstGeom prst="rect">
            <a:avLst/>
          </a:prstGeom>
          <a:noFill/>
          <a:ln w="0">
            <a:noFill/>
          </a:ln>
        </p:spPr>
        <p:txBody>
          <a:bodyPr/>
          <a:lstStyle>
            <a:defPPr>
              <a:defRPr sz="2550" b="0">
                <a:solidFill>
                  <a:srgbClr val="17363A"/>
                </a:solidFill>
              </a:defRPr>
            </a:defPPr>
            <a:lvl1pPr>
              <a:defRPr sz="2550" b="0">
                <a:solidFill>
                  <a:srgbClr val="17363A"/>
                </a:solidFill>
              </a:defRPr>
            </a:lvl1pPr>
            <a:lvl2pPr>
              <a:defRPr sz="2550" b="0">
                <a:solidFill>
                  <a:srgbClr val="17363A"/>
                </a:solidFill>
              </a:defRPr>
            </a:lvl2pPr>
            <a:lvl3pPr>
              <a:defRPr sz="2550" b="0">
                <a:solidFill>
                  <a:srgbClr val="17363A"/>
                </a:solidFill>
              </a:defRPr>
            </a:lvl3pPr>
            <a:lvl4pPr>
              <a:defRPr sz="2550" b="0">
                <a:solidFill>
                  <a:srgbClr val="17363A"/>
                </a:solidFill>
              </a:defRPr>
            </a:lvl4pPr>
            <a:lvl5pPr>
              <a:defRPr sz="2550" b="0">
                <a:solidFill>
                  <a:srgbClr val="17363A"/>
                </a:solidFill>
              </a:defRPr>
            </a:lvl5pPr>
            <a:lvl6pPr>
              <a:defRPr sz="2550" b="0">
                <a:solidFill>
                  <a:srgbClr val="17363A"/>
                </a:solidFill>
              </a:defRPr>
            </a:lvl6pPr>
            <a:lvl7pPr>
              <a:defRPr sz="2550" b="0">
                <a:solidFill>
                  <a:srgbClr val="17363A"/>
                </a:solidFill>
              </a:defRPr>
            </a:lvl7pPr>
            <a:lvl8pPr>
              <a:defRPr sz="2550" b="0">
                <a:solidFill>
                  <a:srgbClr val="17363A"/>
                </a:solidFill>
              </a:defRPr>
            </a:lvl8pPr>
            <a:lvl9pPr>
              <a:defRPr sz="2550" b="0">
                <a:solidFill>
                  <a:srgbClr val="17363A"/>
                </a:solidFill>
              </a:defRPr>
            </a:lvl9pPr>
          </a:lstStyle>
          <a:p>
            <a:pPr>
              <a:defRPr sz="2550" b="0">
                <a:solidFill>
                  <a:srgbClr val="17363A"/>
                </a:solidFill>
              </a:defRPr>
            </a:pPr>
            <a:r>
              <a:rPr sz="2550" b="0">
                <a:solidFill>
                  <a:srgbClr val="17363A"/>
                </a:solidFill>
              </a:rPr>
              <a:t>Puissance, masse</a:t>
            </a:r>
          </a:p>
          <a:p>
            <a:pPr>
              <a:defRPr sz="2550" b="0">
                <a:solidFill>
                  <a:srgbClr val="17363A"/>
                </a:solidFill>
              </a:defRPr>
            </a:pPr>
            <a:r>
              <a:rPr sz="2550" b="0">
                <a:solidFill>
                  <a:srgbClr val="17363A"/>
                </a:solidFill>
              </a:rPr>
              <a:t>Énergie, hybride, boîte</a:t>
            </a:r>
          </a:p>
        </p:txBody>
      </p:sp>
      <p:sp>
        <p:nvSpPr>
          <p:cNvPr id="7" name="Rectangle 6">
            <a:extLst>
              <a:ext uri="{FF2B5EF4-FFF2-40B4-BE49-F238E27FC236}">
                <a16:creationId xmlns:a16="http://schemas.microsoft.com/office/drawing/2014/main" id="{B399D5D6-B180-40F8-BA22-01766556865A}"/>
              </a:ext>
            </a:extLst>
          </p:cNvPr>
          <p:cNvSpPr>
            <a:spLocks noGrp="1"/>
          </p:cNvSpPr>
          <p:nvPr/>
        </p:nvSpPr>
        <p:spPr>
          <a:xfrm>
            <a:off x="723900" y="3181350"/>
            <a:ext cx="952500" cy="666750"/>
          </a:xfrm>
          <a:prstGeom prst="rect">
            <a:avLst/>
          </a:prstGeom>
          <a:noFill/>
          <a:ln w="0">
            <a:noFill/>
          </a:ln>
        </p:spPr>
        <p:txBody>
          <a:bodyPr/>
          <a:lstStyle>
            <a:defPPr>
              <a:defRPr sz="4125" b="1">
                <a:solidFill>
                  <a:srgbClr val="DE8736"/>
                </a:solidFill>
              </a:defRPr>
            </a:defPPr>
            <a:lvl1pPr>
              <a:defRPr sz="4125" b="1">
                <a:solidFill>
                  <a:srgbClr val="DE8736"/>
                </a:solidFill>
              </a:defRPr>
            </a:lvl1pPr>
            <a:lvl2pPr>
              <a:defRPr sz="4125" b="1">
                <a:solidFill>
                  <a:srgbClr val="DE8736"/>
                </a:solidFill>
              </a:defRPr>
            </a:lvl2pPr>
            <a:lvl3pPr>
              <a:defRPr sz="4125" b="1">
                <a:solidFill>
                  <a:srgbClr val="DE8736"/>
                </a:solidFill>
              </a:defRPr>
            </a:lvl3pPr>
            <a:lvl4pPr>
              <a:defRPr sz="4125" b="1">
                <a:solidFill>
                  <a:srgbClr val="DE8736"/>
                </a:solidFill>
              </a:defRPr>
            </a:lvl4pPr>
            <a:lvl5pPr>
              <a:defRPr sz="4125" b="1">
                <a:solidFill>
                  <a:srgbClr val="DE8736"/>
                </a:solidFill>
              </a:defRPr>
            </a:lvl5pPr>
            <a:lvl6pPr>
              <a:defRPr sz="4125" b="1">
                <a:solidFill>
                  <a:srgbClr val="DE8736"/>
                </a:solidFill>
              </a:defRPr>
            </a:lvl6pPr>
            <a:lvl7pPr>
              <a:defRPr sz="4125" b="1">
                <a:solidFill>
                  <a:srgbClr val="DE8736"/>
                </a:solidFill>
              </a:defRPr>
            </a:lvl7pPr>
            <a:lvl8pPr>
              <a:defRPr sz="4125" b="1">
                <a:solidFill>
                  <a:srgbClr val="DE8736"/>
                </a:solidFill>
              </a:defRPr>
            </a:lvl8pPr>
            <a:lvl9pPr>
              <a:defRPr sz="4125" b="1">
                <a:solidFill>
                  <a:srgbClr val="DE8736"/>
                </a:solidFill>
              </a:defRPr>
            </a:lvl9pPr>
          </a:lstStyle>
          <a:p>
            <a:pPr>
              <a:defRPr sz="4125" b="1">
                <a:solidFill>
                  <a:srgbClr val="DE8736"/>
                </a:solidFill>
              </a:defRPr>
            </a:pPr>
            <a:r>
              <a:rPr sz="4125" b="1">
                <a:solidFill>
                  <a:srgbClr val="DE8736"/>
                </a:solidFill>
              </a:rPr>
              <a:t>y</a:t>
            </a:r>
          </a:p>
        </p:txBody>
      </p:sp>
      <p:sp>
        <p:nvSpPr>
          <p:cNvPr id="8" name="Rectangle 7">
            <a:extLst>
              <a:ext uri="{FF2B5EF4-FFF2-40B4-BE49-F238E27FC236}">
                <a16:creationId xmlns:a16="http://schemas.microsoft.com/office/drawing/2014/main" id="{758AEBD2-D076-4150-8E79-BF05FD9FD275}"/>
              </a:ext>
            </a:extLst>
          </p:cNvPr>
          <p:cNvSpPr>
            <a:spLocks noGrp="1"/>
          </p:cNvSpPr>
          <p:nvPr/>
        </p:nvSpPr>
        <p:spPr>
          <a:xfrm>
            <a:off x="1714500" y="3267075"/>
            <a:ext cx="8572500" cy="666750"/>
          </a:xfrm>
          <a:prstGeom prst="rect">
            <a:avLst/>
          </a:prstGeom>
          <a:noFill/>
          <a:ln w="0">
            <a:noFill/>
          </a:ln>
        </p:spPr>
        <p:txBody>
          <a:bodyPr/>
          <a:lstStyle>
            <a:defPPr>
              <a:defRPr sz="2850" b="0">
                <a:solidFill>
                  <a:srgbClr val="17363A"/>
                </a:solidFill>
              </a:defRPr>
            </a:defPPr>
            <a:lvl1pPr>
              <a:defRPr sz="2850" b="0">
                <a:solidFill>
                  <a:srgbClr val="17363A"/>
                </a:solidFill>
              </a:defRPr>
            </a:lvl1pPr>
            <a:lvl2pPr>
              <a:defRPr sz="2850" b="0">
                <a:solidFill>
                  <a:srgbClr val="17363A"/>
                </a:solidFill>
              </a:defRPr>
            </a:lvl2pPr>
            <a:lvl3pPr>
              <a:defRPr sz="2850" b="0">
                <a:solidFill>
                  <a:srgbClr val="17363A"/>
                </a:solidFill>
              </a:defRPr>
            </a:lvl3pPr>
            <a:lvl4pPr>
              <a:defRPr sz="2850" b="0">
                <a:solidFill>
                  <a:srgbClr val="17363A"/>
                </a:solidFill>
              </a:defRPr>
            </a:lvl4pPr>
            <a:lvl5pPr>
              <a:defRPr sz="2850" b="0">
                <a:solidFill>
                  <a:srgbClr val="17363A"/>
                </a:solidFill>
              </a:defRPr>
            </a:lvl5pPr>
            <a:lvl6pPr>
              <a:defRPr sz="2850" b="0">
                <a:solidFill>
                  <a:srgbClr val="17363A"/>
                </a:solidFill>
              </a:defRPr>
            </a:lvl6pPr>
            <a:lvl7pPr>
              <a:defRPr sz="2850" b="0">
                <a:solidFill>
                  <a:srgbClr val="17363A"/>
                </a:solidFill>
              </a:defRPr>
            </a:lvl7pPr>
            <a:lvl8pPr>
              <a:defRPr sz="2850" b="0">
                <a:solidFill>
                  <a:srgbClr val="17363A"/>
                </a:solidFill>
              </a:defRPr>
            </a:lvl8pPr>
            <a:lvl9pPr>
              <a:defRPr sz="2850" b="0">
                <a:solidFill>
                  <a:srgbClr val="17363A"/>
                </a:solidFill>
              </a:defRPr>
            </a:lvl9pPr>
          </a:lstStyle>
          <a:p>
            <a:pPr>
              <a:defRPr sz="2850" b="0">
                <a:solidFill>
                  <a:srgbClr val="17363A"/>
                </a:solidFill>
              </a:defRPr>
            </a:pPr>
            <a:r>
              <a:rPr sz="2850" b="0">
                <a:solidFill>
                  <a:srgbClr val="17363A"/>
                </a:solidFill>
              </a:rPr>
              <a:t>CO₂ déclaré (g/km)</a:t>
            </a:r>
          </a:p>
        </p:txBody>
      </p:sp>
      <p:sp>
        <p:nvSpPr>
          <p:cNvPr id="9" name="Rectangle 8">
            <a:extLst>
              <a:ext uri="{FF2B5EF4-FFF2-40B4-BE49-F238E27FC236}">
                <a16:creationId xmlns:a16="http://schemas.microsoft.com/office/drawing/2014/main" id="{3EE64210-F295-4ED3-80A2-5C6766D10B4C}"/>
              </a:ext>
            </a:extLst>
          </p:cNvPr>
          <p:cNvSpPr>
            <a:spLocks noGrp="1"/>
          </p:cNvSpPr>
          <p:nvPr/>
        </p:nvSpPr>
        <p:spPr>
          <a:xfrm>
            <a:off x="723900" y="4438650"/>
            <a:ext cx="5238750" cy="381000"/>
          </a:xfrm>
          <a:prstGeom prst="rect">
            <a:avLst/>
          </a:prstGeom>
          <a:noFill/>
          <a:ln w="0">
            <a:noFill/>
          </a:ln>
        </p:spPr>
        <p:txBody>
          <a:bodyPr/>
          <a:lstStyle>
            <a:defPPr>
              <a:defRPr sz="1950" b="1">
                <a:solidFill>
                  <a:srgbClr val="008C85"/>
                </a:solidFill>
              </a:defRPr>
            </a:defPPr>
            <a:lvl1pPr>
              <a:defRPr sz="1950" b="1">
                <a:solidFill>
                  <a:srgbClr val="008C85"/>
                </a:solidFill>
              </a:defRPr>
            </a:lvl1pPr>
            <a:lvl2pPr>
              <a:defRPr sz="1950" b="1">
                <a:solidFill>
                  <a:srgbClr val="008C85"/>
                </a:solidFill>
              </a:defRPr>
            </a:lvl2pPr>
            <a:lvl3pPr>
              <a:defRPr sz="1950" b="1">
                <a:solidFill>
                  <a:srgbClr val="008C85"/>
                </a:solidFill>
              </a:defRPr>
            </a:lvl3pPr>
            <a:lvl4pPr>
              <a:defRPr sz="1950" b="1">
                <a:solidFill>
                  <a:srgbClr val="008C85"/>
                </a:solidFill>
              </a:defRPr>
            </a:lvl4pPr>
            <a:lvl5pPr>
              <a:defRPr sz="1950" b="1">
                <a:solidFill>
                  <a:srgbClr val="008C85"/>
                </a:solidFill>
              </a:defRPr>
            </a:lvl5pPr>
            <a:lvl6pPr>
              <a:defRPr sz="1950" b="1">
                <a:solidFill>
                  <a:srgbClr val="008C85"/>
                </a:solidFill>
              </a:defRPr>
            </a:lvl6pPr>
            <a:lvl7pPr>
              <a:defRPr sz="1950" b="1">
                <a:solidFill>
                  <a:srgbClr val="008C85"/>
                </a:solidFill>
              </a:defRPr>
            </a:lvl7pPr>
            <a:lvl8pPr>
              <a:defRPr sz="1950" b="1">
                <a:solidFill>
                  <a:srgbClr val="008C85"/>
                </a:solidFill>
              </a:defRPr>
            </a:lvl8pPr>
            <a:lvl9pPr>
              <a:defRPr sz="1950" b="1">
                <a:solidFill>
                  <a:srgbClr val="008C85"/>
                </a:solidFill>
              </a:defRPr>
            </a:lvl9pPr>
          </a:lstStyle>
          <a:p>
            <a:pPr>
              <a:defRPr sz="1950" b="1">
                <a:solidFill>
                  <a:srgbClr val="008C85"/>
                </a:solidFill>
              </a:defRPr>
            </a:pPr>
            <a:r>
              <a:rPr sz="1950" b="1">
                <a:solidFill>
                  <a:srgbClr val="008C85"/>
                </a:solidFill>
              </a:rPr>
              <a:t>ENTRAÎNEMENT</a:t>
            </a:r>
          </a:p>
        </p:txBody>
      </p:sp>
      <p:sp>
        <p:nvSpPr>
          <p:cNvPr id="10" name="Rectangle 9">
            <a:extLst>
              <a:ext uri="{FF2B5EF4-FFF2-40B4-BE49-F238E27FC236}">
                <a16:creationId xmlns:a16="http://schemas.microsoft.com/office/drawing/2014/main" id="{E0A14260-CE31-4041-B466-7DAF1EF7942B}"/>
              </a:ext>
            </a:extLst>
          </p:cNvPr>
          <p:cNvSpPr>
            <a:spLocks noGrp="1"/>
          </p:cNvSpPr>
          <p:nvPr/>
        </p:nvSpPr>
        <p:spPr>
          <a:xfrm>
            <a:off x="723900" y="4895850"/>
            <a:ext cx="5334000" cy="476250"/>
          </a:xfrm>
          <a:prstGeom prst="rect">
            <a:avLst/>
          </a:prstGeom>
          <a:noFill/>
          <a:ln w="0">
            <a:noFill/>
          </a:ln>
        </p:spPr>
        <p:txBody>
          <a:bodyPr/>
          <a:lstStyle>
            <a:defPPr>
              <a:defRPr sz="2100" b="0">
                <a:solidFill>
                  <a:srgbClr val="17363A"/>
                </a:solidFill>
              </a:defRPr>
            </a:defPPr>
            <a:lvl1pPr>
              <a:defRPr sz="2100" b="0">
                <a:solidFill>
                  <a:srgbClr val="17363A"/>
                </a:solidFill>
              </a:defRPr>
            </a:lvl1pPr>
            <a:lvl2pPr>
              <a:defRPr sz="2100" b="0">
                <a:solidFill>
                  <a:srgbClr val="17363A"/>
                </a:solidFill>
              </a:defRPr>
            </a:lvl2pPr>
            <a:lvl3pPr>
              <a:defRPr sz="2100" b="0">
                <a:solidFill>
                  <a:srgbClr val="17363A"/>
                </a:solidFill>
              </a:defRPr>
            </a:lvl3pPr>
            <a:lvl4pPr>
              <a:defRPr sz="2100" b="0">
                <a:solidFill>
                  <a:srgbClr val="17363A"/>
                </a:solidFill>
              </a:defRPr>
            </a:lvl4pPr>
            <a:lvl5pPr>
              <a:defRPr sz="2100" b="0">
                <a:solidFill>
                  <a:srgbClr val="17363A"/>
                </a:solidFill>
              </a:defRPr>
            </a:lvl5pPr>
            <a:lvl6pPr>
              <a:defRPr sz="2100" b="0">
                <a:solidFill>
                  <a:srgbClr val="17363A"/>
                </a:solidFill>
              </a:defRPr>
            </a:lvl6pPr>
            <a:lvl7pPr>
              <a:defRPr sz="2100" b="0">
                <a:solidFill>
                  <a:srgbClr val="17363A"/>
                </a:solidFill>
              </a:defRPr>
            </a:lvl7pPr>
            <a:lvl8pPr>
              <a:defRPr sz="2100" b="0">
                <a:solidFill>
                  <a:srgbClr val="17363A"/>
                </a:solidFill>
              </a:defRPr>
            </a:lvl8pPr>
            <a:lvl9pPr>
              <a:defRPr sz="2100" b="0">
                <a:solidFill>
                  <a:srgbClr val="17363A"/>
                </a:solidFill>
              </a:defRPr>
            </a:lvl9pPr>
          </a:lstStyle>
          <a:p>
            <a:pPr>
              <a:defRPr sz="2100" b="0">
                <a:solidFill>
                  <a:srgbClr val="17363A"/>
                </a:solidFill>
              </a:defRPr>
            </a:pPr>
            <a:r>
              <a:rPr sz="2100" b="0">
                <a:solidFill>
                  <a:srgbClr val="17363A"/>
                </a:solidFill>
              </a:rPr>
              <a:t>Validation groupée à 5 plis</a:t>
            </a:r>
          </a:p>
        </p:txBody>
      </p:sp>
      <p:sp>
        <p:nvSpPr>
          <p:cNvPr id="11" name="Rectangle 10">
            <a:extLst>
              <a:ext uri="{FF2B5EF4-FFF2-40B4-BE49-F238E27FC236}">
                <a16:creationId xmlns:a16="http://schemas.microsoft.com/office/drawing/2014/main" id="{091D431F-52C3-49CE-8711-926C78643BB9}"/>
              </a:ext>
            </a:extLst>
          </p:cNvPr>
          <p:cNvSpPr>
            <a:spLocks noGrp="1"/>
          </p:cNvSpPr>
          <p:nvPr/>
        </p:nvSpPr>
        <p:spPr>
          <a:xfrm>
            <a:off x="7200900" y="4438650"/>
            <a:ext cx="4191000" cy="381000"/>
          </a:xfrm>
          <a:prstGeom prst="rect">
            <a:avLst/>
          </a:prstGeom>
          <a:noFill/>
          <a:ln w="0">
            <a:noFill/>
          </a:ln>
        </p:spPr>
        <p:txBody>
          <a:bodyPr/>
          <a:lstStyle>
            <a:defPPr>
              <a:defRPr sz="1950" b="1">
                <a:solidFill>
                  <a:srgbClr val="DE8736"/>
                </a:solidFill>
              </a:defRPr>
            </a:defPPr>
            <a:lvl1pPr>
              <a:defRPr sz="1950" b="1">
                <a:solidFill>
                  <a:srgbClr val="DE8736"/>
                </a:solidFill>
              </a:defRPr>
            </a:lvl1pPr>
            <a:lvl2pPr>
              <a:defRPr sz="1950" b="1">
                <a:solidFill>
                  <a:srgbClr val="DE8736"/>
                </a:solidFill>
              </a:defRPr>
            </a:lvl2pPr>
            <a:lvl3pPr>
              <a:defRPr sz="1950" b="1">
                <a:solidFill>
                  <a:srgbClr val="DE8736"/>
                </a:solidFill>
              </a:defRPr>
            </a:lvl3pPr>
            <a:lvl4pPr>
              <a:defRPr sz="1950" b="1">
                <a:solidFill>
                  <a:srgbClr val="DE8736"/>
                </a:solidFill>
              </a:defRPr>
            </a:lvl4pPr>
            <a:lvl5pPr>
              <a:defRPr sz="1950" b="1">
                <a:solidFill>
                  <a:srgbClr val="DE8736"/>
                </a:solidFill>
              </a:defRPr>
            </a:lvl5pPr>
            <a:lvl6pPr>
              <a:defRPr sz="1950" b="1">
                <a:solidFill>
                  <a:srgbClr val="DE8736"/>
                </a:solidFill>
              </a:defRPr>
            </a:lvl6pPr>
            <a:lvl7pPr>
              <a:defRPr sz="1950" b="1">
                <a:solidFill>
                  <a:srgbClr val="DE8736"/>
                </a:solidFill>
              </a:defRPr>
            </a:lvl7pPr>
            <a:lvl8pPr>
              <a:defRPr sz="1950" b="1">
                <a:solidFill>
                  <a:srgbClr val="DE8736"/>
                </a:solidFill>
              </a:defRPr>
            </a:lvl8pPr>
            <a:lvl9pPr>
              <a:defRPr sz="1950" b="1">
                <a:solidFill>
                  <a:srgbClr val="DE8736"/>
                </a:solidFill>
              </a:defRPr>
            </a:lvl9pPr>
          </a:lstStyle>
          <a:p>
            <a:pPr>
              <a:defRPr sz="1950" b="1">
                <a:solidFill>
                  <a:srgbClr val="DE8736"/>
                </a:solidFill>
              </a:defRPr>
            </a:pPr>
            <a:r>
              <a:rPr sz="1950" b="1">
                <a:solidFill>
                  <a:srgbClr val="DE8736"/>
                </a:solidFill>
              </a:rPr>
              <a:t>TEST FAMILIAL</a:t>
            </a:r>
          </a:p>
        </p:txBody>
      </p:sp>
      <p:sp>
        <p:nvSpPr>
          <p:cNvPr id="12" name="Rectangle 11">
            <a:extLst>
              <a:ext uri="{FF2B5EF4-FFF2-40B4-BE49-F238E27FC236}">
                <a16:creationId xmlns:a16="http://schemas.microsoft.com/office/drawing/2014/main" id="{9C290B4B-57B6-44FC-AC0C-90D7DB1866A9}"/>
              </a:ext>
            </a:extLst>
          </p:cNvPr>
          <p:cNvSpPr>
            <a:spLocks noGrp="1"/>
          </p:cNvSpPr>
          <p:nvPr/>
        </p:nvSpPr>
        <p:spPr>
          <a:xfrm>
            <a:off x="7200900" y="4895850"/>
            <a:ext cx="4095750" cy="476250"/>
          </a:xfrm>
          <a:prstGeom prst="rect">
            <a:avLst/>
          </a:prstGeom>
          <a:noFill/>
          <a:ln w="0">
            <a:noFill/>
          </a:ln>
        </p:spPr>
        <p:txBody>
          <a:bodyPr/>
          <a:lstStyle>
            <a:defPPr>
              <a:defRPr sz="2100" b="0">
                <a:solidFill>
                  <a:srgbClr val="17363A"/>
                </a:solidFill>
              </a:defRPr>
            </a:defPPr>
            <a:lvl1pPr>
              <a:defRPr sz="2100" b="0">
                <a:solidFill>
                  <a:srgbClr val="17363A"/>
                </a:solidFill>
              </a:defRPr>
            </a:lvl1pPr>
            <a:lvl2pPr>
              <a:defRPr sz="2100" b="0">
                <a:solidFill>
                  <a:srgbClr val="17363A"/>
                </a:solidFill>
              </a:defRPr>
            </a:lvl2pPr>
            <a:lvl3pPr>
              <a:defRPr sz="2100" b="0">
                <a:solidFill>
                  <a:srgbClr val="17363A"/>
                </a:solidFill>
              </a:defRPr>
            </a:lvl3pPr>
            <a:lvl4pPr>
              <a:defRPr sz="2100" b="0">
                <a:solidFill>
                  <a:srgbClr val="17363A"/>
                </a:solidFill>
              </a:defRPr>
            </a:lvl4pPr>
            <a:lvl5pPr>
              <a:defRPr sz="2100" b="0">
                <a:solidFill>
                  <a:srgbClr val="17363A"/>
                </a:solidFill>
              </a:defRPr>
            </a:lvl5pPr>
            <a:lvl6pPr>
              <a:defRPr sz="2100" b="0">
                <a:solidFill>
                  <a:srgbClr val="17363A"/>
                </a:solidFill>
              </a:defRPr>
            </a:lvl6pPr>
            <a:lvl7pPr>
              <a:defRPr sz="2100" b="0">
                <a:solidFill>
                  <a:srgbClr val="17363A"/>
                </a:solidFill>
              </a:defRPr>
            </a:lvl7pPr>
            <a:lvl8pPr>
              <a:defRPr sz="2100" b="0">
                <a:solidFill>
                  <a:srgbClr val="17363A"/>
                </a:solidFill>
              </a:defRPr>
            </a:lvl8pPr>
            <a:lvl9pPr>
              <a:defRPr sz="2100" b="0">
                <a:solidFill>
                  <a:srgbClr val="17363A"/>
                </a:solidFill>
              </a:defRPr>
            </a:lvl9pPr>
          </a:lstStyle>
          <a:p>
            <a:pPr>
              <a:defRPr sz="2100" b="0">
                <a:solidFill>
                  <a:srgbClr val="17363A"/>
                </a:solidFill>
              </a:defRPr>
            </a:pPr>
            <a:r>
              <a:rPr sz="2100" b="0">
                <a:solidFill>
                  <a:srgbClr val="17363A"/>
                </a:solidFill>
              </a:rPr>
              <a:t>Familles distinctes</a:t>
            </a:r>
          </a:p>
        </p:txBody>
      </p:sp>
      <p:sp>
        <p:nvSpPr>
          <p:cNvPr id="13" name="Rectangle 12">
            <a:extLst>
              <a:ext uri="{FF2B5EF4-FFF2-40B4-BE49-F238E27FC236}">
                <a16:creationId xmlns:a16="http://schemas.microsoft.com/office/drawing/2014/main" id="{88851EF3-A216-4C8F-B6DD-3BABC671BFCC}"/>
              </a:ext>
            </a:extLst>
          </p:cNvPr>
          <p:cNvSpPr>
            <a:spLocks noGrp="1"/>
          </p:cNvSpPr>
          <p:nvPr/>
        </p:nvSpPr>
        <p:spPr>
          <a:xfrm>
            <a:off x="647700" y="5657850"/>
            <a:ext cx="10858500" cy="552450"/>
          </a:xfrm>
          <a:prstGeom prst="rect">
            <a:avLst/>
          </a:prstGeom>
          <a:noFill/>
          <a:ln w="0">
            <a:noFill/>
          </a:ln>
        </p:spPr>
        <p:txBody>
          <a:bodyPr/>
          <a:lstStyle>
            <a:defPPr>
              <a:defRPr sz="1950" b="1">
                <a:solidFill>
                  <a:srgbClr val="008C85"/>
                </a:solidFill>
              </a:defRPr>
            </a:defPPr>
            <a:lvl1pPr>
              <a:defRPr sz="1950" b="1">
                <a:solidFill>
                  <a:srgbClr val="008C85"/>
                </a:solidFill>
              </a:defRPr>
            </a:lvl1pPr>
            <a:lvl2pPr>
              <a:defRPr sz="1950" b="1">
                <a:solidFill>
                  <a:srgbClr val="008C85"/>
                </a:solidFill>
              </a:defRPr>
            </a:lvl2pPr>
            <a:lvl3pPr>
              <a:defRPr sz="1950" b="1">
                <a:solidFill>
                  <a:srgbClr val="008C85"/>
                </a:solidFill>
              </a:defRPr>
            </a:lvl3pPr>
            <a:lvl4pPr>
              <a:defRPr sz="1950" b="1">
                <a:solidFill>
                  <a:srgbClr val="008C85"/>
                </a:solidFill>
              </a:defRPr>
            </a:lvl4pPr>
            <a:lvl5pPr>
              <a:defRPr sz="1950" b="1">
                <a:solidFill>
                  <a:srgbClr val="008C85"/>
                </a:solidFill>
              </a:defRPr>
            </a:lvl5pPr>
            <a:lvl6pPr>
              <a:defRPr sz="1950" b="1">
                <a:solidFill>
                  <a:srgbClr val="008C85"/>
                </a:solidFill>
              </a:defRPr>
            </a:lvl6pPr>
            <a:lvl7pPr>
              <a:defRPr sz="1950" b="1">
                <a:solidFill>
                  <a:srgbClr val="008C85"/>
                </a:solidFill>
              </a:defRPr>
            </a:lvl7pPr>
            <a:lvl8pPr>
              <a:defRPr sz="1950" b="1">
                <a:solidFill>
                  <a:srgbClr val="008C85"/>
                </a:solidFill>
              </a:defRPr>
            </a:lvl8pPr>
            <a:lvl9pPr>
              <a:defRPr sz="1950" b="1">
                <a:solidFill>
                  <a:srgbClr val="008C85"/>
                </a:solidFill>
              </a:defRPr>
            </a:lvl9pPr>
          </a:lstStyle>
          <a:p>
            <a:pPr>
              <a:defRPr sz="1950" b="1">
                <a:solidFill>
                  <a:srgbClr val="008C85"/>
                </a:solidFill>
              </a:defRPr>
            </a:pPr>
            <a:r>
              <a:rPr sz="1950" b="1">
                <a:solidFill>
                  <a:srgbClr val="008C85"/>
                </a:solidFill>
              </a:rPr>
              <a:t>Régression : prédire une valeur</a:t>
            </a:r>
          </a:p>
        </p:txBody>
      </p:sp>
      <p:sp>
        <p:nvSpPr>
          <p:cNvPr id="16" name="presenter-badge">
            <a:extLst>
              <a:ext uri="{FF2B5EF4-FFF2-40B4-BE49-F238E27FC236}">
                <a16:creationId xmlns:a16="http://schemas.microsoft.com/office/drawing/2014/main" id="{DF1202F4-A0DC-861C-99A3-FE66AE664C17}"/>
              </a:ext>
            </a:extLst>
          </p:cNvPr>
          <p:cNvSpPr>
            <a:spLocks noGrp="1"/>
          </p:cNvSpPr>
          <p:nvPr/>
        </p:nvSpPr>
        <p:spPr>
          <a:xfrm>
            <a:off x="9429750" y="6286500"/>
            <a:ext cx="1428750" cy="323850"/>
          </a:xfrm>
          <a:prstGeom prst="roundRect">
            <a:avLst>
              <a:gd name="adj" fmla="val 50000"/>
            </a:avLst>
          </a:prstGeom>
          <a:solidFill>
            <a:srgbClr val="00756F"/>
          </a:solidFill>
          <a:ln w="0">
            <a:noFill/>
          </a:ln>
        </p:spPr>
        <p:txBody>
          <a:bodyPr lIns="0" tIns="0" rIns="0" bIns="0" anchor="ctr"/>
          <a:lstStyle>
            <a:defPPr algn="ctr">
              <a:defRPr sz="1500" b="1">
                <a:solidFill>
                  <a:srgbClr val="FFFFFF"/>
                </a:solidFill>
              </a:defRPr>
            </a:defPPr>
            <a:lvl1pPr algn="ctr">
              <a:defRPr sz="1500" b="1">
                <a:solidFill>
                  <a:srgbClr val="FFFFFF"/>
                </a:solidFill>
              </a:defRPr>
            </a:lvl1pPr>
            <a:lvl2pPr algn="ctr">
              <a:defRPr sz="1500" b="1">
                <a:solidFill>
                  <a:srgbClr val="FFFFFF"/>
                </a:solidFill>
              </a:defRPr>
            </a:lvl2pPr>
            <a:lvl3pPr algn="ctr">
              <a:defRPr sz="1500" b="1">
                <a:solidFill>
                  <a:srgbClr val="FFFFFF"/>
                </a:solidFill>
              </a:defRPr>
            </a:lvl3pPr>
            <a:lvl4pPr algn="ctr">
              <a:defRPr sz="1500" b="1">
                <a:solidFill>
                  <a:srgbClr val="FFFFFF"/>
                </a:solidFill>
              </a:defRPr>
            </a:lvl4pPr>
            <a:lvl5pPr algn="ctr">
              <a:defRPr sz="1500" b="1">
                <a:solidFill>
                  <a:srgbClr val="FFFFFF"/>
                </a:solidFill>
              </a:defRPr>
            </a:lvl5pPr>
            <a:lvl6pPr algn="ctr">
              <a:defRPr sz="1500" b="1">
                <a:solidFill>
                  <a:srgbClr val="FFFFFF"/>
                </a:solidFill>
              </a:defRPr>
            </a:lvl6pPr>
            <a:lvl7pPr algn="ctr">
              <a:defRPr sz="1500" b="1">
                <a:solidFill>
                  <a:srgbClr val="FFFFFF"/>
                </a:solidFill>
              </a:defRPr>
            </a:lvl7pPr>
            <a:lvl8pPr algn="ctr">
              <a:defRPr sz="1500" b="1">
                <a:solidFill>
                  <a:srgbClr val="FFFFFF"/>
                </a:solidFill>
              </a:defRPr>
            </a:lvl8pPr>
            <a:lvl9pPr algn="ctr">
              <a:defRPr sz="1500" b="1">
                <a:solidFill>
                  <a:srgbClr val="FFFFFF"/>
                </a:solidFill>
              </a:defRPr>
            </a:lvl9pPr>
          </a:lstStyle>
          <a:p>
            <a:pPr algn="ctr">
              <a:defRPr sz="1500" b="1">
                <a:solidFill>
                  <a:srgbClr val="FFFFFF"/>
                </a:solidFill>
              </a:defRPr>
            </a:pPr>
            <a:r>
              <a:rPr sz="1500" b="1" dirty="0">
                <a:solidFill>
                  <a:srgbClr val="FFFFFF"/>
                </a:solidFill>
              </a:rPr>
              <a:t>Clément</a:t>
            </a:r>
          </a:p>
        </p:txBody>
      </p:sp>
    </p:spTree>
    <p:extLst>
      <p:ext uri="{BB962C8B-B14F-4D97-AF65-F5344CB8AC3E}">
        <p14:creationId xmlns:p14="http://schemas.microsoft.com/office/powerpoint/2010/main" val="5273474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AFCFB"/>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A675C89-961C-4EC0-B502-74DB1E6DEB66}"/>
              </a:ext>
            </a:extLst>
          </p:cNvPr>
          <p:cNvSpPr>
            <a:spLocks noGrp="1"/>
          </p:cNvSpPr>
          <p:nvPr/>
        </p:nvSpPr>
        <p:spPr>
          <a:xfrm>
            <a:off x="619125" y="457200"/>
            <a:ext cx="10953750" cy="857250"/>
          </a:xfrm>
          <a:prstGeom prst="rect">
            <a:avLst/>
          </a:prstGeom>
          <a:noFill/>
          <a:ln w="0">
            <a:noFill/>
          </a:ln>
        </p:spPr>
        <p:txBody>
          <a:bodyPr/>
          <a:lstStyle>
            <a:defPPr>
              <a:defRPr sz="3225" b="1">
                <a:solidFill>
                  <a:srgbClr val="17363A"/>
                </a:solidFill>
              </a:defRPr>
            </a:defPPr>
            <a:lvl1pPr>
              <a:defRPr sz="3225" b="1">
                <a:solidFill>
                  <a:srgbClr val="17363A"/>
                </a:solidFill>
              </a:defRPr>
            </a:lvl1pPr>
            <a:lvl2pPr>
              <a:defRPr sz="3225" b="1">
                <a:solidFill>
                  <a:srgbClr val="17363A"/>
                </a:solidFill>
              </a:defRPr>
            </a:lvl2pPr>
            <a:lvl3pPr>
              <a:defRPr sz="3225" b="1">
                <a:solidFill>
                  <a:srgbClr val="17363A"/>
                </a:solidFill>
              </a:defRPr>
            </a:lvl3pPr>
            <a:lvl4pPr>
              <a:defRPr sz="3225" b="1">
                <a:solidFill>
                  <a:srgbClr val="17363A"/>
                </a:solidFill>
              </a:defRPr>
            </a:lvl4pPr>
            <a:lvl5pPr>
              <a:defRPr sz="3225" b="1">
                <a:solidFill>
                  <a:srgbClr val="17363A"/>
                </a:solidFill>
              </a:defRPr>
            </a:lvl5pPr>
            <a:lvl6pPr>
              <a:defRPr sz="3225" b="1">
                <a:solidFill>
                  <a:srgbClr val="17363A"/>
                </a:solidFill>
              </a:defRPr>
            </a:lvl6pPr>
            <a:lvl7pPr>
              <a:defRPr sz="3225" b="1">
                <a:solidFill>
                  <a:srgbClr val="17363A"/>
                </a:solidFill>
              </a:defRPr>
            </a:lvl7pPr>
            <a:lvl8pPr>
              <a:defRPr sz="3225" b="1">
                <a:solidFill>
                  <a:srgbClr val="17363A"/>
                </a:solidFill>
              </a:defRPr>
            </a:lvl8pPr>
            <a:lvl9pPr>
              <a:defRPr sz="3225" b="1">
                <a:solidFill>
                  <a:srgbClr val="17363A"/>
                </a:solidFill>
              </a:defRPr>
            </a:lvl9pPr>
          </a:lstStyle>
          <a:p>
            <a:pPr>
              <a:defRPr sz="3225" b="1">
                <a:solidFill>
                  <a:srgbClr val="17363A"/>
                </a:solidFill>
              </a:defRPr>
            </a:pPr>
            <a:r>
              <a:rPr sz="3225" b="1">
                <a:solidFill>
                  <a:srgbClr val="17363A"/>
                </a:solidFill>
              </a:rPr>
              <a:t>Comparer les modèles sur l’entraînement</a:t>
            </a:r>
          </a:p>
        </p:txBody>
      </p:sp>
      <p:sp>
        <p:nvSpPr>
          <p:cNvPr id="3" name="Rectangle 2">
            <a:extLst>
              <a:ext uri="{FF2B5EF4-FFF2-40B4-BE49-F238E27FC236}">
                <a16:creationId xmlns:a16="http://schemas.microsoft.com/office/drawing/2014/main" id="{51BDA2B4-BE39-4961-B18A-9DB2D700479F}"/>
              </a:ext>
            </a:extLst>
          </p:cNvPr>
          <p:cNvSpPr>
            <a:spLocks noGrp="1"/>
          </p:cNvSpPr>
          <p:nvPr/>
        </p:nvSpPr>
        <p:spPr>
          <a:xfrm>
            <a:off x="628650" y="6362700"/>
            <a:ext cx="8096250" cy="228600"/>
          </a:xfrm>
          <a:prstGeom prst="rect">
            <a:avLst/>
          </a:prstGeom>
          <a:noFill/>
          <a:ln w="0">
            <a:noFill/>
          </a:ln>
        </p:spPr>
        <p:txBody>
          <a:bodyPr/>
          <a:lstStyle>
            <a:defPPr>
              <a:defRPr sz="1275" b="0">
                <a:solidFill>
                  <a:srgbClr val="5A6E71"/>
                </a:solidFill>
              </a:defRPr>
            </a:defPPr>
            <a:lvl1pPr>
              <a:defRPr sz="1275" b="0">
                <a:solidFill>
                  <a:srgbClr val="5A6E71"/>
                </a:solidFill>
              </a:defRPr>
            </a:lvl1pPr>
            <a:lvl2pPr>
              <a:defRPr sz="1275" b="0">
                <a:solidFill>
                  <a:srgbClr val="5A6E71"/>
                </a:solidFill>
              </a:defRPr>
            </a:lvl2pPr>
            <a:lvl3pPr>
              <a:defRPr sz="1275" b="0">
                <a:solidFill>
                  <a:srgbClr val="5A6E71"/>
                </a:solidFill>
              </a:defRPr>
            </a:lvl3pPr>
            <a:lvl4pPr>
              <a:defRPr sz="1275" b="0">
                <a:solidFill>
                  <a:srgbClr val="5A6E71"/>
                </a:solidFill>
              </a:defRPr>
            </a:lvl4pPr>
            <a:lvl5pPr>
              <a:defRPr sz="1275" b="0">
                <a:solidFill>
                  <a:srgbClr val="5A6E71"/>
                </a:solidFill>
              </a:defRPr>
            </a:lvl5pPr>
            <a:lvl6pPr>
              <a:defRPr sz="1275" b="0">
                <a:solidFill>
                  <a:srgbClr val="5A6E71"/>
                </a:solidFill>
              </a:defRPr>
            </a:lvl6pPr>
            <a:lvl7pPr>
              <a:defRPr sz="1275" b="0">
                <a:solidFill>
                  <a:srgbClr val="5A6E71"/>
                </a:solidFill>
              </a:defRPr>
            </a:lvl7pPr>
            <a:lvl8pPr>
              <a:defRPr sz="1275" b="0">
                <a:solidFill>
                  <a:srgbClr val="5A6E71"/>
                </a:solidFill>
              </a:defRPr>
            </a:lvl8pPr>
            <a:lvl9pPr>
              <a:defRPr sz="1275" b="0">
                <a:solidFill>
                  <a:srgbClr val="5A6E71"/>
                </a:solidFill>
              </a:defRPr>
            </a:lvl9pPr>
          </a:lstStyle>
          <a:p>
            <a:pPr>
              <a:defRPr sz="1275" b="0">
                <a:solidFill>
                  <a:srgbClr val="5A6E71"/>
                </a:solidFill>
              </a:defRPr>
            </a:pPr>
            <a:r>
              <a:rPr sz="1275" b="0">
                <a:solidFill>
                  <a:srgbClr val="5A6E71"/>
                </a:solidFill>
              </a:rPr>
              <a:t>02   SUPERVISÉ   /   5 MIN</a:t>
            </a:r>
          </a:p>
        </p:txBody>
      </p:sp>
      <p:sp>
        <p:nvSpPr>
          <p:cNvPr id="4" name="Rectangle 3">
            <a:extLst>
              <a:ext uri="{FF2B5EF4-FFF2-40B4-BE49-F238E27FC236}">
                <a16:creationId xmlns:a16="http://schemas.microsoft.com/office/drawing/2014/main" id="{982C041C-B6F2-4843-9FB1-8D02B15D55FF}"/>
              </a:ext>
            </a:extLst>
          </p:cNvPr>
          <p:cNvSpPr>
            <a:spLocks noGrp="1"/>
          </p:cNvSpPr>
          <p:nvPr/>
        </p:nvSpPr>
        <p:spPr>
          <a:xfrm>
            <a:off x="11029950" y="6362700"/>
            <a:ext cx="571500" cy="228600"/>
          </a:xfrm>
          <a:prstGeom prst="rect">
            <a:avLst/>
          </a:prstGeom>
          <a:noFill/>
          <a:ln w="0">
            <a:noFill/>
          </a:ln>
        </p:spPr>
        <p:txBody>
          <a:bodyPr/>
          <a:lstStyle>
            <a:defPPr>
              <a:defRPr sz="1275" b="0">
                <a:solidFill>
                  <a:srgbClr val="5A6E71"/>
                </a:solidFill>
              </a:defRPr>
            </a:defPPr>
            <a:lvl1pPr>
              <a:defRPr sz="1275" b="0">
                <a:solidFill>
                  <a:srgbClr val="5A6E71"/>
                </a:solidFill>
              </a:defRPr>
            </a:lvl1pPr>
            <a:lvl2pPr>
              <a:defRPr sz="1275" b="0">
                <a:solidFill>
                  <a:srgbClr val="5A6E71"/>
                </a:solidFill>
              </a:defRPr>
            </a:lvl2pPr>
            <a:lvl3pPr>
              <a:defRPr sz="1275" b="0">
                <a:solidFill>
                  <a:srgbClr val="5A6E71"/>
                </a:solidFill>
              </a:defRPr>
            </a:lvl3pPr>
            <a:lvl4pPr>
              <a:defRPr sz="1275" b="0">
                <a:solidFill>
                  <a:srgbClr val="5A6E71"/>
                </a:solidFill>
              </a:defRPr>
            </a:lvl4pPr>
            <a:lvl5pPr>
              <a:defRPr sz="1275" b="0">
                <a:solidFill>
                  <a:srgbClr val="5A6E71"/>
                </a:solidFill>
              </a:defRPr>
            </a:lvl5pPr>
            <a:lvl6pPr>
              <a:defRPr sz="1275" b="0">
                <a:solidFill>
                  <a:srgbClr val="5A6E71"/>
                </a:solidFill>
              </a:defRPr>
            </a:lvl6pPr>
            <a:lvl7pPr>
              <a:defRPr sz="1275" b="0">
                <a:solidFill>
                  <a:srgbClr val="5A6E71"/>
                </a:solidFill>
              </a:defRPr>
            </a:lvl7pPr>
            <a:lvl8pPr>
              <a:defRPr sz="1275" b="0">
                <a:solidFill>
                  <a:srgbClr val="5A6E71"/>
                </a:solidFill>
              </a:defRPr>
            </a:lvl8pPr>
            <a:lvl9pPr>
              <a:defRPr sz="1275" b="0">
                <a:solidFill>
                  <a:srgbClr val="5A6E71"/>
                </a:solidFill>
              </a:defRPr>
            </a:lvl9pPr>
          </a:lstStyle>
          <a:p>
            <a:pPr>
              <a:defRPr sz="1275" b="0">
                <a:solidFill>
                  <a:srgbClr val="5A6E71"/>
                </a:solidFill>
              </a:defRPr>
            </a:pPr>
            <a:r>
              <a:rPr sz="1275" b="0">
                <a:solidFill>
                  <a:srgbClr val="5A6E71"/>
                </a:solidFill>
              </a:rPr>
              <a:t>06</a:t>
            </a:r>
          </a:p>
        </p:txBody>
      </p:sp>
      <p:sp>
        <p:nvSpPr>
          <p:cNvPr id="5" name="Rectangle 4">
            <a:extLst>
              <a:ext uri="{FF2B5EF4-FFF2-40B4-BE49-F238E27FC236}">
                <a16:creationId xmlns:a16="http://schemas.microsoft.com/office/drawing/2014/main" id="{929FAE8D-EF16-4D7F-B006-4BA2BEF8BE10}"/>
              </a:ext>
            </a:extLst>
          </p:cNvPr>
          <p:cNvSpPr>
            <a:spLocks noGrp="1"/>
          </p:cNvSpPr>
          <p:nvPr/>
        </p:nvSpPr>
        <p:spPr>
          <a:xfrm>
            <a:off x="647700" y="1438275"/>
            <a:ext cx="10858500" cy="476250"/>
          </a:xfrm>
          <a:prstGeom prst="rect">
            <a:avLst/>
          </a:prstGeom>
          <a:noFill/>
          <a:ln w="0">
            <a:noFill/>
          </a:ln>
        </p:spPr>
        <p:txBody>
          <a:bodyPr/>
          <a:lstStyle>
            <a:defPPr>
              <a:defRPr sz="1800" b="0">
                <a:solidFill>
                  <a:srgbClr val="5A6E71"/>
                </a:solidFill>
              </a:defRPr>
            </a:defPPr>
            <a:lvl1pPr>
              <a:defRPr sz="1800" b="0">
                <a:solidFill>
                  <a:srgbClr val="5A6E71"/>
                </a:solidFill>
              </a:defRPr>
            </a:lvl1pPr>
            <a:lvl2pPr>
              <a:defRPr sz="1800" b="0">
                <a:solidFill>
                  <a:srgbClr val="5A6E71"/>
                </a:solidFill>
              </a:defRPr>
            </a:lvl2pPr>
            <a:lvl3pPr>
              <a:defRPr sz="1800" b="0">
                <a:solidFill>
                  <a:srgbClr val="5A6E71"/>
                </a:solidFill>
              </a:defRPr>
            </a:lvl3pPr>
            <a:lvl4pPr>
              <a:defRPr sz="1800" b="0">
                <a:solidFill>
                  <a:srgbClr val="5A6E71"/>
                </a:solidFill>
              </a:defRPr>
            </a:lvl4pPr>
            <a:lvl5pPr>
              <a:defRPr sz="1800" b="0">
                <a:solidFill>
                  <a:srgbClr val="5A6E71"/>
                </a:solidFill>
              </a:defRPr>
            </a:lvl5pPr>
            <a:lvl6pPr>
              <a:defRPr sz="1800" b="0">
                <a:solidFill>
                  <a:srgbClr val="5A6E71"/>
                </a:solidFill>
              </a:defRPr>
            </a:lvl6pPr>
            <a:lvl7pPr>
              <a:defRPr sz="1800" b="0">
                <a:solidFill>
                  <a:srgbClr val="5A6E71"/>
                </a:solidFill>
              </a:defRPr>
            </a:lvl7pPr>
            <a:lvl8pPr>
              <a:defRPr sz="1800" b="0">
                <a:solidFill>
                  <a:srgbClr val="5A6E71"/>
                </a:solidFill>
              </a:defRPr>
            </a:lvl8pPr>
            <a:lvl9pPr>
              <a:defRPr sz="1800" b="0">
                <a:solidFill>
                  <a:srgbClr val="5A6E71"/>
                </a:solidFill>
              </a:defRPr>
            </a:lvl9pPr>
          </a:lstStyle>
          <a:p>
            <a:pPr>
              <a:defRPr sz="1800" b="0">
                <a:solidFill>
                  <a:srgbClr val="5A6E71"/>
                </a:solidFill>
              </a:defRPr>
            </a:pPr>
            <a:r>
              <a:rPr sz="1800" b="0">
                <a:solidFill>
                  <a:srgbClr val="5A6E71"/>
                </a:solidFill>
              </a:rPr>
              <a:t>MAE en validation groupée à 5 plis (g/km)</a:t>
            </a:r>
          </a:p>
        </p:txBody>
      </p:sp>
      <p:graphicFrame>
        <p:nvGraphicFramePr>
          <p:cNvPr id="6" name="Chart">
            <a:extLst>
              <a:ext uri="{FF2B5EF4-FFF2-40B4-BE49-F238E27FC236}">
                <a16:creationId xmlns:a16="http://schemas.microsoft.com/office/drawing/2014/main" id="{EA431E7A-AABC-4278-B662-896515496277}"/>
              </a:ext>
            </a:extLst>
          </p:cNvPr>
          <p:cNvGraphicFramePr/>
          <p:nvPr/>
        </p:nvGraphicFramePr>
        <p:xfrm>
          <a:off x="619125" y="1857375"/>
          <a:ext cx="10953750" cy="3619500"/>
        </p:xfrm>
        <a:graphic>
          <a:graphicData uri="http://schemas.openxmlformats.org/drawingml/2006/chart">
            <c:chart xmlns:c="http://schemas.openxmlformats.org/drawingml/2006/chart" xmlns:r="http://schemas.openxmlformats.org/officeDocument/2006/relationships" r:id="rId3"/>
          </a:graphicData>
        </a:graphic>
      </p:graphicFrame>
      <p:sp>
        <p:nvSpPr>
          <p:cNvPr id="7" name="Rectangle 6">
            <a:extLst>
              <a:ext uri="{FF2B5EF4-FFF2-40B4-BE49-F238E27FC236}">
                <a16:creationId xmlns:a16="http://schemas.microsoft.com/office/drawing/2014/main" id="{E8419FBF-82FD-407E-AB83-1E6D87260D0E}"/>
              </a:ext>
            </a:extLst>
          </p:cNvPr>
          <p:cNvSpPr>
            <a:spLocks noGrp="1"/>
          </p:cNvSpPr>
          <p:nvPr/>
        </p:nvSpPr>
        <p:spPr>
          <a:xfrm>
            <a:off x="647700" y="5657850"/>
            <a:ext cx="10858500" cy="552450"/>
          </a:xfrm>
          <a:prstGeom prst="rect">
            <a:avLst/>
          </a:prstGeom>
          <a:noFill/>
          <a:ln w="0">
            <a:noFill/>
          </a:ln>
        </p:spPr>
        <p:txBody>
          <a:bodyPr/>
          <a:lstStyle>
            <a:defPPr>
              <a:defRPr sz="1950" b="1">
                <a:solidFill>
                  <a:srgbClr val="008C85"/>
                </a:solidFill>
              </a:defRPr>
            </a:defPPr>
            <a:lvl1pPr>
              <a:defRPr sz="1950" b="1">
                <a:solidFill>
                  <a:srgbClr val="008C85"/>
                </a:solidFill>
              </a:defRPr>
            </a:lvl1pPr>
            <a:lvl2pPr>
              <a:defRPr sz="1950" b="1">
                <a:solidFill>
                  <a:srgbClr val="008C85"/>
                </a:solidFill>
              </a:defRPr>
            </a:lvl2pPr>
            <a:lvl3pPr>
              <a:defRPr sz="1950" b="1">
                <a:solidFill>
                  <a:srgbClr val="008C85"/>
                </a:solidFill>
              </a:defRPr>
            </a:lvl3pPr>
            <a:lvl4pPr>
              <a:defRPr sz="1950" b="1">
                <a:solidFill>
                  <a:srgbClr val="008C85"/>
                </a:solidFill>
              </a:defRPr>
            </a:lvl4pPr>
            <a:lvl5pPr>
              <a:defRPr sz="1950" b="1">
                <a:solidFill>
                  <a:srgbClr val="008C85"/>
                </a:solidFill>
              </a:defRPr>
            </a:lvl5pPr>
            <a:lvl6pPr>
              <a:defRPr sz="1950" b="1">
                <a:solidFill>
                  <a:srgbClr val="008C85"/>
                </a:solidFill>
              </a:defRPr>
            </a:lvl6pPr>
            <a:lvl7pPr>
              <a:defRPr sz="1950" b="1">
                <a:solidFill>
                  <a:srgbClr val="008C85"/>
                </a:solidFill>
              </a:defRPr>
            </a:lvl7pPr>
            <a:lvl8pPr>
              <a:defRPr sz="1950" b="1">
                <a:solidFill>
                  <a:srgbClr val="008C85"/>
                </a:solidFill>
              </a:defRPr>
            </a:lvl8pPr>
            <a:lvl9pPr>
              <a:defRPr sz="1950" b="1">
                <a:solidFill>
                  <a:srgbClr val="008C85"/>
                </a:solidFill>
              </a:defRPr>
            </a:lvl9pPr>
          </a:lstStyle>
          <a:p>
            <a:pPr>
              <a:defRPr sz="1950" b="1">
                <a:solidFill>
                  <a:srgbClr val="008C85"/>
                </a:solidFill>
              </a:defRPr>
            </a:pPr>
            <a:r>
              <a:rPr sz="1950" b="1">
                <a:solidFill>
                  <a:srgbClr val="008C85"/>
                </a:solidFill>
              </a:rPr>
              <a:t>Écarts &lt; 0,10 g/km entre KNN, linéaire et forêt : quasi-égalité</a:t>
            </a:r>
          </a:p>
        </p:txBody>
      </p:sp>
      <p:sp>
        <p:nvSpPr>
          <p:cNvPr id="10" name="presenter-badge">
            <a:extLst>
              <a:ext uri="{FF2B5EF4-FFF2-40B4-BE49-F238E27FC236}">
                <a16:creationId xmlns:a16="http://schemas.microsoft.com/office/drawing/2014/main" id="{4614B90D-CB20-2322-B1EA-BD36A5F254AA}"/>
              </a:ext>
            </a:extLst>
          </p:cNvPr>
          <p:cNvSpPr>
            <a:spLocks noGrp="1"/>
          </p:cNvSpPr>
          <p:nvPr/>
        </p:nvSpPr>
        <p:spPr>
          <a:xfrm>
            <a:off x="9429750" y="6286500"/>
            <a:ext cx="1428750" cy="323850"/>
          </a:xfrm>
          <a:prstGeom prst="roundRect">
            <a:avLst>
              <a:gd name="adj" fmla="val 50000"/>
            </a:avLst>
          </a:prstGeom>
          <a:solidFill>
            <a:srgbClr val="00756F"/>
          </a:solidFill>
          <a:ln w="0">
            <a:noFill/>
          </a:ln>
        </p:spPr>
        <p:txBody>
          <a:bodyPr lIns="0" tIns="0" rIns="0" bIns="0" anchor="ctr"/>
          <a:lstStyle>
            <a:defPPr algn="ctr">
              <a:defRPr sz="1500" b="1">
                <a:solidFill>
                  <a:srgbClr val="FFFFFF"/>
                </a:solidFill>
              </a:defRPr>
            </a:defPPr>
            <a:lvl1pPr algn="ctr">
              <a:defRPr sz="1500" b="1">
                <a:solidFill>
                  <a:srgbClr val="FFFFFF"/>
                </a:solidFill>
              </a:defRPr>
            </a:lvl1pPr>
            <a:lvl2pPr algn="ctr">
              <a:defRPr sz="1500" b="1">
                <a:solidFill>
                  <a:srgbClr val="FFFFFF"/>
                </a:solidFill>
              </a:defRPr>
            </a:lvl2pPr>
            <a:lvl3pPr algn="ctr">
              <a:defRPr sz="1500" b="1">
                <a:solidFill>
                  <a:srgbClr val="FFFFFF"/>
                </a:solidFill>
              </a:defRPr>
            </a:lvl3pPr>
            <a:lvl4pPr algn="ctr">
              <a:defRPr sz="1500" b="1">
                <a:solidFill>
                  <a:srgbClr val="FFFFFF"/>
                </a:solidFill>
              </a:defRPr>
            </a:lvl4pPr>
            <a:lvl5pPr algn="ctr">
              <a:defRPr sz="1500" b="1">
                <a:solidFill>
                  <a:srgbClr val="FFFFFF"/>
                </a:solidFill>
              </a:defRPr>
            </a:lvl5pPr>
            <a:lvl6pPr algn="ctr">
              <a:defRPr sz="1500" b="1">
                <a:solidFill>
                  <a:srgbClr val="FFFFFF"/>
                </a:solidFill>
              </a:defRPr>
            </a:lvl6pPr>
            <a:lvl7pPr algn="ctr">
              <a:defRPr sz="1500" b="1">
                <a:solidFill>
                  <a:srgbClr val="FFFFFF"/>
                </a:solidFill>
              </a:defRPr>
            </a:lvl7pPr>
            <a:lvl8pPr algn="ctr">
              <a:defRPr sz="1500" b="1">
                <a:solidFill>
                  <a:srgbClr val="FFFFFF"/>
                </a:solidFill>
              </a:defRPr>
            </a:lvl8pPr>
            <a:lvl9pPr algn="ctr">
              <a:defRPr sz="1500" b="1">
                <a:solidFill>
                  <a:srgbClr val="FFFFFF"/>
                </a:solidFill>
              </a:defRPr>
            </a:lvl9pPr>
          </a:lstStyle>
          <a:p>
            <a:pPr algn="ctr">
              <a:defRPr sz="1500" b="1">
                <a:solidFill>
                  <a:srgbClr val="FFFFFF"/>
                </a:solidFill>
              </a:defRPr>
            </a:pPr>
            <a:r>
              <a:rPr sz="1500" b="1" dirty="0">
                <a:solidFill>
                  <a:srgbClr val="FFFFFF"/>
                </a:solidFill>
              </a:rPr>
              <a:t>Clément</a:t>
            </a:r>
          </a:p>
        </p:txBody>
      </p:sp>
    </p:spTree>
    <p:extLst>
      <p:ext uri="{BB962C8B-B14F-4D97-AF65-F5344CB8AC3E}">
        <p14:creationId xmlns:p14="http://schemas.microsoft.com/office/powerpoint/2010/main" val="5895463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AFCFB"/>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FB4F2EB-0C69-4981-803A-A1C7965A8648}"/>
              </a:ext>
            </a:extLst>
          </p:cNvPr>
          <p:cNvSpPr>
            <a:spLocks noGrp="1"/>
          </p:cNvSpPr>
          <p:nvPr/>
        </p:nvSpPr>
        <p:spPr>
          <a:xfrm>
            <a:off x="619125" y="457200"/>
            <a:ext cx="10953750" cy="857250"/>
          </a:xfrm>
          <a:prstGeom prst="rect">
            <a:avLst/>
          </a:prstGeom>
          <a:noFill/>
          <a:ln w="0">
            <a:noFill/>
          </a:ln>
        </p:spPr>
        <p:txBody>
          <a:bodyPr/>
          <a:lstStyle>
            <a:defPPr>
              <a:defRPr sz="3225" b="1">
                <a:solidFill>
                  <a:srgbClr val="17363A"/>
                </a:solidFill>
              </a:defRPr>
            </a:defPPr>
            <a:lvl1pPr>
              <a:defRPr sz="3225" b="1">
                <a:solidFill>
                  <a:srgbClr val="17363A"/>
                </a:solidFill>
              </a:defRPr>
            </a:lvl1pPr>
            <a:lvl2pPr>
              <a:defRPr sz="3225" b="1">
                <a:solidFill>
                  <a:srgbClr val="17363A"/>
                </a:solidFill>
              </a:defRPr>
            </a:lvl2pPr>
            <a:lvl3pPr>
              <a:defRPr sz="3225" b="1">
                <a:solidFill>
                  <a:srgbClr val="17363A"/>
                </a:solidFill>
              </a:defRPr>
            </a:lvl3pPr>
            <a:lvl4pPr>
              <a:defRPr sz="3225" b="1">
                <a:solidFill>
                  <a:srgbClr val="17363A"/>
                </a:solidFill>
              </a:defRPr>
            </a:lvl4pPr>
            <a:lvl5pPr>
              <a:defRPr sz="3225" b="1">
                <a:solidFill>
                  <a:srgbClr val="17363A"/>
                </a:solidFill>
              </a:defRPr>
            </a:lvl5pPr>
            <a:lvl6pPr>
              <a:defRPr sz="3225" b="1">
                <a:solidFill>
                  <a:srgbClr val="17363A"/>
                </a:solidFill>
              </a:defRPr>
            </a:lvl6pPr>
            <a:lvl7pPr>
              <a:defRPr sz="3225" b="1">
                <a:solidFill>
                  <a:srgbClr val="17363A"/>
                </a:solidFill>
              </a:defRPr>
            </a:lvl7pPr>
            <a:lvl8pPr>
              <a:defRPr sz="3225" b="1">
                <a:solidFill>
                  <a:srgbClr val="17363A"/>
                </a:solidFill>
              </a:defRPr>
            </a:lvl8pPr>
            <a:lvl9pPr>
              <a:defRPr sz="3225" b="1">
                <a:solidFill>
                  <a:srgbClr val="17363A"/>
                </a:solidFill>
              </a:defRPr>
            </a:lvl9pPr>
          </a:lstStyle>
          <a:p>
            <a:pPr>
              <a:defRPr sz="3225" b="1">
                <a:solidFill>
                  <a:srgbClr val="17363A"/>
                </a:solidFill>
              </a:defRPr>
            </a:pPr>
            <a:r>
              <a:rPr sz="3225" b="1">
                <a:solidFill>
                  <a:srgbClr val="17363A"/>
                </a:solidFill>
              </a:rPr>
              <a:t>La performance sur le test familial</a:t>
            </a:r>
          </a:p>
        </p:txBody>
      </p:sp>
      <p:sp>
        <p:nvSpPr>
          <p:cNvPr id="3" name="Rectangle 2">
            <a:extLst>
              <a:ext uri="{FF2B5EF4-FFF2-40B4-BE49-F238E27FC236}">
                <a16:creationId xmlns:a16="http://schemas.microsoft.com/office/drawing/2014/main" id="{56FC51FF-C803-42A8-803B-95FDBE7F771F}"/>
              </a:ext>
            </a:extLst>
          </p:cNvPr>
          <p:cNvSpPr>
            <a:spLocks noGrp="1"/>
          </p:cNvSpPr>
          <p:nvPr/>
        </p:nvSpPr>
        <p:spPr>
          <a:xfrm>
            <a:off x="628650" y="6362700"/>
            <a:ext cx="8096250" cy="228600"/>
          </a:xfrm>
          <a:prstGeom prst="rect">
            <a:avLst/>
          </a:prstGeom>
          <a:noFill/>
          <a:ln w="0">
            <a:noFill/>
          </a:ln>
        </p:spPr>
        <p:txBody>
          <a:bodyPr/>
          <a:lstStyle>
            <a:defPPr>
              <a:defRPr sz="1275" b="0">
                <a:solidFill>
                  <a:srgbClr val="5A6E71"/>
                </a:solidFill>
              </a:defRPr>
            </a:defPPr>
            <a:lvl1pPr>
              <a:defRPr sz="1275" b="0">
                <a:solidFill>
                  <a:srgbClr val="5A6E71"/>
                </a:solidFill>
              </a:defRPr>
            </a:lvl1pPr>
            <a:lvl2pPr>
              <a:defRPr sz="1275" b="0">
                <a:solidFill>
                  <a:srgbClr val="5A6E71"/>
                </a:solidFill>
              </a:defRPr>
            </a:lvl2pPr>
            <a:lvl3pPr>
              <a:defRPr sz="1275" b="0">
                <a:solidFill>
                  <a:srgbClr val="5A6E71"/>
                </a:solidFill>
              </a:defRPr>
            </a:lvl3pPr>
            <a:lvl4pPr>
              <a:defRPr sz="1275" b="0">
                <a:solidFill>
                  <a:srgbClr val="5A6E71"/>
                </a:solidFill>
              </a:defRPr>
            </a:lvl4pPr>
            <a:lvl5pPr>
              <a:defRPr sz="1275" b="0">
                <a:solidFill>
                  <a:srgbClr val="5A6E71"/>
                </a:solidFill>
              </a:defRPr>
            </a:lvl5pPr>
            <a:lvl6pPr>
              <a:defRPr sz="1275" b="0">
                <a:solidFill>
                  <a:srgbClr val="5A6E71"/>
                </a:solidFill>
              </a:defRPr>
            </a:lvl6pPr>
            <a:lvl7pPr>
              <a:defRPr sz="1275" b="0">
                <a:solidFill>
                  <a:srgbClr val="5A6E71"/>
                </a:solidFill>
              </a:defRPr>
            </a:lvl7pPr>
            <a:lvl8pPr>
              <a:defRPr sz="1275" b="0">
                <a:solidFill>
                  <a:srgbClr val="5A6E71"/>
                </a:solidFill>
              </a:defRPr>
            </a:lvl8pPr>
            <a:lvl9pPr>
              <a:defRPr sz="1275" b="0">
                <a:solidFill>
                  <a:srgbClr val="5A6E71"/>
                </a:solidFill>
              </a:defRPr>
            </a:lvl9pPr>
          </a:lstStyle>
          <a:p>
            <a:pPr>
              <a:defRPr sz="1275" b="0">
                <a:solidFill>
                  <a:srgbClr val="5A6E71"/>
                </a:solidFill>
              </a:defRPr>
            </a:pPr>
            <a:r>
              <a:rPr sz="1275" b="0">
                <a:solidFill>
                  <a:srgbClr val="5A6E71"/>
                </a:solidFill>
              </a:rPr>
              <a:t>02   SUPERVISÉ   /   5 MIN</a:t>
            </a:r>
          </a:p>
        </p:txBody>
      </p:sp>
      <p:sp>
        <p:nvSpPr>
          <p:cNvPr id="4" name="Rectangle 3">
            <a:extLst>
              <a:ext uri="{FF2B5EF4-FFF2-40B4-BE49-F238E27FC236}">
                <a16:creationId xmlns:a16="http://schemas.microsoft.com/office/drawing/2014/main" id="{CD679B9E-3559-43F0-BC1A-18A7DA1E608C}"/>
              </a:ext>
            </a:extLst>
          </p:cNvPr>
          <p:cNvSpPr>
            <a:spLocks noGrp="1"/>
          </p:cNvSpPr>
          <p:nvPr/>
        </p:nvSpPr>
        <p:spPr>
          <a:xfrm>
            <a:off x="11029950" y="6362700"/>
            <a:ext cx="571500" cy="228600"/>
          </a:xfrm>
          <a:prstGeom prst="rect">
            <a:avLst/>
          </a:prstGeom>
          <a:noFill/>
          <a:ln w="0">
            <a:noFill/>
          </a:ln>
        </p:spPr>
        <p:txBody>
          <a:bodyPr/>
          <a:lstStyle>
            <a:defPPr>
              <a:defRPr sz="1275" b="0">
                <a:solidFill>
                  <a:srgbClr val="5A6E71"/>
                </a:solidFill>
              </a:defRPr>
            </a:defPPr>
            <a:lvl1pPr>
              <a:defRPr sz="1275" b="0">
                <a:solidFill>
                  <a:srgbClr val="5A6E71"/>
                </a:solidFill>
              </a:defRPr>
            </a:lvl1pPr>
            <a:lvl2pPr>
              <a:defRPr sz="1275" b="0">
                <a:solidFill>
                  <a:srgbClr val="5A6E71"/>
                </a:solidFill>
              </a:defRPr>
            </a:lvl2pPr>
            <a:lvl3pPr>
              <a:defRPr sz="1275" b="0">
                <a:solidFill>
                  <a:srgbClr val="5A6E71"/>
                </a:solidFill>
              </a:defRPr>
            </a:lvl3pPr>
            <a:lvl4pPr>
              <a:defRPr sz="1275" b="0">
                <a:solidFill>
                  <a:srgbClr val="5A6E71"/>
                </a:solidFill>
              </a:defRPr>
            </a:lvl4pPr>
            <a:lvl5pPr>
              <a:defRPr sz="1275" b="0">
                <a:solidFill>
                  <a:srgbClr val="5A6E71"/>
                </a:solidFill>
              </a:defRPr>
            </a:lvl5pPr>
            <a:lvl6pPr>
              <a:defRPr sz="1275" b="0">
                <a:solidFill>
                  <a:srgbClr val="5A6E71"/>
                </a:solidFill>
              </a:defRPr>
            </a:lvl6pPr>
            <a:lvl7pPr>
              <a:defRPr sz="1275" b="0">
                <a:solidFill>
                  <a:srgbClr val="5A6E71"/>
                </a:solidFill>
              </a:defRPr>
            </a:lvl7pPr>
            <a:lvl8pPr>
              <a:defRPr sz="1275" b="0">
                <a:solidFill>
                  <a:srgbClr val="5A6E71"/>
                </a:solidFill>
              </a:defRPr>
            </a:lvl8pPr>
            <a:lvl9pPr>
              <a:defRPr sz="1275" b="0">
                <a:solidFill>
                  <a:srgbClr val="5A6E71"/>
                </a:solidFill>
              </a:defRPr>
            </a:lvl9pPr>
          </a:lstStyle>
          <a:p>
            <a:pPr>
              <a:defRPr sz="1275" b="0">
                <a:solidFill>
                  <a:srgbClr val="5A6E71"/>
                </a:solidFill>
              </a:defRPr>
            </a:pPr>
            <a:r>
              <a:rPr sz="1275" b="0">
                <a:solidFill>
                  <a:srgbClr val="5A6E71"/>
                </a:solidFill>
              </a:rPr>
              <a:t>07</a:t>
            </a:r>
          </a:p>
        </p:txBody>
      </p:sp>
      <p:graphicFrame>
        <p:nvGraphicFramePr>
          <p:cNvPr id="5" name="Chart">
            <a:extLst>
              <a:ext uri="{FF2B5EF4-FFF2-40B4-BE49-F238E27FC236}">
                <a16:creationId xmlns:a16="http://schemas.microsoft.com/office/drawing/2014/main" id="{76B2FA32-4690-47A3-BCE4-0E62D6D9F508}"/>
              </a:ext>
            </a:extLst>
          </p:cNvPr>
          <p:cNvGraphicFramePr/>
          <p:nvPr/>
        </p:nvGraphicFramePr>
        <p:xfrm>
          <a:off x="619125" y="1619250"/>
          <a:ext cx="7239000" cy="3952875"/>
        </p:xfrm>
        <a:graphic>
          <a:graphicData uri="http://schemas.openxmlformats.org/drawingml/2006/chart">
            <c:chart xmlns:c="http://schemas.openxmlformats.org/drawingml/2006/chart" xmlns:r="http://schemas.openxmlformats.org/officeDocument/2006/relationships" r:id="rId3"/>
          </a:graphicData>
        </a:graphic>
      </p:graphicFrame>
      <p:sp>
        <p:nvSpPr>
          <p:cNvPr id="6" name="Rectangle 5">
            <a:extLst>
              <a:ext uri="{FF2B5EF4-FFF2-40B4-BE49-F238E27FC236}">
                <a16:creationId xmlns:a16="http://schemas.microsoft.com/office/drawing/2014/main" id="{70020BDB-6EA8-4D9A-B6B9-2BEC48AC2F9A}"/>
              </a:ext>
            </a:extLst>
          </p:cNvPr>
          <p:cNvSpPr>
            <a:spLocks noGrp="1"/>
          </p:cNvSpPr>
          <p:nvPr/>
        </p:nvSpPr>
        <p:spPr>
          <a:xfrm>
            <a:off x="8715375" y="1771650"/>
            <a:ext cx="2476500" cy="714375"/>
          </a:xfrm>
          <a:prstGeom prst="rect">
            <a:avLst/>
          </a:prstGeom>
          <a:noFill/>
          <a:ln w="0">
            <a:noFill/>
          </a:ln>
        </p:spPr>
        <p:txBody>
          <a:bodyPr/>
          <a:lstStyle>
            <a:defPPr>
              <a:defRPr sz="4125" b="1">
                <a:solidFill>
                  <a:srgbClr val="008C85"/>
                </a:solidFill>
              </a:defRPr>
            </a:defPPr>
            <a:lvl1pPr>
              <a:defRPr sz="4125" b="1">
                <a:solidFill>
                  <a:srgbClr val="008C85"/>
                </a:solidFill>
              </a:defRPr>
            </a:lvl1pPr>
            <a:lvl2pPr>
              <a:defRPr sz="4125" b="1">
                <a:solidFill>
                  <a:srgbClr val="008C85"/>
                </a:solidFill>
              </a:defRPr>
            </a:lvl2pPr>
            <a:lvl3pPr>
              <a:defRPr sz="4125" b="1">
                <a:solidFill>
                  <a:srgbClr val="008C85"/>
                </a:solidFill>
              </a:defRPr>
            </a:lvl3pPr>
            <a:lvl4pPr>
              <a:defRPr sz="4125" b="1">
                <a:solidFill>
                  <a:srgbClr val="008C85"/>
                </a:solidFill>
              </a:defRPr>
            </a:lvl4pPr>
            <a:lvl5pPr>
              <a:defRPr sz="4125" b="1">
                <a:solidFill>
                  <a:srgbClr val="008C85"/>
                </a:solidFill>
              </a:defRPr>
            </a:lvl5pPr>
            <a:lvl6pPr>
              <a:defRPr sz="4125" b="1">
                <a:solidFill>
                  <a:srgbClr val="008C85"/>
                </a:solidFill>
              </a:defRPr>
            </a:lvl6pPr>
            <a:lvl7pPr>
              <a:defRPr sz="4125" b="1">
                <a:solidFill>
                  <a:srgbClr val="008C85"/>
                </a:solidFill>
              </a:defRPr>
            </a:lvl7pPr>
            <a:lvl8pPr>
              <a:defRPr sz="4125" b="1">
                <a:solidFill>
                  <a:srgbClr val="008C85"/>
                </a:solidFill>
              </a:defRPr>
            </a:lvl8pPr>
            <a:lvl9pPr>
              <a:defRPr sz="4125" b="1">
                <a:solidFill>
                  <a:srgbClr val="008C85"/>
                </a:solidFill>
              </a:defRPr>
            </a:lvl9pPr>
          </a:lstStyle>
          <a:p>
            <a:pPr>
              <a:defRPr sz="4125" b="1">
                <a:solidFill>
                  <a:srgbClr val="008C85"/>
                </a:solidFill>
              </a:defRPr>
            </a:pPr>
            <a:r>
              <a:rPr sz="4125" b="1">
                <a:solidFill>
                  <a:srgbClr val="008C85"/>
                </a:solidFill>
              </a:rPr>
              <a:t>16,8</a:t>
            </a:r>
          </a:p>
        </p:txBody>
      </p:sp>
      <p:sp>
        <p:nvSpPr>
          <p:cNvPr id="7" name="Rectangle 6">
            <a:extLst>
              <a:ext uri="{FF2B5EF4-FFF2-40B4-BE49-F238E27FC236}">
                <a16:creationId xmlns:a16="http://schemas.microsoft.com/office/drawing/2014/main" id="{68F882FE-A247-45E7-B345-472AFEAD0239}"/>
              </a:ext>
            </a:extLst>
          </p:cNvPr>
          <p:cNvSpPr>
            <a:spLocks noGrp="1"/>
          </p:cNvSpPr>
          <p:nvPr/>
        </p:nvSpPr>
        <p:spPr>
          <a:xfrm>
            <a:off x="8734425" y="2495550"/>
            <a:ext cx="2476500" cy="428625"/>
          </a:xfrm>
          <a:prstGeom prst="rect">
            <a:avLst/>
          </a:prstGeom>
          <a:noFill/>
          <a:ln w="0">
            <a:noFill/>
          </a:ln>
        </p:spPr>
        <p:txBody>
          <a:bodyPr/>
          <a:lstStyle>
            <a:defPPr>
              <a:defRPr sz="1875" b="0">
                <a:solidFill>
                  <a:srgbClr val="17363A"/>
                </a:solidFill>
              </a:defRPr>
            </a:defPPr>
            <a:lvl1pPr>
              <a:defRPr sz="1875" b="0">
                <a:solidFill>
                  <a:srgbClr val="17363A"/>
                </a:solidFill>
              </a:defRPr>
            </a:lvl1pPr>
            <a:lvl2pPr>
              <a:defRPr sz="1875" b="0">
                <a:solidFill>
                  <a:srgbClr val="17363A"/>
                </a:solidFill>
              </a:defRPr>
            </a:lvl2pPr>
            <a:lvl3pPr>
              <a:defRPr sz="1875" b="0">
                <a:solidFill>
                  <a:srgbClr val="17363A"/>
                </a:solidFill>
              </a:defRPr>
            </a:lvl3pPr>
            <a:lvl4pPr>
              <a:defRPr sz="1875" b="0">
                <a:solidFill>
                  <a:srgbClr val="17363A"/>
                </a:solidFill>
              </a:defRPr>
            </a:lvl4pPr>
            <a:lvl5pPr>
              <a:defRPr sz="1875" b="0">
                <a:solidFill>
                  <a:srgbClr val="17363A"/>
                </a:solidFill>
              </a:defRPr>
            </a:lvl5pPr>
            <a:lvl6pPr>
              <a:defRPr sz="1875" b="0">
                <a:solidFill>
                  <a:srgbClr val="17363A"/>
                </a:solidFill>
              </a:defRPr>
            </a:lvl6pPr>
            <a:lvl7pPr>
              <a:defRPr sz="1875" b="0">
                <a:solidFill>
                  <a:srgbClr val="17363A"/>
                </a:solidFill>
              </a:defRPr>
            </a:lvl7pPr>
            <a:lvl8pPr>
              <a:defRPr sz="1875" b="0">
                <a:solidFill>
                  <a:srgbClr val="17363A"/>
                </a:solidFill>
              </a:defRPr>
            </a:lvl8pPr>
            <a:lvl9pPr>
              <a:defRPr sz="1875" b="0">
                <a:solidFill>
                  <a:srgbClr val="17363A"/>
                </a:solidFill>
              </a:defRPr>
            </a:lvl9pPr>
          </a:lstStyle>
          <a:p>
            <a:pPr>
              <a:defRPr sz="1875" b="0">
                <a:solidFill>
                  <a:srgbClr val="17363A"/>
                </a:solidFill>
              </a:defRPr>
            </a:pPr>
            <a:r>
              <a:rPr sz="1875" b="0">
                <a:solidFill>
                  <a:srgbClr val="17363A"/>
                </a:solidFill>
              </a:rPr>
              <a:t>MAE (g/km)</a:t>
            </a:r>
          </a:p>
        </p:txBody>
      </p:sp>
      <p:sp>
        <p:nvSpPr>
          <p:cNvPr id="8" name="Rectangle 7">
            <a:extLst>
              <a:ext uri="{FF2B5EF4-FFF2-40B4-BE49-F238E27FC236}">
                <a16:creationId xmlns:a16="http://schemas.microsoft.com/office/drawing/2014/main" id="{C460C198-1370-417B-823B-756C63F0405E}"/>
              </a:ext>
            </a:extLst>
          </p:cNvPr>
          <p:cNvSpPr>
            <a:spLocks noGrp="1"/>
          </p:cNvSpPr>
          <p:nvPr/>
        </p:nvSpPr>
        <p:spPr>
          <a:xfrm>
            <a:off x="8715375" y="3181350"/>
            <a:ext cx="2476500" cy="714375"/>
          </a:xfrm>
          <a:prstGeom prst="rect">
            <a:avLst/>
          </a:prstGeom>
          <a:noFill/>
          <a:ln w="0">
            <a:noFill/>
          </a:ln>
        </p:spPr>
        <p:txBody>
          <a:bodyPr/>
          <a:lstStyle>
            <a:defPPr>
              <a:defRPr sz="4125" b="1">
                <a:solidFill>
                  <a:srgbClr val="17363A"/>
                </a:solidFill>
              </a:defRPr>
            </a:defPPr>
            <a:lvl1pPr>
              <a:defRPr sz="4125" b="1">
                <a:solidFill>
                  <a:srgbClr val="17363A"/>
                </a:solidFill>
              </a:defRPr>
            </a:lvl1pPr>
            <a:lvl2pPr>
              <a:defRPr sz="4125" b="1">
                <a:solidFill>
                  <a:srgbClr val="17363A"/>
                </a:solidFill>
              </a:defRPr>
            </a:lvl2pPr>
            <a:lvl3pPr>
              <a:defRPr sz="4125" b="1">
                <a:solidFill>
                  <a:srgbClr val="17363A"/>
                </a:solidFill>
              </a:defRPr>
            </a:lvl3pPr>
            <a:lvl4pPr>
              <a:defRPr sz="4125" b="1">
                <a:solidFill>
                  <a:srgbClr val="17363A"/>
                </a:solidFill>
              </a:defRPr>
            </a:lvl4pPr>
            <a:lvl5pPr>
              <a:defRPr sz="4125" b="1">
                <a:solidFill>
                  <a:srgbClr val="17363A"/>
                </a:solidFill>
              </a:defRPr>
            </a:lvl5pPr>
            <a:lvl6pPr>
              <a:defRPr sz="4125" b="1">
                <a:solidFill>
                  <a:srgbClr val="17363A"/>
                </a:solidFill>
              </a:defRPr>
            </a:lvl6pPr>
            <a:lvl7pPr>
              <a:defRPr sz="4125" b="1">
                <a:solidFill>
                  <a:srgbClr val="17363A"/>
                </a:solidFill>
              </a:defRPr>
            </a:lvl7pPr>
            <a:lvl8pPr>
              <a:defRPr sz="4125" b="1">
                <a:solidFill>
                  <a:srgbClr val="17363A"/>
                </a:solidFill>
              </a:defRPr>
            </a:lvl8pPr>
            <a:lvl9pPr>
              <a:defRPr sz="4125" b="1">
                <a:solidFill>
                  <a:srgbClr val="17363A"/>
                </a:solidFill>
              </a:defRPr>
            </a:lvl9pPr>
          </a:lstStyle>
          <a:p>
            <a:pPr>
              <a:defRPr sz="4125" b="1">
                <a:solidFill>
                  <a:srgbClr val="17363A"/>
                </a:solidFill>
              </a:defRPr>
            </a:pPr>
            <a:r>
              <a:rPr sz="4125" b="1">
                <a:solidFill>
                  <a:srgbClr val="17363A"/>
                </a:solidFill>
              </a:rPr>
              <a:t>24,0</a:t>
            </a:r>
          </a:p>
        </p:txBody>
      </p:sp>
      <p:sp>
        <p:nvSpPr>
          <p:cNvPr id="9" name="Rectangle 8">
            <a:extLst>
              <a:ext uri="{FF2B5EF4-FFF2-40B4-BE49-F238E27FC236}">
                <a16:creationId xmlns:a16="http://schemas.microsoft.com/office/drawing/2014/main" id="{A05D2FF5-9CFF-4835-A4DB-78E125B5266E}"/>
              </a:ext>
            </a:extLst>
          </p:cNvPr>
          <p:cNvSpPr>
            <a:spLocks noGrp="1"/>
          </p:cNvSpPr>
          <p:nvPr/>
        </p:nvSpPr>
        <p:spPr>
          <a:xfrm>
            <a:off x="8734425" y="3905250"/>
            <a:ext cx="2476500" cy="428625"/>
          </a:xfrm>
          <a:prstGeom prst="rect">
            <a:avLst/>
          </a:prstGeom>
          <a:noFill/>
          <a:ln w="0">
            <a:noFill/>
          </a:ln>
        </p:spPr>
        <p:txBody>
          <a:bodyPr/>
          <a:lstStyle>
            <a:defPPr>
              <a:defRPr sz="1875" b="0">
                <a:solidFill>
                  <a:srgbClr val="17363A"/>
                </a:solidFill>
              </a:defRPr>
            </a:defPPr>
            <a:lvl1pPr>
              <a:defRPr sz="1875" b="0">
                <a:solidFill>
                  <a:srgbClr val="17363A"/>
                </a:solidFill>
              </a:defRPr>
            </a:lvl1pPr>
            <a:lvl2pPr>
              <a:defRPr sz="1875" b="0">
                <a:solidFill>
                  <a:srgbClr val="17363A"/>
                </a:solidFill>
              </a:defRPr>
            </a:lvl2pPr>
            <a:lvl3pPr>
              <a:defRPr sz="1875" b="0">
                <a:solidFill>
                  <a:srgbClr val="17363A"/>
                </a:solidFill>
              </a:defRPr>
            </a:lvl3pPr>
            <a:lvl4pPr>
              <a:defRPr sz="1875" b="0">
                <a:solidFill>
                  <a:srgbClr val="17363A"/>
                </a:solidFill>
              </a:defRPr>
            </a:lvl4pPr>
            <a:lvl5pPr>
              <a:defRPr sz="1875" b="0">
                <a:solidFill>
                  <a:srgbClr val="17363A"/>
                </a:solidFill>
              </a:defRPr>
            </a:lvl5pPr>
            <a:lvl6pPr>
              <a:defRPr sz="1875" b="0">
                <a:solidFill>
                  <a:srgbClr val="17363A"/>
                </a:solidFill>
              </a:defRPr>
            </a:lvl6pPr>
            <a:lvl7pPr>
              <a:defRPr sz="1875" b="0">
                <a:solidFill>
                  <a:srgbClr val="17363A"/>
                </a:solidFill>
              </a:defRPr>
            </a:lvl7pPr>
            <a:lvl8pPr>
              <a:defRPr sz="1875" b="0">
                <a:solidFill>
                  <a:srgbClr val="17363A"/>
                </a:solidFill>
              </a:defRPr>
            </a:lvl8pPr>
            <a:lvl9pPr>
              <a:defRPr sz="1875" b="0">
                <a:solidFill>
                  <a:srgbClr val="17363A"/>
                </a:solidFill>
              </a:defRPr>
            </a:lvl9pPr>
          </a:lstStyle>
          <a:p>
            <a:pPr>
              <a:defRPr sz="1875" b="0">
                <a:solidFill>
                  <a:srgbClr val="17363A"/>
                </a:solidFill>
              </a:defRPr>
            </a:pPr>
            <a:r>
              <a:rPr sz="1875" b="0">
                <a:solidFill>
                  <a:srgbClr val="17363A"/>
                </a:solidFill>
              </a:rPr>
              <a:t>RMSE (g/km)</a:t>
            </a:r>
          </a:p>
        </p:txBody>
      </p:sp>
      <p:sp>
        <p:nvSpPr>
          <p:cNvPr id="10" name="Rectangle 9">
            <a:extLst>
              <a:ext uri="{FF2B5EF4-FFF2-40B4-BE49-F238E27FC236}">
                <a16:creationId xmlns:a16="http://schemas.microsoft.com/office/drawing/2014/main" id="{2C686424-BDD7-41D3-858D-84158C8E5BBD}"/>
              </a:ext>
            </a:extLst>
          </p:cNvPr>
          <p:cNvSpPr>
            <a:spLocks noGrp="1"/>
          </p:cNvSpPr>
          <p:nvPr/>
        </p:nvSpPr>
        <p:spPr>
          <a:xfrm>
            <a:off x="8715375" y="4648200"/>
            <a:ext cx="2667000" cy="714375"/>
          </a:xfrm>
          <a:prstGeom prst="rect">
            <a:avLst/>
          </a:prstGeom>
          <a:noFill/>
          <a:ln w="0">
            <a:noFill/>
          </a:ln>
        </p:spPr>
        <p:txBody>
          <a:bodyPr/>
          <a:lstStyle>
            <a:defPPr>
              <a:defRPr sz="2925" b="1">
                <a:solidFill>
                  <a:srgbClr val="DE8736"/>
                </a:solidFill>
              </a:defRPr>
            </a:defPPr>
            <a:lvl1pPr>
              <a:defRPr sz="2925" b="1">
                <a:solidFill>
                  <a:srgbClr val="DE8736"/>
                </a:solidFill>
              </a:defRPr>
            </a:lvl1pPr>
            <a:lvl2pPr>
              <a:defRPr sz="2925" b="1">
                <a:solidFill>
                  <a:srgbClr val="DE8736"/>
                </a:solidFill>
              </a:defRPr>
            </a:lvl2pPr>
            <a:lvl3pPr>
              <a:defRPr sz="2925" b="1">
                <a:solidFill>
                  <a:srgbClr val="DE8736"/>
                </a:solidFill>
              </a:defRPr>
            </a:lvl3pPr>
            <a:lvl4pPr>
              <a:defRPr sz="2925" b="1">
                <a:solidFill>
                  <a:srgbClr val="DE8736"/>
                </a:solidFill>
              </a:defRPr>
            </a:lvl4pPr>
            <a:lvl5pPr>
              <a:defRPr sz="2925" b="1">
                <a:solidFill>
                  <a:srgbClr val="DE8736"/>
                </a:solidFill>
              </a:defRPr>
            </a:lvl5pPr>
            <a:lvl6pPr>
              <a:defRPr sz="2925" b="1">
                <a:solidFill>
                  <a:srgbClr val="DE8736"/>
                </a:solidFill>
              </a:defRPr>
            </a:lvl6pPr>
            <a:lvl7pPr>
              <a:defRPr sz="2925" b="1">
                <a:solidFill>
                  <a:srgbClr val="DE8736"/>
                </a:solidFill>
              </a:defRPr>
            </a:lvl7pPr>
            <a:lvl8pPr>
              <a:defRPr sz="2925" b="1">
                <a:solidFill>
                  <a:srgbClr val="DE8736"/>
                </a:solidFill>
              </a:defRPr>
            </a:lvl8pPr>
            <a:lvl9pPr>
              <a:defRPr sz="2925" b="1">
                <a:solidFill>
                  <a:srgbClr val="DE8736"/>
                </a:solidFill>
              </a:defRPr>
            </a:lvl9pPr>
          </a:lstStyle>
          <a:p>
            <a:pPr>
              <a:defRPr sz="2925" b="1">
                <a:solidFill>
                  <a:srgbClr val="DE8736"/>
                </a:solidFill>
              </a:defRPr>
            </a:pPr>
            <a:r>
              <a:rPr sz="2925" b="1">
                <a:solidFill>
                  <a:srgbClr val="DE8736"/>
                </a:solidFill>
              </a:rPr>
              <a:t>R² 0,63</a:t>
            </a:r>
          </a:p>
        </p:txBody>
      </p:sp>
      <p:sp>
        <p:nvSpPr>
          <p:cNvPr id="11" name="Rectangle 10">
            <a:extLst>
              <a:ext uri="{FF2B5EF4-FFF2-40B4-BE49-F238E27FC236}">
                <a16:creationId xmlns:a16="http://schemas.microsoft.com/office/drawing/2014/main" id="{E3F8CFCE-5C8C-415F-8912-CBF3FED99EDE}"/>
              </a:ext>
            </a:extLst>
          </p:cNvPr>
          <p:cNvSpPr>
            <a:spLocks noGrp="1"/>
          </p:cNvSpPr>
          <p:nvPr/>
        </p:nvSpPr>
        <p:spPr>
          <a:xfrm>
            <a:off x="647700" y="5657850"/>
            <a:ext cx="10858500" cy="552450"/>
          </a:xfrm>
          <a:prstGeom prst="rect">
            <a:avLst/>
          </a:prstGeom>
          <a:noFill/>
          <a:ln w="0">
            <a:noFill/>
          </a:ln>
        </p:spPr>
        <p:txBody>
          <a:bodyPr/>
          <a:lstStyle>
            <a:defPPr>
              <a:defRPr sz="1950" b="1">
                <a:solidFill>
                  <a:srgbClr val="008C85"/>
                </a:solidFill>
              </a:defRPr>
            </a:defPPr>
            <a:lvl1pPr>
              <a:defRPr sz="1950" b="1">
                <a:solidFill>
                  <a:srgbClr val="008C85"/>
                </a:solidFill>
              </a:defRPr>
            </a:lvl1pPr>
            <a:lvl2pPr>
              <a:defRPr sz="1950" b="1">
                <a:solidFill>
                  <a:srgbClr val="008C85"/>
                </a:solidFill>
              </a:defRPr>
            </a:lvl2pPr>
            <a:lvl3pPr>
              <a:defRPr sz="1950" b="1">
                <a:solidFill>
                  <a:srgbClr val="008C85"/>
                </a:solidFill>
              </a:defRPr>
            </a:lvl3pPr>
            <a:lvl4pPr>
              <a:defRPr sz="1950" b="1">
                <a:solidFill>
                  <a:srgbClr val="008C85"/>
                </a:solidFill>
              </a:defRPr>
            </a:lvl4pPr>
            <a:lvl5pPr>
              <a:defRPr sz="1950" b="1">
                <a:solidFill>
                  <a:srgbClr val="008C85"/>
                </a:solidFill>
              </a:defRPr>
            </a:lvl5pPr>
            <a:lvl6pPr>
              <a:defRPr sz="1950" b="1">
                <a:solidFill>
                  <a:srgbClr val="008C85"/>
                </a:solidFill>
              </a:defRPr>
            </a:lvl6pPr>
            <a:lvl7pPr>
              <a:defRPr sz="1950" b="1">
                <a:solidFill>
                  <a:srgbClr val="008C85"/>
                </a:solidFill>
              </a:defRPr>
            </a:lvl7pPr>
            <a:lvl8pPr>
              <a:defRPr sz="1950" b="1">
                <a:solidFill>
                  <a:srgbClr val="008C85"/>
                </a:solidFill>
              </a:defRPr>
            </a:lvl8pPr>
            <a:lvl9pPr>
              <a:defRPr sz="1950" b="1">
                <a:solidFill>
                  <a:srgbClr val="008C85"/>
                </a:solidFill>
              </a:defRPr>
            </a:lvl9pPr>
          </a:lstStyle>
          <a:p>
            <a:pPr>
              <a:defRPr sz="1950" b="1">
                <a:solidFill>
                  <a:srgbClr val="008C85"/>
                </a:solidFill>
              </a:defRPr>
            </a:pPr>
            <a:r>
              <a:rPr sz="1950" b="1">
                <a:solidFill>
                  <a:srgbClr val="008C85"/>
                </a:solidFill>
              </a:rPr>
              <a:t>Test par famille : une évaluation de transfert au sein du catalogue</a:t>
            </a:r>
          </a:p>
        </p:txBody>
      </p:sp>
      <p:sp>
        <p:nvSpPr>
          <p:cNvPr id="12" name="presenter-badge">
            <a:extLst>
              <a:ext uri="{FF2B5EF4-FFF2-40B4-BE49-F238E27FC236}">
                <a16:creationId xmlns:a16="http://schemas.microsoft.com/office/drawing/2014/main" id="{2A5A0D91-6883-61CF-2BF7-740DF36E7C9D}"/>
              </a:ext>
            </a:extLst>
          </p:cNvPr>
          <p:cNvSpPr>
            <a:spLocks noGrp="1"/>
          </p:cNvSpPr>
          <p:nvPr/>
        </p:nvSpPr>
        <p:spPr>
          <a:xfrm>
            <a:off x="9429750" y="6286500"/>
            <a:ext cx="1428750" cy="323850"/>
          </a:xfrm>
          <a:prstGeom prst="roundRect">
            <a:avLst>
              <a:gd name="adj" fmla="val 50000"/>
            </a:avLst>
          </a:prstGeom>
          <a:solidFill>
            <a:srgbClr val="00756F"/>
          </a:solidFill>
          <a:ln w="0">
            <a:noFill/>
          </a:ln>
        </p:spPr>
        <p:txBody>
          <a:bodyPr lIns="0" tIns="0" rIns="0" bIns="0" anchor="ctr"/>
          <a:lstStyle>
            <a:defPPr algn="ctr">
              <a:defRPr sz="1500" b="1">
                <a:solidFill>
                  <a:srgbClr val="FFFFFF"/>
                </a:solidFill>
              </a:defRPr>
            </a:defPPr>
            <a:lvl1pPr algn="ctr">
              <a:defRPr sz="1500" b="1">
                <a:solidFill>
                  <a:srgbClr val="FFFFFF"/>
                </a:solidFill>
              </a:defRPr>
            </a:lvl1pPr>
            <a:lvl2pPr algn="ctr">
              <a:defRPr sz="1500" b="1">
                <a:solidFill>
                  <a:srgbClr val="FFFFFF"/>
                </a:solidFill>
              </a:defRPr>
            </a:lvl2pPr>
            <a:lvl3pPr algn="ctr">
              <a:defRPr sz="1500" b="1">
                <a:solidFill>
                  <a:srgbClr val="FFFFFF"/>
                </a:solidFill>
              </a:defRPr>
            </a:lvl3pPr>
            <a:lvl4pPr algn="ctr">
              <a:defRPr sz="1500" b="1">
                <a:solidFill>
                  <a:srgbClr val="FFFFFF"/>
                </a:solidFill>
              </a:defRPr>
            </a:lvl4pPr>
            <a:lvl5pPr algn="ctr">
              <a:defRPr sz="1500" b="1">
                <a:solidFill>
                  <a:srgbClr val="FFFFFF"/>
                </a:solidFill>
              </a:defRPr>
            </a:lvl5pPr>
            <a:lvl6pPr algn="ctr">
              <a:defRPr sz="1500" b="1">
                <a:solidFill>
                  <a:srgbClr val="FFFFFF"/>
                </a:solidFill>
              </a:defRPr>
            </a:lvl6pPr>
            <a:lvl7pPr algn="ctr">
              <a:defRPr sz="1500" b="1">
                <a:solidFill>
                  <a:srgbClr val="FFFFFF"/>
                </a:solidFill>
              </a:defRPr>
            </a:lvl7pPr>
            <a:lvl8pPr algn="ctr">
              <a:defRPr sz="1500" b="1">
                <a:solidFill>
                  <a:srgbClr val="FFFFFF"/>
                </a:solidFill>
              </a:defRPr>
            </a:lvl8pPr>
            <a:lvl9pPr algn="ctr">
              <a:defRPr sz="1500" b="1">
                <a:solidFill>
                  <a:srgbClr val="FFFFFF"/>
                </a:solidFill>
              </a:defRPr>
            </a:lvl9pPr>
          </a:lstStyle>
          <a:p>
            <a:pPr algn="ctr">
              <a:defRPr sz="1500" b="1">
                <a:solidFill>
                  <a:srgbClr val="FFFFFF"/>
                </a:solidFill>
              </a:defRPr>
            </a:pPr>
            <a:r>
              <a:rPr sz="1500" b="1" dirty="0">
                <a:solidFill>
                  <a:srgbClr val="FFFFFF"/>
                </a:solidFill>
              </a:rPr>
              <a:t>Clément</a:t>
            </a:r>
          </a:p>
        </p:txBody>
      </p:sp>
    </p:spTree>
    <p:extLst>
      <p:ext uri="{BB962C8B-B14F-4D97-AF65-F5344CB8AC3E}">
        <p14:creationId xmlns:p14="http://schemas.microsoft.com/office/powerpoint/2010/main" val="3526733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AFCFB"/>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F09BCB1-1C18-4EAA-ABC6-59F2DAE822A7}"/>
              </a:ext>
            </a:extLst>
          </p:cNvPr>
          <p:cNvSpPr>
            <a:spLocks noGrp="1"/>
          </p:cNvSpPr>
          <p:nvPr/>
        </p:nvSpPr>
        <p:spPr>
          <a:xfrm>
            <a:off x="619125" y="457200"/>
            <a:ext cx="10953750" cy="857250"/>
          </a:xfrm>
          <a:prstGeom prst="rect">
            <a:avLst/>
          </a:prstGeom>
          <a:noFill/>
          <a:ln w="0">
            <a:noFill/>
          </a:ln>
        </p:spPr>
        <p:txBody>
          <a:bodyPr/>
          <a:lstStyle>
            <a:defPPr>
              <a:defRPr sz="3225" b="1">
                <a:solidFill>
                  <a:srgbClr val="17363A"/>
                </a:solidFill>
              </a:defRPr>
            </a:defPPr>
            <a:lvl1pPr>
              <a:defRPr sz="3225" b="1">
                <a:solidFill>
                  <a:srgbClr val="17363A"/>
                </a:solidFill>
              </a:defRPr>
            </a:lvl1pPr>
            <a:lvl2pPr>
              <a:defRPr sz="3225" b="1">
                <a:solidFill>
                  <a:srgbClr val="17363A"/>
                </a:solidFill>
              </a:defRPr>
            </a:lvl2pPr>
            <a:lvl3pPr>
              <a:defRPr sz="3225" b="1">
                <a:solidFill>
                  <a:srgbClr val="17363A"/>
                </a:solidFill>
              </a:defRPr>
            </a:lvl3pPr>
            <a:lvl4pPr>
              <a:defRPr sz="3225" b="1">
                <a:solidFill>
                  <a:srgbClr val="17363A"/>
                </a:solidFill>
              </a:defRPr>
            </a:lvl4pPr>
            <a:lvl5pPr>
              <a:defRPr sz="3225" b="1">
                <a:solidFill>
                  <a:srgbClr val="17363A"/>
                </a:solidFill>
              </a:defRPr>
            </a:lvl5pPr>
            <a:lvl6pPr>
              <a:defRPr sz="3225" b="1">
                <a:solidFill>
                  <a:srgbClr val="17363A"/>
                </a:solidFill>
              </a:defRPr>
            </a:lvl6pPr>
            <a:lvl7pPr>
              <a:defRPr sz="3225" b="1">
                <a:solidFill>
                  <a:srgbClr val="17363A"/>
                </a:solidFill>
              </a:defRPr>
            </a:lvl7pPr>
            <a:lvl8pPr>
              <a:defRPr sz="3225" b="1">
                <a:solidFill>
                  <a:srgbClr val="17363A"/>
                </a:solidFill>
              </a:defRPr>
            </a:lvl8pPr>
            <a:lvl9pPr>
              <a:defRPr sz="3225" b="1">
                <a:solidFill>
                  <a:srgbClr val="17363A"/>
                </a:solidFill>
              </a:defRPr>
            </a:lvl9pPr>
          </a:lstStyle>
          <a:p>
            <a:pPr>
              <a:defRPr sz="3225" b="1">
                <a:solidFill>
                  <a:srgbClr val="17363A"/>
                </a:solidFill>
              </a:defRPr>
            </a:pPr>
            <a:r>
              <a:rPr sz="3225" b="1">
                <a:solidFill>
                  <a:srgbClr val="17363A"/>
                </a:solidFill>
              </a:rPr>
              <a:t>La portée de la généralisation</a:t>
            </a:r>
          </a:p>
        </p:txBody>
      </p:sp>
      <p:sp>
        <p:nvSpPr>
          <p:cNvPr id="3" name="Rectangle 2">
            <a:extLst>
              <a:ext uri="{FF2B5EF4-FFF2-40B4-BE49-F238E27FC236}">
                <a16:creationId xmlns:a16="http://schemas.microsoft.com/office/drawing/2014/main" id="{7F7E199B-E756-4D91-A18A-AB04DEF03DC6}"/>
              </a:ext>
            </a:extLst>
          </p:cNvPr>
          <p:cNvSpPr>
            <a:spLocks noGrp="1"/>
          </p:cNvSpPr>
          <p:nvPr/>
        </p:nvSpPr>
        <p:spPr>
          <a:xfrm>
            <a:off x="628650" y="6362700"/>
            <a:ext cx="8096250" cy="228600"/>
          </a:xfrm>
          <a:prstGeom prst="rect">
            <a:avLst/>
          </a:prstGeom>
          <a:noFill/>
          <a:ln w="0">
            <a:noFill/>
          </a:ln>
        </p:spPr>
        <p:txBody>
          <a:bodyPr/>
          <a:lstStyle>
            <a:defPPr>
              <a:defRPr sz="1275" b="0">
                <a:solidFill>
                  <a:srgbClr val="5A6E71"/>
                </a:solidFill>
              </a:defRPr>
            </a:defPPr>
            <a:lvl1pPr>
              <a:defRPr sz="1275" b="0">
                <a:solidFill>
                  <a:srgbClr val="5A6E71"/>
                </a:solidFill>
              </a:defRPr>
            </a:lvl1pPr>
            <a:lvl2pPr>
              <a:defRPr sz="1275" b="0">
                <a:solidFill>
                  <a:srgbClr val="5A6E71"/>
                </a:solidFill>
              </a:defRPr>
            </a:lvl2pPr>
            <a:lvl3pPr>
              <a:defRPr sz="1275" b="0">
                <a:solidFill>
                  <a:srgbClr val="5A6E71"/>
                </a:solidFill>
              </a:defRPr>
            </a:lvl3pPr>
            <a:lvl4pPr>
              <a:defRPr sz="1275" b="0">
                <a:solidFill>
                  <a:srgbClr val="5A6E71"/>
                </a:solidFill>
              </a:defRPr>
            </a:lvl4pPr>
            <a:lvl5pPr>
              <a:defRPr sz="1275" b="0">
                <a:solidFill>
                  <a:srgbClr val="5A6E71"/>
                </a:solidFill>
              </a:defRPr>
            </a:lvl5pPr>
            <a:lvl6pPr>
              <a:defRPr sz="1275" b="0">
                <a:solidFill>
                  <a:srgbClr val="5A6E71"/>
                </a:solidFill>
              </a:defRPr>
            </a:lvl6pPr>
            <a:lvl7pPr>
              <a:defRPr sz="1275" b="0">
                <a:solidFill>
                  <a:srgbClr val="5A6E71"/>
                </a:solidFill>
              </a:defRPr>
            </a:lvl7pPr>
            <a:lvl8pPr>
              <a:defRPr sz="1275" b="0">
                <a:solidFill>
                  <a:srgbClr val="5A6E71"/>
                </a:solidFill>
              </a:defRPr>
            </a:lvl8pPr>
            <a:lvl9pPr>
              <a:defRPr sz="1275" b="0">
                <a:solidFill>
                  <a:srgbClr val="5A6E71"/>
                </a:solidFill>
              </a:defRPr>
            </a:lvl9pPr>
          </a:lstStyle>
          <a:p>
            <a:pPr>
              <a:defRPr sz="1275" b="0">
                <a:solidFill>
                  <a:srgbClr val="5A6E71"/>
                </a:solidFill>
              </a:defRPr>
            </a:pPr>
            <a:r>
              <a:rPr sz="1275" b="0">
                <a:solidFill>
                  <a:srgbClr val="5A6E71"/>
                </a:solidFill>
              </a:rPr>
              <a:t>02   SUPERVISÉ   /   5 MIN</a:t>
            </a:r>
          </a:p>
        </p:txBody>
      </p:sp>
      <p:sp>
        <p:nvSpPr>
          <p:cNvPr id="4" name="Rectangle 3">
            <a:extLst>
              <a:ext uri="{FF2B5EF4-FFF2-40B4-BE49-F238E27FC236}">
                <a16:creationId xmlns:a16="http://schemas.microsoft.com/office/drawing/2014/main" id="{B54A8BBE-6407-4808-A11C-8867B0975654}"/>
              </a:ext>
            </a:extLst>
          </p:cNvPr>
          <p:cNvSpPr>
            <a:spLocks noGrp="1"/>
          </p:cNvSpPr>
          <p:nvPr/>
        </p:nvSpPr>
        <p:spPr>
          <a:xfrm>
            <a:off x="11029950" y="6362700"/>
            <a:ext cx="571500" cy="228600"/>
          </a:xfrm>
          <a:prstGeom prst="rect">
            <a:avLst/>
          </a:prstGeom>
          <a:noFill/>
          <a:ln w="0">
            <a:noFill/>
          </a:ln>
        </p:spPr>
        <p:txBody>
          <a:bodyPr/>
          <a:lstStyle>
            <a:defPPr>
              <a:defRPr sz="1275" b="0">
                <a:solidFill>
                  <a:srgbClr val="5A6E71"/>
                </a:solidFill>
              </a:defRPr>
            </a:defPPr>
            <a:lvl1pPr>
              <a:defRPr sz="1275" b="0">
                <a:solidFill>
                  <a:srgbClr val="5A6E71"/>
                </a:solidFill>
              </a:defRPr>
            </a:lvl1pPr>
            <a:lvl2pPr>
              <a:defRPr sz="1275" b="0">
                <a:solidFill>
                  <a:srgbClr val="5A6E71"/>
                </a:solidFill>
              </a:defRPr>
            </a:lvl2pPr>
            <a:lvl3pPr>
              <a:defRPr sz="1275" b="0">
                <a:solidFill>
                  <a:srgbClr val="5A6E71"/>
                </a:solidFill>
              </a:defRPr>
            </a:lvl3pPr>
            <a:lvl4pPr>
              <a:defRPr sz="1275" b="0">
                <a:solidFill>
                  <a:srgbClr val="5A6E71"/>
                </a:solidFill>
              </a:defRPr>
            </a:lvl4pPr>
            <a:lvl5pPr>
              <a:defRPr sz="1275" b="0">
                <a:solidFill>
                  <a:srgbClr val="5A6E71"/>
                </a:solidFill>
              </a:defRPr>
            </a:lvl5pPr>
            <a:lvl6pPr>
              <a:defRPr sz="1275" b="0">
                <a:solidFill>
                  <a:srgbClr val="5A6E71"/>
                </a:solidFill>
              </a:defRPr>
            </a:lvl6pPr>
            <a:lvl7pPr>
              <a:defRPr sz="1275" b="0">
                <a:solidFill>
                  <a:srgbClr val="5A6E71"/>
                </a:solidFill>
              </a:defRPr>
            </a:lvl7pPr>
            <a:lvl8pPr>
              <a:defRPr sz="1275" b="0">
                <a:solidFill>
                  <a:srgbClr val="5A6E71"/>
                </a:solidFill>
              </a:defRPr>
            </a:lvl8pPr>
            <a:lvl9pPr>
              <a:defRPr sz="1275" b="0">
                <a:solidFill>
                  <a:srgbClr val="5A6E71"/>
                </a:solidFill>
              </a:defRPr>
            </a:lvl9pPr>
          </a:lstStyle>
          <a:p>
            <a:pPr>
              <a:defRPr sz="1275" b="0">
                <a:solidFill>
                  <a:srgbClr val="5A6E71"/>
                </a:solidFill>
              </a:defRPr>
            </a:pPr>
            <a:r>
              <a:rPr sz="1275" b="0">
                <a:solidFill>
                  <a:srgbClr val="5A6E71"/>
                </a:solidFill>
              </a:rPr>
              <a:t>08</a:t>
            </a:r>
          </a:p>
        </p:txBody>
      </p:sp>
      <p:graphicFrame>
        <p:nvGraphicFramePr>
          <p:cNvPr id="5" name="Chart">
            <a:extLst>
              <a:ext uri="{FF2B5EF4-FFF2-40B4-BE49-F238E27FC236}">
                <a16:creationId xmlns:a16="http://schemas.microsoft.com/office/drawing/2014/main" id="{4785D04E-8CC3-4CC6-9287-872CF18A047A}"/>
              </a:ext>
            </a:extLst>
          </p:cNvPr>
          <p:cNvGraphicFramePr/>
          <p:nvPr/>
        </p:nvGraphicFramePr>
        <p:xfrm>
          <a:off x="619125" y="1905000"/>
          <a:ext cx="6572250" cy="3429000"/>
        </p:xfrm>
        <a:graphic>
          <a:graphicData uri="http://schemas.openxmlformats.org/drawingml/2006/chart">
            <c:chart xmlns:c="http://schemas.openxmlformats.org/drawingml/2006/chart" xmlns:r="http://schemas.openxmlformats.org/officeDocument/2006/relationships" r:id="rId3"/>
          </a:graphicData>
        </a:graphic>
      </p:graphicFrame>
      <p:sp>
        <p:nvSpPr>
          <p:cNvPr id="6" name="Rectangle 5">
            <a:extLst>
              <a:ext uri="{FF2B5EF4-FFF2-40B4-BE49-F238E27FC236}">
                <a16:creationId xmlns:a16="http://schemas.microsoft.com/office/drawing/2014/main" id="{DE868146-04A2-4941-9D06-042E8AA8D649}"/>
              </a:ext>
            </a:extLst>
          </p:cNvPr>
          <p:cNvSpPr>
            <a:spLocks noGrp="1"/>
          </p:cNvSpPr>
          <p:nvPr/>
        </p:nvSpPr>
        <p:spPr>
          <a:xfrm>
            <a:off x="8001000" y="2057400"/>
            <a:ext cx="3524250" cy="762000"/>
          </a:xfrm>
          <a:prstGeom prst="rect">
            <a:avLst/>
          </a:prstGeom>
          <a:noFill/>
          <a:ln w="0">
            <a:noFill/>
          </a:ln>
        </p:spPr>
        <p:txBody>
          <a:bodyPr/>
          <a:lstStyle>
            <a:defPPr>
              <a:defRPr sz="2325" b="1">
                <a:solidFill>
                  <a:srgbClr val="DE8736"/>
                </a:solidFill>
              </a:defRPr>
            </a:defPPr>
            <a:lvl1pPr>
              <a:defRPr sz="2325" b="1">
                <a:solidFill>
                  <a:srgbClr val="DE8736"/>
                </a:solidFill>
              </a:defRPr>
            </a:lvl1pPr>
            <a:lvl2pPr>
              <a:defRPr sz="2325" b="1">
                <a:solidFill>
                  <a:srgbClr val="DE8736"/>
                </a:solidFill>
              </a:defRPr>
            </a:lvl2pPr>
            <a:lvl3pPr>
              <a:defRPr sz="2325" b="1">
                <a:solidFill>
                  <a:srgbClr val="DE8736"/>
                </a:solidFill>
              </a:defRPr>
            </a:lvl3pPr>
            <a:lvl4pPr>
              <a:defRPr sz="2325" b="1">
                <a:solidFill>
                  <a:srgbClr val="DE8736"/>
                </a:solidFill>
              </a:defRPr>
            </a:lvl4pPr>
            <a:lvl5pPr>
              <a:defRPr sz="2325" b="1">
                <a:solidFill>
                  <a:srgbClr val="DE8736"/>
                </a:solidFill>
              </a:defRPr>
            </a:lvl5pPr>
            <a:lvl6pPr>
              <a:defRPr sz="2325" b="1">
                <a:solidFill>
                  <a:srgbClr val="DE8736"/>
                </a:solidFill>
              </a:defRPr>
            </a:lvl6pPr>
            <a:lvl7pPr>
              <a:defRPr sz="2325" b="1">
                <a:solidFill>
                  <a:srgbClr val="DE8736"/>
                </a:solidFill>
              </a:defRPr>
            </a:lvl7pPr>
            <a:lvl8pPr>
              <a:defRPr sz="2325" b="1">
                <a:solidFill>
                  <a:srgbClr val="DE8736"/>
                </a:solidFill>
              </a:defRPr>
            </a:lvl8pPr>
            <a:lvl9pPr>
              <a:defRPr sz="2325" b="1">
                <a:solidFill>
                  <a:srgbClr val="DE8736"/>
                </a:solidFill>
              </a:defRPr>
            </a:lvl9pPr>
          </a:lstStyle>
          <a:p>
            <a:pPr>
              <a:defRPr sz="2325" b="1">
                <a:solidFill>
                  <a:srgbClr val="DE8736"/>
                </a:solidFill>
              </a:defRPr>
            </a:pPr>
            <a:r>
              <a:rPr sz="2325" b="1">
                <a:solidFill>
                  <a:srgbClr val="DE8736"/>
                </a:solidFill>
              </a:rPr>
              <a:t>Puissance fiscale exclue</a:t>
            </a:r>
          </a:p>
        </p:txBody>
      </p:sp>
      <p:sp>
        <p:nvSpPr>
          <p:cNvPr id="7" name="Rectangle 6">
            <a:extLst>
              <a:ext uri="{FF2B5EF4-FFF2-40B4-BE49-F238E27FC236}">
                <a16:creationId xmlns:a16="http://schemas.microsoft.com/office/drawing/2014/main" id="{6291B586-C471-4477-9D00-1FFD40340045}"/>
              </a:ext>
            </a:extLst>
          </p:cNvPr>
          <p:cNvSpPr>
            <a:spLocks noGrp="1"/>
          </p:cNvSpPr>
          <p:nvPr/>
        </p:nvSpPr>
        <p:spPr>
          <a:xfrm>
            <a:off x="8029575" y="3000375"/>
            <a:ext cx="3333750" cy="952500"/>
          </a:xfrm>
          <a:prstGeom prst="rect">
            <a:avLst/>
          </a:prstGeom>
          <a:noFill/>
          <a:ln w="0">
            <a:noFill/>
          </a:ln>
        </p:spPr>
        <p:txBody>
          <a:bodyPr/>
          <a:lstStyle>
            <a:defPPr>
              <a:defRPr sz="2175" b="0">
                <a:solidFill>
                  <a:srgbClr val="5A6E71"/>
                </a:solidFill>
              </a:defRPr>
            </a:defPPr>
            <a:lvl1pPr>
              <a:defRPr sz="2175" b="0">
                <a:solidFill>
                  <a:srgbClr val="5A6E71"/>
                </a:solidFill>
              </a:defRPr>
            </a:lvl1pPr>
            <a:lvl2pPr>
              <a:defRPr sz="2175" b="0">
                <a:solidFill>
                  <a:srgbClr val="5A6E71"/>
                </a:solidFill>
              </a:defRPr>
            </a:lvl2pPr>
            <a:lvl3pPr>
              <a:defRPr sz="2175" b="0">
                <a:solidFill>
                  <a:srgbClr val="5A6E71"/>
                </a:solidFill>
              </a:defRPr>
            </a:lvl3pPr>
            <a:lvl4pPr>
              <a:defRPr sz="2175" b="0">
                <a:solidFill>
                  <a:srgbClr val="5A6E71"/>
                </a:solidFill>
              </a:defRPr>
            </a:lvl4pPr>
            <a:lvl5pPr>
              <a:defRPr sz="2175" b="0">
                <a:solidFill>
                  <a:srgbClr val="5A6E71"/>
                </a:solidFill>
              </a:defRPr>
            </a:lvl5pPr>
            <a:lvl6pPr>
              <a:defRPr sz="2175" b="0">
                <a:solidFill>
                  <a:srgbClr val="5A6E71"/>
                </a:solidFill>
              </a:defRPr>
            </a:lvl6pPr>
            <a:lvl7pPr>
              <a:defRPr sz="2175" b="0">
                <a:solidFill>
                  <a:srgbClr val="5A6E71"/>
                </a:solidFill>
              </a:defRPr>
            </a:lvl7pPr>
            <a:lvl8pPr>
              <a:defRPr sz="2175" b="0">
                <a:solidFill>
                  <a:srgbClr val="5A6E71"/>
                </a:solidFill>
              </a:defRPr>
            </a:lvl8pPr>
            <a:lvl9pPr>
              <a:defRPr sz="2175" b="0">
                <a:solidFill>
                  <a:srgbClr val="5A6E71"/>
                </a:solidFill>
              </a:defRPr>
            </a:lvl9pPr>
          </a:lstStyle>
          <a:p>
            <a:pPr>
              <a:defRPr sz="2175" b="0">
                <a:solidFill>
                  <a:srgbClr val="5A6E71"/>
                </a:solidFill>
              </a:defRPr>
            </a:pPr>
            <a:r>
              <a:rPr sz="2175" b="0">
                <a:solidFill>
                  <a:srgbClr val="5A6E71"/>
                </a:solidFill>
              </a:rPr>
              <a:t>Lien historique</a:t>
            </a:r>
          </a:p>
          <a:p>
            <a:pPr>
              <a:defRPr sz="2175" b="0">
                <a:solidFill>
                  <a:srgbClr val="5A6E71"/>
                </a:solidFill>
              </a:defRPr>
            </a:pPr>
            <a:r>
              <a:rPr sz="2175" b="0">
                <a:solidFill>
                  <a:srgbClr val="5A6E71"/>
                </a:solidFill>
              </a:rPr>
              <a:t>avec le CO₂</a:t>
            </a:r>
          </a:p>
        </p:txBody>
      </p:sp>
      <p:sp>
        <p:nvSpPr>
          <p:cNvPr id="8" name="Rectangle 7">
            <a:extLst>
              <a:ext uri="{FF2B5EF4-FFF2-40B4-BE49-F238E27FC236}">
                <a16:creationId xmlns:a16="http://schemas.microsoft.com/office/drawing/2014/main" id="{CE2689CF-F0F5-492C-8A7C-B42B938207C1}"/>
              </a:ext>
            </a:extLst>
          </p:cNvPr>
          <p:cNvSpPr>
            <a:spLocks noGrp="1"/>
          </p:cNvSpPr>
          <p:nvPr/>
        </p:nvSpPr>
        <p:spPr>
          <a:xfrm>
            <a:off x="647700" y="5657850"/>
            <a:ext cx="10858500" cy="552450"/>
          </a:xfrm>
          <a:prstGeom prst="rect">
            <a:avLst/>
          </a:prstGeom>
          <a:noFill/>
          <a:ln w="0">
            <a:noFill/>
          </a:ln>
        </p:spPr>
        <p:txBody>
          <a:bodyPr/>
          <a:lstStyle>
            <a:defPPr>
              <a:defRPr sz="1950" b="1">
                <a:solidFill>
                  <a:srgbClr val="008C85"/>
                </a:solidFill>
              </a:defRPr>
            </a:defPPr>
            <a:lvl1pPr>
              <a:defRPr sz="1950" b="1">
                <a:solidFill>
                  <a:srgbClr val="008C85"/>
                </a:solidFill>
              </a:defRPr>
            </a:lvl1pPr>
            <a:lvl2pPr>
              <a:defRPr sz="1950" b="1">
                <a:solidFill>
                  <a:srgbClr val="008C85"/>
                </a:solidFill>
              </a:defRPr>
            </a:lvl2pPr>
            <a:lvl3pPr>
              <a:defRPr sz="1950" b="1">
                <a:solidFill>
                  <a:srgbClr val="008C85"/>
                </a:solidFill>
              </a:defRPr>
            </a:lvl3pPr>
            <a:lvl4pPr>
              <a:defRPr sz="1950" b="1">
                <a:solidFill>
                  <a:srgbClr val="008C85"/>
                </a:solidFill>
              </a:defRPr>
            </a:lvl4pPr>
            <a:lvl5pPr>
              <a:defRPr sz="1950" b="1">
                <a:solidFill>
                  <a:srgbClr val="008C85"/>
                </a:solidFill>
              </a:defRPr>
            </a:lvl5pPr>
            <a:lvl6pPr>
              <a:defRPr sz="1950" b="1">
                <a:solidFill>
                  <a:srgbClr val="008C85"/>
                </a:solidFill>
              </a:defRPr>
            </a:lvl6pPr>
            <a:lvl7pPr>
              <a:defRPr sz="1950" b="1">
                <a:solidFill>
                  <a:srgbClr val="008C85"/>
                </a:solidFill>
              </a:defRPr>
            </a:lvl7pPr>
            <a:lvl8pPr>
              <a:defRPr sz="1950" b="1">
                <a:solidFill>
                  <a:srgbClr val="008C85"/>
                </a:solidFill>
              </a:defRPr>
            </a:lvl8pPr>
            <a:lvl9pPr>
              <a:defRPr sz="1950" b="1">
                <a:solidFill>
                  <a:srgbClr val="008C85"/>
                </a:solidFill>
              </a:defRPr>
            </a:lvl9pPr>
          </a:lstStyle>
          <a:p>
            <a:pPr>
              <a:defRPr sz="1950" b="1">
                <a:solidFill>
                  <a:srgbClr val="008C85"/>
                </a:solidFill>
              </a:defRPr>
            </a:pPr>
            <a:r>
              <a:rPr sz="1950" b="1">
                <a:solidFill>
                  <a:srgbClr val="008C85"/>
                </a:solidFill>
              </a:rPr>
              <a:t>Audit rétrospectif. Une validation indépendante reste nécessaire</a:t>
            </a:r>
          </a:p>
        </p:txBody>
      </p:sp>
      <p:sp>
        <p:nvSpPr>
          <p:cNvPr id="11" name="presenter-badge">
            <a:extLst>
              <a:ext uri="{FF2B5EF4-FFF2-40B4-BE49-F238E27FC236}">
                <a16:creationId xmlns:a16="http://schemas.microsoft.com/office/drawing/2014/main" id="{177055D7-6346-9D0A-083C-A5D12883E060}"/>
              </a:ext>
            </a:extLst>
          </p:cNvPr>
          <p:cNvSpPr>
            <a:spLocks noGrp="1"/>
          </p:cNvSpPr>
          <p:nvPr/>
        </p:nvSpPr>
        <p:spPr>
          <a:xfrm>
            <a:off x="9429750" y="6286500"/>
            <a:ext cx="1428750" cy="323850"/>
          </a:xfrm>
          <a:prstGeom prst="roundRect">
            <a:avLst>
              <a:gd name="adj" fmla="val 50000"/>
            </a:avLst>
          </a:prstGeom>
          <a:solidFill>
            <a:srgbClr val="00756F"/>
          </a:solidFill>
          <a:ln w="0">
            <a:noFill/>
          </a:ln>
        </p:spPr>
        <p:txBody>
          <a:bodyPr lIns="0" tIns="0" rIns="0" bIns="0" anchor="ctr"/>
          <a:lstStyle>
            <a:defPPr algn="ctr">
              <a:defRPr sz="1500" b="1">
                <a:solidFill>
                  <a:srgbClr val="FFFFFF"/>
                </a:solidFill>
              </a:defRPr>
            </a:defPPr>
            <a:lvl1pPr algn="ctr">
              <a:defRPr sz="1500" b="1">
                <a:solidFill>
                  <a:srgbClr val="FFFFFF"/>
                </a:solidFill>
              </a:defRPr>
            </a:lvl1pPr>
            <a:lvl2pPr algn="ctr">
              <a:defRPr sz="1500" b="1">
                <a:solidFill>
                  <a:srgbClr val="FFFFFF"/>
                </a:solidFill>
              </a:defRPr>
            </a:lvl2pPr>
            <a:lvl3pPr algn="ctr">
              <a:defRPr sz="1500" b="1">
                <a:solidFill>
                  <a:srgbClr val="FFFFFF"/>
                </a:solidFill>
              </a:defRPr>
            </a:lvl3pPr>
            <a:lvl4pPr algn="ctr">
              <a:defRPr sz="1500" b="1">
                <a:solidFill>
                  <a:srgbClr val="FFFFFF"/>
                </a:solidFill>
              </a:defRPr>
            </a:lvl4pPr>
            <a:lvl5pPr algn="ctr">
              <a:defRPr sz="1500" b="1">
                <a:solidFill>
                  <a:srgbClr val="FFFFFF"/>
                </a:solidFill>
              </a:defRPr>
            </a:lvl5pPr>
            <a:lvl6pPr algn="ctr">
              <a:defRPr sz="1500" b="1">
                <a:solidFill>
                  <a:srgbClr val="FFFFFF"/>
                </a:solidFill>
              </a:defRPr>
            </a:lvl6pPr>
            <a:lvl7pPr algn="ctr">
              <a:defRPr sz="1500" b="1">
                <a:solidFill>
                  <a:srgbClr val="FFFFFF"/>
                </a:solidFill>
              </a:defRPr>
            </a:lvl7pPr>
            <a:lvl8pPr algn="ctr">
              <a:defRPr sz="1500" b="1">
                <a:solidFill>
                  <a:srgbClr val="FFFFFF"/>
                </a:solidFill>
              </a:defRPr>
            </a:lvl8pPr>
            <a:lvl9pPr algn="ctr">
              <a:defRPr sz="1500" b="1">
                <a:solidFill>
                  <a:srgbClr val="FFFFFF"/>
                </a:solidFill>
              </a:defRPr>
            </a:lvl9pPr>
          </a:lstStyle>
          <a:p>
            <a:pPr algn="ctr">
              <a:defRPr sz="1500" b="1">
                <a:solidFill>
                  <a:srgbClr val="FFFFFF"/>
                </a:solidFill>
              </a:defRPr>
            </a:pPr>
            <a:r>
              <a:rPr sz="1500" b="1" dirty="0">
                <a:solidFill>
                  <a:srgbClr val="FFFFFF"/>
                </a:solidFill>
              </a:rPr>
              <a:t>Clément</a:t>
            </a:r>
          </a:p>
        </p:txBody>
      </p:sp>
    </p:spTree>
    <p:extLst>
      <p:ext uri="{BB962C8B-B14F-4D97-AF65-F5344CB8AC3E}">
        <p14:creationId xmlns:p14="http://schemas.microsoft.com/office/powerpoint/2010/main" val="5448753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AFCFB"/>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C2D3B61-2196-4DE5-B53E-36E3FBD3E3ED}"/>
              </a:ext>
            </a:extLst>
          </p:cNvPr>
          <p:cNvSpPr>
            <a:spLocks noGrp="1"/>
          </p:cNvSpPr>
          <p:nvPr/>
        </p:nvSpPr>
        <p:spPr>
          <a:xfrm>
            <a:off x="619125" y="457200"/>
            <a:ext cx="10953750" cy="857250"/>
          </a:xfrm>
          <a:prstGeom prst="rect">
            <a:avLst/>
          </a:prstGeom>
          <a:noFill/>
          <a:ln w="0">
            <a:noFill/>
          </a:ln>
        </p:spPr>
        <p:txBody>
          <a:bodyPr/>
          <a:lstStyle>
            <a:defPPr>
              <a:defRPr sz="3225" b="1">
                <a:solidFill>
                  <a:srgbClr val="17363A"/>
                </a:solidFill>
              </a:defRPr>
            </a:defPPr>
            <a:lvl1pPr>
              <a:defRPr sz="3225" b="1">
                <a:solidFill>
                  <a:srgbClr val="17363A"/>
                </a:solidFill>
              </a:defRPr>
            </a:lvl1pPr>
            <a:lvl2pPr>
              <a:defRPr sz="3225" b="1">
                <a:solidFill>
                  <a:srgbClr val="17363A"/>
                </a:solidFill>
              </a:defRPr>
            </a:lvl2pPr>
            <a:lvl3pPr>
              <a:defRPr sz="3225" b="1">
                <a:solidFill>
                  <a:srgbClr val="17363A"/>
                </a:solidFill>
              </a:defRPr>
            </a:lvl3pPr>
            <a:lvl4pPr>
              <a:defRPr sz="3225" b="1">
                <a:solidFill>
                  <a:srgbClr val="17363A"/>
                </a:solidFill>
              </a:defRPr>
            </a:lvl4pPr>
            <a:lvl5pPr>
              <a:defRPr sz="3225" b="1">
                <a:solidFill>
                  <a:srgbClr val="17363A"/>
                </a:solidFill>
              </a:defRPr>
            </a:lvl5pPr>
            <a:lvl6pPr>
              <a:defRPr sz="3225" b="1">
                <a:solidFill>
                  <a:srgbClr val="17363A"/>
                </a:solidFill>
              </a:defRPr>
            </a:lvl6pPr>
            <a:lvl7pPr>
              <a:defRPr sz="3225" b="1">
                <a:solidFill>
                  <a:srgbClr val="17363A"/>
                </a:solidFill>
              </a:defRPr>
            </a:lvl7pPr>
            <a:lvl8pPr>
              <a:defRPr sz="3225" b="1">
                <a:solidFill>
                  <a:srgbClr val="17363A"/>
                </a:solidFill>
              </a:defRPr>
            </a:lvl8pPr>
            <a:lvl9pPr>
              <a:defRPr sz="3225" b="1">
                <a:solidFill>
                  <a:srgbClr val="17363A"/>
                </a:solidFill>
              </a:defRPr>
            </a:lvl9pPr>
          </a:lstStyle>
          <a:p>
            <a:pPr>
              <a:defRPr sz="3225" b="1">
                <a:solidFill>
                  <a:srgbClr val="17363A"/>
                </a:solidFill>
              </a:defRPr>
            </a:pPr>
            <a:r>
              <a:rPr sz="3225" b="1">
                <a:solidFill>
                  <a:srgbClr val="17363A"/>
                </a:solidFill>
              </a:rPr>
              <a:t>Segmenter les profils techniques</a:t>
            </a:r>
          </a:p>
        </p:txBody>
      </p:sp>
      <p:sp>
        <p:nvSpPr>
          <p:cNvPr id="3" name="Rectangle 2">
            <a:extLst>
              <a:ext uri="{FF2B5EF4-FFF2-40B4-BE49-F238E27FC236}">
                <a16:creationId xmlns:a16="http://schemas.microsoft.com/office/drawing/2014/main" id="{A6AC9601-E3D0-46E9-8336-D4B1CA3217E9}"/>
              </a:ext>
            </a:extLst>
          </p:cNvPr>
          <p:cNvSpPr>
            <a:spLocks noGrp="1"/>
          </p:cNvSpPr>
          <p:nvPr/>
        </p:nvSpPr>
        <p:spPr>
          <a:xfrm>
            <a:off x="628650" y="6362700"/>
            <a:ext cx="8096250" cy="228600"/>
          </a:xfrm>
          <a:prstGeom prst="rect">
            <a:avLst/>
          </a:prstGeom>
          <a:noFill/>
          <a:ln w="0">
            <a:noFill/>
          </a:ln>
        </p:spPr>
        <p:txBody>
          <a:bodyPr/>
          <a:lstStyle>
            <a:defPPr>
              <a:defRPr sz="1275" b="0">
                <a:solidFill>
                  <a:srgbClr val="5A6E71"/>
                </a:solidFill>
              </a:defRPr>
            </a:defPPr>
            <a:lvl1pPr>
              <a:defRPr sz="1275" b="0">
                <a:solidFill>
                  <a:srgbClr val="5A6E71"/>
                </a:solidFill>
              </a:defRPr>
            </a:lvl1pPr>
            <a:lvl2pPr>
              <a:defRPr sz="1275" b="0">
                <a:solidFill>
                  <a:srgbClr val="5A6E71"/>
                </a:solidFill>
              </a:defRPr>
            </a:lvl2pPr>
            <a:lvl3pPr>
              <a:defRPr sz="1275" b="0">
                <a:solidFill>
                  <a:srgbClr val="5A6E71"/>
                </a:solidFill>
              </a:defRPr>
            </a:lvl3pPr>
            <a:lvl4pPr>
              <a:defRPr sz="1275" b="0">
                <a:solidFill>
                  <a:srgbClr val="5A6E71"/>
                </a:solidFill>
              </a:defRPr>
            </a:lvl4pPr>
            <a:lvl5pPr>
              <a:defRPr sz="1275" b="0">
                <a:solidFill>
                  <a:srgbClr val="5A6E71"/>
                </a:solidFill>
              </a:defRPr>
            </a:lvl5pPr>
            <a:lvl6pPr>
              <a:defRPr sz="1275" b="0">
                <a:solidFill>
                  <a:srgbClr val="5A6E71"/>
                </a:solidFill>
              </a:defRPr>
            </a:lvl6pPr>
            <a:lvl7pPr>
              <a:defRPr sz="1275" b="0">
                <a:solidFill>
                  <a:srgbClr val="5A6E71"/>
                </a:solidFill>
              </a:defRPr>
            </a:lvl7pPr>
            <a:lvl8pPr>
              <a:defRPr sz="1275" b="0">
                <a:solidFill>
                  <a:srgbClr val="5A6E71"/>
                </a:solidFill>
              </a:defRPr>
            </a:lvl8pPr>
            <a:lvl9pPr>
              <a:defRPr sz="1275" b="0">
                <a:solidFill>
                  <a:srgbClr val="5A6E71"/>
                </a:solidFill>
              </a:defRPr>
            </a:lvl9pPr>
          </a:lstStyle>
          <a:p>
            <a:pPr>
              <a:defRPr sz="1275" b="0">
                <a:solidFill>
                  <a:srgbClr val="5A6E71"/>
                </a:solidFill>
              </a:defRPr>
            </a:pPr>
            <a:r>
              <a:rPr sz="1275" b="0">
                <a:solidFill>
                  <a:srgbClr val="5A6E71"/>
                </a:solidFill>
              </a:rPr>
              <a:t>03   K-MEANS   /   16 MIN</a:t>
            </a:r>
          </a:p>
        </p:txBody>
      </p:sp>
      <p:sp>
        <p:nvSpPr>
          <p:cNvPr id="4" name="Rectangle 3">
            <a:extLst>
              <a:ext uri="{FF2B5EF4-FFF2-40B4-BE49-F238E27FC236}">
                <a16:creationId xmlns:a16="http://schemas.microsoft.com/office/drawing/2014/main" id="{857D4103-88CF-4D44-85C0-ABF84ADDF7FD}"/>
              </a:ext>
            </a:extLst>
          </p:cNvPr>
          <p:cNvSpPr>
            <a:spLocks noGrp="1"/>
          </p:cNvSpPr>
          <p:nvPr/>
        </p:nvSpPr>
        <p:spPr>
          <a:xfrm>
            <a:off x="11029950" y="6362700"/>
            <a:ext cx="571500" cy="228600"/>
          </a:xfrm>
          <a:prstGeom prst="rect">
            <a:avLst/>
          </a:prstGeom>
          <a:noFill/>
          <a:ln w="0">
            <a:noFill/>
          </a:ln>
        </p:spPr>
        <p:txBody>
          <a:bodyPr/>
          <a:lstStyle>
            <a:defPPr>
              <a:defRPr sz="1275" b="0">
                <a:solidFill>
                  <a:srgbClr val="5A6E71"/>
                </a:solidFill>
              </a:defRPr>
            </a:defPPr>
            <a:lvl1pPr>
              <a:defRPr sz="1275" b="0">
                <a:solidFill>
                  <a:srgbClr val="5A6E71"/>
                </a:solidFill>
              </a:defRPr>
            </a:lvl1pPr>
            <a:lvl2pPr>
              <a:defRPr sz="1275" b="0">
                <a:solidFill>
                  <a:srgbClr val="5A6E71"/>
                </a:solidFill>
              </a:defRPr>
            </a:lvl2pPr>
            <a:lvl3pPr>
              <a:defRPr sz="1275" b="0">
                <a:solidFill>
                  <a:srgbClr val="5A6E71"/>
                </a:solidFill>
              </a:defRPr>
            </a:lvl3pPr>
            <a:lvl4pPr>
              <a:defRPr sz="1275" b="0">
                <a:solidFill>
                  <a:srgbClr val="5A6E71"/>
                </a:solidFill>
              </a:defRPr>
            </a:lvl4pPr>
            <a:lvl5pPr>
              <a:defRPr sz="1275" b="0">
                <a:solidFill>
                  <a:srgbClr val="5A6E71"/>
                </a:solidFill>
              </a:defRPr>
            </a:lvl5pPr>
            <a:lvl6pPr>
              <a:defRPr sz="1275" b="0">
                <a:solidFill>
                  <a:srgbClr val="5A6E71"/>
                </a:solidFill>
              </a:defRPr>
            </a:lvl6pPr>
            <a:lvl7pPr>
              <a:defRPr sz="1275" b="0">
                <a:solidFill>
                  <a:srgbClr val="5A6E71"/>
                </a:solidFill>
              </a:defRPr>
            </a:lvl7pPr>
            <a:lvl8pPr>
              <a:defRPr sz="1275" b="0">
                <a:solidFill>
                  <a:srgbClr val="5A6E71"/>
                </a:solidFill>
              </a:defRPr>
            </a:lvl8pPr>
            <a:lvl9pPr>
              <a:defRPr sz="1275" b="0">
                <a:solidFill>
                  <a:srgbClr val="5A6E71"/>
                </a:solidFill>
              </a:defRPr>
            </a:lvl9pPr>
          </a:lstStyle>
          <a:p>
            <a:pPr>
              <a:defRPr sz="1275" b="0">
                <a:solidFill>
                  <a:srgbClr val="5A6E71"/>
                </a:solidFill>
              </a:defRPr>
            </a:pPr>
            <a:r>
              <a:rPr sz="1275" b="0">
                <a:solidFill>
                  <a:srgbClr val="5A6E71"/>
                </a:solidFill>
              </a:rPr>
              <a:t>09</a:t>
            </a:r>
          </a:p>
        </p:txBody>
      </p:sp>
      <p:sp>
        <p:nvSpPr>
          <p:cNvPr id="5" name="Rectangle 4">
            <a:extLst>
              <a:ext uri="{FF2B5EF4-FFF2-40B4-BE49-F238E27FC236}">
                <a16:creationId xmlns:a16="http://schemas.microsoft.com/office/drawing/2014/main" id="{7EE647F1-F0C1-42A5-8E13-A50FEC22FD3B}"/>
              </a:ext>
            </a:extLst>
          </p:cNvPr>
          <p:cNvSpPr>
            <a:spLocks noGrp="1"/>
          </p:cNvSpPr>
          <p:nvPr/>
        </p:nvSpPr>
        <p:spPr>
          <a:xfrm>
            <a:off x="647700" y="1438275"/>
            <a:ext cx="10858500" cy="476250"/>
          </a:xfrm>
          <a:prstGeom prst="rect">
            <a:avLst/>
          </a:prstGeom>
          <a:noFill/>
          <a:ln w="0">
            <a:noFill/>
          </a:ln>
        </p:spPr>
        <p:txBody>
          <a:bodyPr/>
          <a:lstStyle>
            <a:defPPr>
              <a:defRPr sz="1800" b="0">
                <a:solidFill>
                  <a:srgbClr val="5A6E71"/>
                </a:solidFill>
              </a:defRPr>
            </a:defPPr>
            <a:lvl1pPr>
              <a:defRPr sz="1800" b="0">
                <a:solidFill>
                  <a:srgbClr val="5A6E71"/>
                </a:solidFill>
              </a:defRPr>
            </a:lvl1pPr>
            <a:lvl2pPr>
              <a:defRPr sz="1800" b="0">
                <a:solidFill>
                  <a:srgbClr val="5A6E71"/>
                </a:solidFill>
              </a:defRPr>
            </a:lvl2pPr>
            <a:lvl3pPr>
              <a:defRPr sz="1800" b="0">
                <a:solidFill>
                  <a:srgbClr val="5A6E71"/>
                </a:solidFill>
              </a:defRPr>
            </a:lvl3pPr>
            <a:lvl4pPr>
              <a:defRPr sz="1800" b="0">
                <a:solidFill>
                  <a:srgbClr val="5A6E71"/>
                </a:solidFill>
              </a:defRPr>
            </a:lvl4pPr>
            <a:lvl5pPr>
              <a:defRPr sz="1800" b="0">
                <a:solidFill>
                  <a:srgbClr val="5A6E71"/>
                </a:solidFill>
              </a:defRPr>
            </a:lvl5pPr>
            <a:lvl6pPr>
              <a:defRPr sz="1800" b="0">
                <a:solidFill>
                  <a:srgbClr val="5A6E71"/>
                </a:solidFill>
              </a:defRPr>
            </a:lvl6pPr>
            <a:lvl7pPr>
              <a:defRPr sz="1800" b="0">
                <a:solidFill>
                  <a:srgbClr val="5A6E71"/>
                </a:solidFill>
              </a:defRPr>
            </a:lvl7pPr>
            <a:lvl8pPr>
              <a:defRPr sz="1800" b="0">
                <a:solidFill>
                  <a:srgbClr val="5A6E71"/>
                </a:solidFill>
              </a:defRPr>
            </a:lvl8pPr>
            <a:lvl9pPr>
              <a:defRPr sz="1800" b="0">
                <a:solidFill>
                  <a:srgbClr val="5A6E71"/>
                </a:solidFill>
              </a:defRPr>
            </a:lvl9pPr>
          </a:lstStyle>
          <a:p>
            <a:pPr>
              <a:defRPr sz="1800" b="0">
                <a:solidFill>
                  <a:srgbClr val="5A6E71"/>
                </a:solidFill>
              </a:defRPr>
            </a:pPr>
            <a:r>
              <a:rPr sz="1800" b="0">
                <a:solidFill>
                  <a:srgbClr val="5A6E71"/>
                </a:solidFill>
              </a:rPr>
              <a:t>Échantillon équilibré : 220 points par groupe</a:t>
            </a:r>
          </a:p>
        </p:txBody>
      </p:sp>
      <p:graphicFrame>
        <p:nvGraphicFramePr>
          <p:cNvPr id="6" name="Chart">
            <a:extLst>
              <a:ext uri="{FF2B5EF4-FFF2-40B4-BE49-F238E27FC236}">
                <a16:creationId xmlns:a16="http://schemas.microsoft.com/office/drawing/2014/main" id="{B9639BAC-743A-4280-AC3B-B3EF1D5B5F6C}"/>
              </a:ext>
            </a:extLst>
          </p:cNvPr>
          <p:cNvGraphicFramePr/>
          <p:nvPr/>
        </p:nvGraphicFramePr>
        <p:xfrm>
          <a:off x="619125" y="1819275"/>
          <a:ext cx="10953750" cy="3714750"/>
        </p:xfrm>
        <a:graphic>
          <a:graphicData uri="http://schemas.openxmlformats.org/drawingml/2006/chart">
            <c:chart xmlns:c="http://schemas.openxmlformats.org/drawingml/2006/chart" xmlns:r="http://schemas.openxmlformats.org/officeDocument/2006/relationships" r:id="rId3"/>
          </a:graphicData>
        </a:graphic>
      </p:graphicFrame>
      <p:sp>
        <p:nvSpPr>
          <p:cNvPr id="7" name="Rectangle 6">
            <a:extLst>
              <a:ext uri="{FF2B5EF4-FFF2-40B4-BE49-F238E27FC236}">
                <a16:creationId xmlns:a16="http://schemas.microsoft.com/office/drawing/2014/main" id="{B8181937-49FC-45E3-BF9A-B2758052B0DE}"/>
              </a:ext>
            </a:extLst>
          </p:cNvPr>
          <p:cNvSpPr>
            <a:spLocks noGrp="1"/>
          </p:cNvSpPr>
          <p:nvPr/>
        </p:nvSpPr>
        <p:spPr>
          <a:xfrm>
            <a:off x="647700" y="5657850"/>
            <a:ext cx="10858500" cy="552450"/>
          </a:xfrm>
          <a:prstGeom prst="rect">
            <a:avLst/>
          </a:prstGeom>
          <a:noFill/>
          <a:ln w="0">
            <a:noFill/>
          </a:ln>
        </p:spPr>
        <p:txBody>
          <a:bodyPr/>
          <a:lstStyle>
            <a:defPPr>
              <a:defRPr sz="1950" b="1">
                <a:solidFill>
                  <a:srgbClr val="008C85"/>
                </a:solidFill>
              </a:defRPr>
            </a:defPPr>
            <a:lvl1pPr>
              <a:defRPr sz="1950" b="1">
                <a:solidFill>
                  <a:srgbClr val="008C85"/>
                </a:solidFill>
              </a:defRPr>
            </a:lvl1pPr>
            <a:lvl2pPr>
              <a:defRPr sz="1950" b="1">
                <a:solidFill>
                  <a:srgbClr val="008C85"/>
                </a:solidFill>
              </a:defRPr>
            </a:lvl2pPr>
            <a:lvl3pPr>
              <a:defRPr sz="1950" b="1">
                <a:solidFill>
                  <a:srgbClr val="008C85"/>
                </a:solidFill>
              </a:defRPr>
            </a:lvl3pPr>
            <a:lvl4pPr>
              <a:defRPr sz="1950" b="1">
                <a:solidFill>
                  <a:srgbClr val="008C85"/>
                </a:solidFill>
              </a:defRPr>
            </a:lvl4pPr>
            <a:lvl5pPr>
              <a:defRPr sz="1950" b="1">
                <a:solidFill>
                  <a:srgbClr val="008C85"/>
                </a:solidFill>
              </a:defRPr>
            </a:lvl5pPr>
            <a:lvl6pPr>
              <a:defRPr sz="1950" b="1">
                <a:solidFill>
                  <a:srgbClr val="008C85"/>
                </a:solidFill>
              </a:defRPr>
            </a:lvl6pPr>
            <a:lvl7pPr>
              <a:defRPr sz="1950" b="1">
                <a:solidFill>
                  <a:srgbClr val="008C85"/>
                </a:solidFill>
              </a:defRPr>
            </a:lvl7pPr>
            <a:lvl8pPr>
              <a:defRPr sz="1950" b="1">
                <a:solidFill>
                  <a:srgbClr val="008C85"/>
                </a:solidFill>
              </a:defRPr>
            </a:lvl8pPr>
            <a:lvl9pPr>
              <a:defRPr sz="1950" b="1">
                <a:solidFill>
                  <a:srgbClr val="008C85"/>
                </a:solidFill>
              </a:defRPr>
            </a:lvl9pPr>
          </a:lstStyle>
          <a:p>
            <a:pPr>
              <a:defRPr sz="1950" b="1">
                <a:solidFill>
                  <a:srgbClr val="008C85"/>
                </a:solidFill>
              </a:defRPr>
            </a:pPr>
            <a:r>
              <a:rPr sz="1950" b="1">
                <a:solidFill>
                  <a:srgbClr val="008C85"/>
                </a:solidFill>
              </a:rPr>
              <a:t>Une proximité technique, à interpréter dans le contexte du catalogue</a:t>
            </a:r>
          </a:p>
        </p:txBody>
      </p:sp>
      <p:sp>
        <p:nvSpPr>
          <p:cNvPr id="9" name="presenter-badge">
            <a:extLst>
              <a:ext uri="{FF2B5EF4-FFF2-40B4-BE49-F238E27FC236}">
                <a16:creationId xmlns:a16="http://schemas.microsoft.com/office/drawing/2014/main" id="{CD0D32F9-1036-B52C-DADA-423A33286996}"/>
              </a:ext>
            </a:extLst>
          </p:cNvPr>
          <p:cNvSpPr>
            <a:spLocks noGrp="1"/>
          </p:cNvSpPr>
          <p:nvPr/>
        </p:nvSpPr>
        <p:spPr>
          <a:xfrm>
            <a:off x="9429750" y="6286500"/>
            <a:ext cx="1428750" cy="323850"/>
          </a:xfrm>
          <a:prstGeom prst="roundRect">
            <a:avLst>
              <a:gd name="adj" fmla="val 50000"/>
            </a:avLst>
          </a:prstGeom>
          <a:solidFill>
            <a:srgbClr val="315F94"/>
          </a:solidFill>
          <a:ln w="0">
            <a:noFill/>
          </a:ln>
        </p:spPr>
        <p:txBody>
          <a:bodyPr lIns="0" tIns="0" rIns="0" bIns="0" anchor="ctr"/>
          <a:lstStyle>
            <a:defPPr algn="ctr">
              <a:defRPr sz="1500" b="1">
                <a:solidFill>
                  <a:srgbClr val="FFFFFF"/>
                </a:solidFill>
              </a:defRPr>
            </a:defPPr>
            <a:lvl1pPr algn="ctr">
              <a:defRPr sz="1500" b="1">
                <a:solidFill>
                  <a:srgbClr val="FFFFFF"/>
                </a:solidFill>
              </a:defRPr>
            </a:lvl1pPr>
            <a:lvl2pPr algn="ctr">
              <a:defRPr sz="1500" b="1">
                <a:solidFill>
                  <a:srgbClr val="FFFFFF"/>
                </a:solidFill>
              </a:defRPr>
            </a:lvl2pPr>
            <a:lvl3pPr algn="ctr">
              <a:defRPr sz="1500" b="1">
                <a:solidFill>
                  <a:srgbClr val="FFFFFF"/>
                </a:solidFill>
              </a:defRPr>
            </a:lvl3pPr>
            <a:lvl4pPr algn="ctr">
              <a:defRPr sz="1500" b="1">
                <a:solidFill>
                  <a:srgbClr val="FFFFFF"/>
                </a:solidFill>
              </a:defRPr>
            </a:lvl4pPr>
            <a:lvl5pPr algn="ctr">
              <a:defRPr sz="1500" b="1">
                <a:solidFill>
                  <a:srgbClr val="FFFFFF"/>
                </a:solidFill>
              </a:defRPr>
            </a:lvl5pPr>
            <a:lvl6pPr algn="ctr">
              <a:defRPr sz="1500" b="1">
                <a:solidFill>
                  <a:srgbClr val="FFFFFF"/>
                </a:solidFill>
              </a:defRPr>
            </a:lvl6pPr>
            <a:lvl7pPr algn="ctr">
              <a:defRPr sz="1500" b="1">
                <a:solidFill>
                  <a:srgbClr val="FFFFFF"/>
                </a:solidFill>
              </a:defRPr>
            </a:lvl7pPr>
            <a:lvl8pPr algn="ctr">
              <a:defRPr sz="1500" b="1">
                <a:solidFill>
                  <a:srgbClr val="FFFFFF"/>
                </a:solidFill>
              </a:defRPr>
            </a:lvl8pPr>
            <a:lvl9pPr algn="ctr">
              <a:defRPr sz="1500" b="1">
                <a:solidFill>
                  <a:srgbClr val="FFFFFF"/>
                </a:solidFill>
              </a:defRPr>
            </a:lvl9pPr>
          </a:lstStyle>
          <a:p>
            <a:pPr algn="ctr">
              <a:defRPr sz="1500" b="1">
                <a:solidFill>
                  <a:srgbClr val="FFFFFF"/>
                </a:solidFill>
              </a:defRPr>
            </a:pPr>
            <a:r>
              <a:rPr sz="1500" b="1">
                <a:solidFill>
                  <a:srgbClr val="FFFFFF"/>
                </a:solidFill>
              </a:rPr>
              <a:t>Paul</a:t>
            </a:r>
          </a:p>
        </p:txBody>
      </p:sp>
    </p:spTree>
    <p:extLst>
      <p:ext uri="{BB962C8B-B14F-4D97-AF65-F5344CB8AC3E}">
        <p14:creationId xmlns:p14="http://schemas.microsoft.com/office/powerpoint/2010/main" val="9348201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AFCFB"/>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A61D53C-E34A-41C9-B5A2-956DFF496D13}"/>
              </a:ext>
            </a:extLst>
          </p:cNvPr>
          <p:cNvSpPr>
            <a:spLocks noGrp="1"/>
          </p:cNvSpPr>
          <p:nvPr/>
        </p:nvSpPr>
        <p:spPr>
          <a:xfrm>
            <a:off x="619125" y="457200"/>
            <a:ext cx="10953750" cy="857250"/>
          </a:xfrm>
          <a:prstGeom prst="rect">
            <a:avLst/>
          </a:prstGeom>
          <a:noFill/>
          <a:ln w="0">
            <a:noFill/>
          </a:ln>
        </p:spPr>
        <p:txBody>
          <a:bodyPr/>
          <a:lstStyle>
            <a:defPPr>
              <a:defRPr sz="3225" b="1">
                <a:solidFill>
                  <a:srgbClr val="17363A"/>
                </a:solidFill>
              </a:defRPr>
            </a:defPPr>
            <a:lvl1pPr>
              <a:defRPr sz="3225" b="1">
                <a:solidFill>
                  <a:srgbClr val="17363A"/>
                </a:solidFill>
              </a:defRPr>
            </a:lvl1pPr>
            <a:lvl2pPr>
              <a:defRPr sz="3225" b="1">
                <a:solidFill>
                  <a:srgbClr val="17363A"/>
                </a:solidFill>
              </a:defRPr>
            </a:lvl2pPr>
            <a:lvl3pPr>
              <a:defRPr sz="3225" b="1">
                <a:solidFill>
                  <a:srgbClr val="17363A"/>
                </a:solidFill>
              </a:defRPr>
            </a:lvl3pPr>
            <a:lvl4pPr>
              <a:defRPr sz="3225" b="1">
                <a:solidFill>
                  <a:srgbClr val="17363A"/>
                </a:solidFill>
              </a:defRPr>
            </a:lvl4pPr>
            <a:lvl5pPr>
              <a:defRPr sz="3225" b="1">
                <a:solidFill>
                  <a:srgbClr val="17363A"/>
                </a:solidFill>
              </a:defRPr>
            </a:lvl5pPr>
            <a:lvl6pPr>
              <a:defRPr sz="3225" b="1">
                <a:solidFill>
                  <a:srgbClr val="17363A"/>
                </a:solidFill>
              </a:defRPr>
            </a:lvl6pPr>
            <a:lvl7pPr>
              <a:defRPr sz="3225" b="1">
                <a:solidFill>
                  <a:srgbClr val="17363A"/>
                </a:solidFill>
              </a:defRPr>
            </a:lvl7pPr>
            <a:lvl8pPr>
              <a:defRPr sz="3225" b="1">
                <a:solidFill>
                  <a:srgbClr val="17363A"/>
                </a:solidFill>
              </a:defRPr>
            </a:lvl8pPr>
            <a:lvl9pPr>
              <a:defRPr sz="3225" b="1">
                <a:solidFill>
                  <a:srgbClr val="17363A"/>
                </a:solidFill>
              </a:defRPr>
            </a:lvl9pPr>
          </a:lstStyle>
          <a:p>
            <a:pPr>
              <a:defRPr sz="3225" b="1">
                <a:solidFill>
                  <a:srgbClr val="17363A"/>
                </a:solidFill>
              </a:defRPr>
            </a:pPr>
            <a:r>
              <a:rPr sz="3225" b="1">
                <a:solidFill>
                  <a:srgbClr val="17363A"/>
                </a:solidFill>
              </a:rPr>
              <a:t>Le choix des variables</a:t>
            </a:r>
          </a:p>
        </p:txBody>
      </p:sp>
      <p:sp>
        <p:nvSpPr>
          <p:cNvPr id="3" name="Rectangle 2">
            <a:extLst>
              <a:ext uri="{FF2B5EF4-FFF2-40B4-BE49-F238E27FC236}">
                <a16:creationId xmlns:a16="http://schemas.microsoft.com/office/drawing/2014/main" id="{27891F5A-712D-4EB0-90BB-E75DC0EFC780}"/>
              </a:ext>
            </a:extLst>
          </p:cNvPr>
          <p:cNvSpPr>
            <a:spLocks noGrp="1"/>
          </p:cNvSpPr>
          <p:nvPr/>
        </p:nvSpPr>
        <p:spPr>
          <a:xfrm>
            <a:off x="628650" y="6362700"/>
            <a:ext cx="8096250" cy="228600"/>
          </a:xfrm>
          <a:prstGeom prst="rect">
            <a:avLst/>
          </a:prstGeom>
          <a:noFill/>
          <a:ln w="0">
            <a:noFill/>
          </a:ln>
        </p:spPr>
        <p:txBody>
          <a:bodyPr/>
          <a:lstStyle>
            <a:defPPr>
              <a:defRPr sz="1275" b="0">
                <a:solidFill>
                  <a:srgbClr val="5A6E71"/>
                </a:solidFill>
              </a:defRPr>
            </a:defPPr>
            <a:lvl1pPr>
              <a:defRPr sz="1275" b="0">
                <a:solidFill>
                  <a:srgbClr val="5A6E71"/>
                </a:solidFill>
              </a:defRPr>
            </a:lvl1pPr>
            <a:lvl2pPr>
              <a:defRPr sz="1275" b="0">
                <a:solidFill>
                  <a:srgbClr val="5A6E71"/>
                </a:solidFill>
              </a:defRPr>
            </a:lvl2pPr>
            <a:lvl3pPr>
              <a:defRPr sz="1275" b="0">
                <a:solidFill>
                  <a:srgbClr val="5A6E71"/>
                </a:solidFill>
              </a:defRPr>
            </a:lvl3pPr>
            <a:lvl4pPr>
              <a:defRPr sz="1275" b="0">
                <a:solidFill>
                  <a:srgbClr val="5A6E71"/>
                </a:solidFill>
              </a:defRPr>
            </a:lvl4pPr>
            <a:lvl5pPr>
              <a:defRPr sz="1275" b="0">
                <a:solidFill>
                  <a:srgbClr val="5A6E71"/>
                </a:solidFill>
              </a:defRPr>
            </a:lvl5pPr>
            <a:lvl6pPr>
              <a:defRPr sz="1275" b="0">
                <a:solidFill>
                  <a:srgbClr val="5A6E71"/>
                </a:solidFill>
              </a:defRPr>
            </a:lvl6pPr>
            <a:lvl7pPr>
              <a:defRPr sz="1275" b="0">
                <a:solidFill>
                  <a:srgbClr val="5A6E71"/>
                </a:solidFill>
              </a:defRPr>
            </a:lvl7pPr>
            <a:lvl8pPr>
              <a:defRPr sz="1275" b="0">
                <a:solidFill>
                  <a:srgbClr val="5A6E71"/>
                </a:solidFill>
              </a:defRPr>
            </a:lvl8pPr>
            <a:lvl9pPr>
              <a:defRPr sz="1275" b="0">
                <a:solidFill>
                  <a:srgbClr val="5A6E71"/>
                </a:solidFill>
              </a:defRPr>
            </a:lvl9pPr>
          </a:lstStyle>
          <a:p>
            <a:pPr>
              <a:defRPr sz="1275" b="0">
                <a:solidFill>
                  <a:srgbClr val="5A6E71"/>
                </a:solidFill>
              </a:defRPr>
            </a:pPr>
            <a:r>
              <a:rPr sz="1275" b="0">
                <a:solidFill>
                  <a:srgbClr val="5A6E71"/>
                </a:solidFill>
              </a:rPr>
              <a:t>03   K-MEANS   /   16 MIN</a:t>
            </a:r>
          </a:p>
        </p:txBody>
      </p:sp>
      <p:sp>
        <p:nvSpPr>
          <p:cNvPr id="4" name="Rectangle 3">
            <a:extLst>
              <a:ext uri="{FF2B5EF4-FFF2-40B4-BE49-F238E27FC236}">
                <a16:creationId xmlns:a16="http://schemas.microsoft.com/office/drawing/2014/main" id="{A2C261EA-2812-4BAD-A769-38B610973992}"/>
              </a:ext>
            </a:extLst>
          </p:cNvPr>
          <p:cNvSpPr>
            <a:spLocks noGrp="1"/>
          </p:cNvSpPr>
          <p:nvPr/>
        </p:nvSpPr>
        <p:spPr>
          <a:xfrm>
            <a:off x="11029950" y="6362700"/>
            <a:ext cx="571500" cy="228600"/>
          </a:xfrm>
          <a:prstGeom prst="rect">
            <a:avLst/>
          </a:prstGeom>
          <a:noFill/>
          <a:ln w="0">
            <a:noFill/>
          </a:ln>
        </p:spPr>
        <p:txBody>
          <a:bodyPr/>
          <a:lstStyle>
            <a:defPPr>
              <a:defRPr sz="1275" b="0">
                <a:solidFill>
                  <a:srgbClr val="5A6E71"/>
                </a:solidFill>
              </a:defRPr>
            </a:defPPr>
            <a:lvl1pPr>
              <a:defRPr sz="1275" b="0">
                <a:solidFill>
                  <a:srgbClr val="5A6E71"/>
                </a:solidFill>
              </a:defRPr>
            </a:lvl1pPr>
            <a:lvl2pPr>
              <a:defRPr sz="1275" b="0">
                <a:solidFill>
                  <a:srgbClr val="5A6E71"/>
                </a:solidFill>
              </a:defRPr>
            </a:lvl2pPr>
            <a:lvl3pPr>
              <a:defRPr sz="1275" b="0">
                <a:solidFill>
                  <a:srgbClr val="5A6E71"/>
                </a:solidFill>
              </a:defRPr>
            </a:lvl3pPr>
            <a:lvl4pPr>
              <a:defRPr sz="1275" b="0">
                <a:solidFill>
                  <a:srgbClr val="5A6E71"/>
                </a:solidFill>
              </a:defRPr>
            </a:lvl4pPr>
            <a:lvl5pPr>
              <a:defRPr sz="1275" b="0">
                <a:solidFill>
                  <a:srgbClr val="5A6E71"/>
                </a:solidFill>
              </a:defRPr>
            </a:lvl5pPr>
            <a:lvl6pPr>
              <a:defRPr sz="1275" b="0">
                <a:solidFill>
                  <a:srgbClr val="5A6E71"/>
                </a:solidFill>
              </a:defRPr>
            </a:lvl6pPr>
            <a:lvl7pPr>
              <a:defRPr sz="1275" b="0">
                <a:solidFill>
                  <a:srgbClr val="5A6E71"/>
                </a:solidFill>
              </a:defRPr>
            </a:lvl7pPr>
            <a:lvl8pPr>
              <a:defRPr sz="1275" b="0">
                <a:solidFill>
                  <a:srgbClr val="5A6E71"/>
                </a:solidFill>
              </a:defRPr>
            </a:lvl8pPr>
            <a:lvl9pPr>
              <a:defRPr sz="1275" b="0">
                <a:solidFill>
                  <a:srgbClr val="5A6E71"/>
                </a:solidFill>
              </a:defRPr>
            </a:lvl9pPr>
          </a:lstStyle>
          <a:p>
            <a:pPr>
              <a:defRPr sz="1275" b="0">
                <a:solidFill>
                  <a:srgbClr val="5A6E71"/>
                </a:solidFill>
              </a:defRPr>
            </a:pPr>
            <a:r>
              <a:rPr sz="1275" b="0">
                <a:solidFill>
                  <a:srgbClr val="5A6E71"/>
                </a:solidFill>
              </a:rPr>
              <a:t>10</a:t>
            </a:r>
          </a:p>
        </p:txBody>
      </p:sp>
      <p:graphicFrame>
        <p:nvGraphicFramePr>
          <p:cNvPr id="5" name="Tableau 4">
            <a:extLst>
              <a:ext uri="{FF2B5EF4-FFF2-40B4-BE49-F238E27FC236}">
                <a16:creationId xmlns:a16="http://schemas.microsoft.com/office/drawing/2014/main" id="{15473062-D51E-4D13-BBC2-4C57F1E4B94C}"/>
              </a:ext>
            </a:extLst>
          </p:cNvPr>
          <p:cNvGraphicFramePr/>
          <p:nvPr/>
        </p:nvGraphicFramePr>
        <p:xfrm>
          <a:off x="619125" y="1714500"/>
          <a:ext cx="10953750" cy="3143252"/>
        </p:xfrm>
        <a:graphic>
          <a:graphicData uri="http://schemas.openxmlformats.org/drawingml/2006/table">
            <a:tbl>
              <a:tblPr/>
              <a:tblGrid>
                <a:gridCol w="4095750">
                  <a:extLst>
                    <a:ext uri="{9D8B030D-6E8A-4147-A177-3AD203B41FA5}">
                      <a16:colId xmlns:a16="http://schemas.microsoft.com/office/drawing/2014/main" val="20000"/>
                    </a:ext>
                  </a:extLst>
                </a:gridCol>
                <a:gridCol w="4476750">
                  <a:extLst>
                    <a:ext uri="{9D8B030D-6E8A-4147-A177-3AD203B41FA5}">
                      <a16:colId xmlns:a16="http://schemas.microsoft.com/office/drawing/2014/main" val="20001"/>
                    </a:ext>
                  </a:extLst>
                </a:gridCol>
                <a:gridCol w="2381250">
                  <a:extLst>
                    <a:ext uri="{9D8B030D-6E8A-4147-A177-3AD203B41FA5}">
                      <a16:colId xmlns:a16="http://schemas.microsoft.com/office/drawing/2014/main" val="20002"/>
                    </a:ext>
                  </a:extLst>
                </a:gridCol>
              </a:tblGrid>
              <a:tr h="785813">
                <a:tc>
                  <a:txBody>
                    <a:bodyPr/>
                    <a:lstStyle/>
                    <a:p>
                      <a:r>
                        <a:rPr sz="1800" b="1">
                          <a:solidFill>
                            <a:srgbClr val="FFFFFF"/>
                          </a:solidFill>
                        </a:rPr>
                        <a:t>Variable retenue</a:t>
                      </a:r>
                    </a:p>
                  </a:txBody>
                  <a:tcPr>
                    <a:lnL w="9525">
                      <a:solidFill>
                        <a:srgbClr val="DCE6E5"/>
                      </a:solidFill>
                    </a:lnL>
                    <a:lnR w="9525">
                      <a:solidFill>
                        <a:srgbClr val="DCE6E5"/>
                      </a:solidFill>
                    </a:lnR>
                    <a:lnT w="9525">
                      <a:solidFill>
                        <a:srgbClr val="DCE6E5"/>
                      </a:solidFill>
                    </a:lnT>
                    <a:lnB w="9525">
                      <a:solidFill>
                        <a:srgbClr val="DCE6E5"/>
                      </a:solidFill>
                    </a:lnB>
                    <a:solidFill>
                      <a:srgbClr val="17363A"/>
                    </a:solidFill>
                  </a:tcPr>
                </a:tc>
                <a:tc>
                  <a:txBody>
                    <a:bodyPr/>
                    <a:lstStyle/>
                    <a:p>
                      <a:r>
                        <a:rPr sz="1800" b="1">
                          <a:solidFill>
                            <a:srgbClr val="FFFFFF"/>
                          </a:solidFill>
                        </a:rPr>
                        <a:t>Dimension décrite</a:t>
                      </a:r>
                    </a:p>
                  </a:txBody>
                  <a:tcPr>
                    <a:lnL w="9525" cap="flat" cmpd="sng" algn="ctr">
                      <a:solidFill>
                        <a:srgbClr val="DCE6E5"/>
                      </a:solidFill>
                      <a:prstDash val="solid"/>
                      <a:round/>
                      <a:headEnd type="none" w="med" len="med"/>
                      <a:tailEnd type="none" w="med" len="med"/>
                    </a:lnL>
                    <a:lnR w="9525">
                      <a:solidFill>
                        <a:srgbClr val="DCE6E5"/>
                      </a:solidFill>
                    </a:lnR>
                    <a:lnT w="9525">
                      <a:solidFill>
                        <a:srgbClr val="DCE6E5"/>
                      </a:solidFill>
                    </a:lnT>
                    <a:lnB w="9525">
                      <a:solidFill>
                        <a:srgbClr val="DCE6E5"/>
                      </a:solidFill>
                    </a:lnB>
                    <a:solidFill>
                      <a:srgbClr val="17363A"/>
                    </a:solidFill>
                  </a:tcPr>
                </a:tc>
                <a:tc>
                  <a:txBody>
                    <a:bodyPr/>
                    <a:lstStyle/>
                    <a:p>
                      <a:r>
                        <a:rPr sz="1800" b="1">
                          <a:solidFill>
                            <a:srgbClr val="FFFFFF"/>
                          </a:solidFill>
                        </a:rPr>
                        <a:t>Unité</a:t>
                      </a:r>
                    </a:p>
                  </a:txBody>
                  <a:tcPr>
                    <a:lnL w="9525" cap="flat" cmpd="sng" algn="ctr">
                      <a:solidFill>
                        <a:srgbClr val="DCE6E5"/>
                      </a:solidFill>
                      <a:prstDash val="solid"/>
                      <a:round/>
                      <a:headEnd type="none" w="med" len="med"/>
                      <a:tailEnd type="none" w="med" len="med"/>
                    </a:lnL>
                    <a:lnR w="9525">
                      <a:solidFill>
                        <a:srgbClr val="DCE6E5"/>
                      </a:solidFill>
                    </a:lnR>
                    <a:lnT w="9525">
                      <a:solidFill>
                        <a:srgbClr val="DCE6E5"/>
                      </a:solidFill>
                    </a:lnT>
                    <a:lnB w="9525">
                      <a:solidFill>
                        <a:srgbClr val="DCE6E5"/>
                      </a:solidFill>
                    </a:lnB>
                    <a:solidFill>
                      <a:srgbClr val="17363A"/>
                    </a:solidFill>
                  </a:tcPr>
                </a:tc>
                <a:extLst>
                  <a:ext uri="{0D108BD9-81ED-4DB2-BD59-A6C34878D82A}">
                    <a16:rowId xmlns:a16="http://schemas.microsoft.com/office/drawing/2014/main" val="10000"/>
                  </a:ext>
                </a:extLst>
              </a:tr>
              <a:tr h="785813">
                <a:tc>
                  <a:txBody>
                    <a:bodyPr/>
                    <a:lstStyle/>
                    <a:p>
                      <a:r>
                        <a:rPr sz="1875" b="0">
                          <a:solidFill>
                            <a:srgbClr val="17363A"/>
                          </a:solidFill>
                        </a:rPr>
                        <a:t>Puissance maximale</a:t>
                      </a:r>
                    </a:p>
                  </a:txBody>
                  <a:tcPr>
                    <a:lnL w="9525">
                      <a:solidFill>
                        <a:srgbClr val="DCE6E5"/>
                      </a:solidFill>
                    </a:lnL>
                    <a:lnR w="9525">
                      <a:solidFill>
                        <a:srgbClr val="DCE6E5"/>
                      </a:solidFill>
                    </a:lnR>
                    <a:lnT w="9525" cap="flat" cmpd="sng" algn="ctr">
                      <a:solidFill>
                        <a:srgbClr val="DCE6E5"/>
                      </a:solidFill>
                      <a:prstDash val="solid"/>
                      <a:round/>
                      <a:headEnd type="none" w="med" len="med"/>
                      <a:tailEnd type="none" w="med" len="med"/>
                    </a:lnT>
                    <a:lnB w="9525">
                      <a:solidFill>
                        <a:srgbClr val="DCE6E5"/>
                      </a:solidFill>
                    </a:lnB>
                    <a:solidFill>
                      <a:srgbClr val="FAFCFB"/>
                    </a:solidFill>
                  </a:tcPr>
                </a:tc>
                <a:tc>
                  <a:txBody>
                    <a:bodyPr/>
                    <a:lstStyle/>
                    <a:p>
                      <a:r>
                        <a:rPr sz="1875" b="0">
                          <a:solidFill>
                            <a:srgbClr val="17363A"/>
                          </a:solidFill>
                        </a:rPr>
                        <a:t>Motorisation</a:t>
                      </a:r>
                    </a:p>
                  </a:txBody>
                  <a:tcPr>
                    <a:lnL w="9525" cap="flat" cmpd="sng" algn="ctr">
                      <a:solidFill>
                        <a:srgbClr val="DCE6E5"/>
                      </a:solidFill>
                      <a:prstDash val="solid"/>
                      <a:round/>
                      <a:headEnd type="none" w="med" len="med"/>
                      <a:tailEnd type="none" w="med" len="med"/>
                    </a:lnL>
                    <a:lnR w="9525">
                      <a:solidFill>
                        <a:srgbClr val="DCE6E5"/>
                      </a:solidFill>
                    </a:lnR>
                    <a:lnT w="9525" cap="flat" cmpd="sng" algn="ctr">
                      <a:solidFill>
                        <a:srgbClr val="DCE6E5"/>
                      </a:solidFill>
                      <a:prstDash val="solid"/>
                      <a:round/>
                      <a:headEnd type="none" w="med" len="med"/>
                      <a:tailEnd type="none" w="med" len="med"/>
                    </a:lnT>
                    <a:lnB w="9525">
                      <a:solidFill>
                        <a:srgbClr val="DCE6E5"/>
                      </a:solidFill>
                    </a:lnB>
                    <a:solidFill>
                      <a:srgbClr val="FAFCFB"/>
                    </a:solidFill>
                  </a:tcPr>
                </a:tc>
                <a:tc>
                  <a:txBody>
                    <a:bodyPr/>
                    <a:lstStyle/>
                    <a:p>
                      <a:r>
                        <a:rPr sz="1875" b="0">
                          <a:solidFill>
                            <a:srgbClr val="17363A"/>
                          </a:solidFill>
                        </a:rPr>
                        <a:t>kW</a:t>
                      </a:r>
                    </a:p>
                  </a:txBody>
                  <a:tcPr>
                    <a:lnL w="9525" cap="flat" cmpd="sng" algn="ctr">
                      <a:solidFill>
                        <a:srgbClr val="DCE6E5"/>
                      </a:solidFill>
                      <a:prstDash val="solid"/>
                      <a:round/>
                      <a:headEnd type="none" w="med" len="med"/>
                      <a:tailEnd type="none" w="med" len="med"/>
                    </a:lnL>
                    <a:lnR w="9525">
                      <a:solidFill>
                        <a:srgbClr val="DCE6E5"/>
                      </a:solidFill>
                    </a:lnR>
                    <a:lnT w="9525" cap="flat" cmpd="sng" algn="ctr">
                      <a:solidFill>
                        <a:srgbClr val="DCE6E5"/>
                      </a:solidFill>
                      <a:prstDash val="solid"/>
                      <a:round/>
                      <a:headEnd type="none" w="med" len="med"/>
                      <a:tailEnd type="none" w="med" len="med"/>
                    </a:lnT>
                    <a:lnB w="9525">
                      <a:solidFill>
                        <a:srgbClr val="DCE6E5"/>
                      </a:solidFill>
                    </a:lnB>
                    <a:solidFill>
                      <a:srgbClr val="FAFCFB"/>
                    </a:solidFill>
                  </a:tcPr>
                </a:tc>
                <a:extLst>
                  <a:ext uri="{0D108BD9-81ED-4DB2-BD59-A6C34878D82A}">
                    <a16:rowId xmlns:a16="http://schemas.microsoft.com/office/drawing/2014/main" val="10001"/>
                  </a:ext>
                </a:extLst>
              </a:tr>
              <a:tr h="785813">
                <a:tc>
                  <a:txBody>
                    <a:bodyPr/>
                    <a:lstStyle/>
                    <a:p>
                      <a:r>
                        <a:rPr sz="1875" b="0">
                          <a:solidFill>
                            <a:srgbClr val="17363A"/>
                          </a:solidFill>
                        </a:rPr>
                        <a:t>Masse minimale</a:t>
                      </a:r>
                    </a:p>
                  </a:txBody>
                  <a:tcPr>
                    <a:lnL w="9525">
                      <a:solidFill>
                        <a:srgbClr val="DCE6E5"/>
                      </a:solidFill>
                    </a:lnL>
                    <a:lnR w="9525">
                      <a:solidFill>
                        <a:srgbClr val="DCE6E5"/>
                      </a:solidFill>
                    </a:lnR>
                    <a:lnT w="9525" cap="flat" cmpd="sng" algn="ctr">
                      <a:solidFill>
                        <a:srgbClr val="DCE6E5"/>
                      </a:solidFill>
                      <a:prstDash val="solid"/>
                      <a:round/>
                      <a:headEnd type="none" w="med" len="med"/>
                      <a:tailEnd type="none" w="med" len="med"/>
                    </a:lnT>
                    <a:lnB w="9525">
                      <a:solidFill>
                        <a:srgbClr val="DCE6E5"/>
                      </a:solidFill>
                    </a:lnB>
                    <a:solidFill>
                      <a:srgbClr val="FAFCFB"/>
                    </a:solidFill>
                  </a:tcPr>
                </a:tc>
                <a:tc>
                  <a:txBody>
                    <a:bodyPr/>
                    <a:lstStyle/>
                    <a:p>
                      <a:r>
                        <a:rPr sz="1875" b="0">
                          <a:solidFill>
                            <a:srgbClr val="17363A"/>
                          </a:solidFill>
                        </a:rPr>
                        <a:t>Gabarit</a:t>
                      </a:r>
                    </a:p>
                  </a:txBody>
                  <a:tcPr>
                    <a:lnL w="9525" cap="flat" cmpd="sng" algn="ctr">
                      <a:solidFill>
                        <a:srgbClr val="DCE6E5"/>
                      </a:solidFill>
                      <a:prstDash val="solid"/>
                      <a:round/>
                      <a:headEnd type="none" w="med" len="med"/>
                      <a:tailEnd type="none" w="med" len="med"/>
                    </a:lnL>
                    <a:lnR w="9525">
                      <a:solidFill>
                        <a:srgbClr val="DCE6E5"/>
                      </a:solidFill>
                    </a:lnR>
                    <a:lnT w="9525" cap="flat" cmpd="sng" algn="ctr">
                      <a:solidFill>
                        <a:srgbClr val="DCE6E5"/>
                      </a:solidFill>
                      <a:prstDash val="solid"/>
                      <a:round/>
                      <a:headEnd type="none" w="med" len="med"/>
                      <a:tailEnd type="none" w="med" len="med"/>
                    </a:lnT>
                    <a:lnB w="9525">
                      <a:solidFill>
                        <a:srgbClr val="DCE6E5"/>
                      </a:solidFill>
                    </a:lnB>
                    <a:solidFill>
                      <a:srgbClr val="FAFCFB"/>
                    </a:solidFill>
                  </a:tcPr>
                </a:tc>
                <a:tc>
                  <a:txBody>
                    <a:bodyPr/>
                    <a:lstStyle/>
                    <a:p>
                      <a:r>
                        <a:rPr sz="1875" b="0">
                          <a:solidFill>
                            <a:srgbClr val="17363A"/>
                          </a:solidFill>
                        </a:rPr>
                        <a:t>kg</a:t>
                      </a:r>
                    </a:p>
                  </a:txBody>
                  <a:tcPr>
                    <a:lnL w="9525" cap="flat" cmpd="sng" algn="ctr">
                      <a:solidFill>
                        <a:srgbClr val="DCE6E5"/>
                      </a:solidFill>
                      <a:prstDash val="solid"/>
                      <a:round/>
                      <a:headEnd type="none" w="med" len="med"/>
                      <a:tailEnd type="none" w="med" len="med"/>
                    </a:lnL>
                    <a:lnR w="9525">
                      <a:solidFill>
                        <a:srgbClr val="DCE6E5"/>
                      </a:solidFill>
                    </a:lnR>
                    <a:lnT w="9525" cap="flat" cmpd="sng" algn="ctr">
                      <a:solidFill>
                        <a:srgbClr val="DCE6E5"/>
                      </a:solidFill>
                      <a:prstDash val="solid"/>
                      <a:round/>
                      <a:headEnd type="none" w="med" len="med"/>
                      <a:tailEnd type="none" w="med" len="med"/>
                    </a:lnT>
                    <a:lnB w="9525">
                      <a:solidFill>
                        <a:srgbClr val="DCE6E5"/>
                      </a:solidFill>
                    </a:lnB>
                    <a:solidFill>
                      <a:srgbClr val="FAFCFB"/>
                    </a:solidFill>
                  </a:tcPr>
                </a:tc>
                <a:extLst>
                  <a:ext uri="{0D108BD9-81ED-4DB2-BD59-A6C34878D82A}">
                    <a16:rowId xmlns:a16="http://schemas.microsoft.com/office/drawing/2014/main" val="10002"/>
                  </a:ext>
                </a:extLst>
              </a:tr>
              <a:tr h="785813">
                <a:tc>
                  <a:txBody>
                    <a:bodyPr/>
                    <a:lstStyle/>
                    <a:p>
                      <a:r>
                        <a:rPr sz="1875" b="0">
                          <a:solidFill>
                            <a:srgbClr val="17363A"/>
                          </a:solidFill>
                        </a:rPr>
                        <a:t>CO₂ mixte</a:t>
                      </a:r>
                    </a:p>
                  </a:txBody>
                  <a:tcPr>
                    <a:lnL w="9525">
                      <a:solidFill>
                        <a:srgbClr val="DCE6E5"/>
                      </a:solidFill>
                    </a:lnL>
                    <a:lnR w="9525">
                      <a:solidFill>
                        <a:srgbClr val="DCE6E5"/>
                      </a:solidFill>
                    </a:lnR>
                    <a:lnT w="9525" cap="flat" cmpd="sng" algn="ctr">
                      <a:solidFill>
                        <a:srgbClr val="DCE6E5"/>
                      </a:solidFill>
                      <a:prstDash val="solid"/>
                      <a:round/>
                      <a:headEnd type="none" w="med" len="med"/>
                      <a:tailEnd type="none" w="med" len="med"/>
                    </a:lnT>
                    <a:lnB w="9525">
                      <a:solidFill>
                        <a:srgbClr val="DCE6E5"/>
                      </a:solidFill>
                    </a:lnB>
                    <a:solidFill>
                      <a:srgbClr val="FAFCFB"/>
                    </a:solidFill>
                  </a:tcPr>
                </a:tc>
                <a:tc>
                  <a:txBody>
                    <a:bodyPr/>
                    <a:lstStyle/>
                    <a:p>
                      <a:r>
                        <a:rPr sz="1875" b="0">
                          <a:solidFill>
                            <a:srgbClr val="17363A"/>
                          </a:solidFill>
                        </a:rPr>
                        <a:t>Émissions déclarées</a:t>
                      </a:r>
                    </a:p>
                  </a:txBody>
                  <a:tcPr>
                    <a:lnL w="9525" cap="flat" cmpd="sng" algn="ctr">
                      <a:solidFill>
                        <a:srgbClr val="DCE6E5"/>
                      </a:solidFill>
                      <a:prstDash val="solid"/>
                      <a:round/>
                      <a:headEnd type="none" w="med" len="med"/>
                      <a:tailEnd type="none" w="med" len="med"/>
                    </a:lnL>
                    <a:lnR w="9525">
                      <a:solidFill>
                        <a:srgbClr val="DCE6E5"/>
                      </a:solidFill>
                    </a:lnR>
                    <a:lnT w="9525" cap="flat" cmpd="sng" algn="ctr">
                      <a:solidFill>
                        <a:srgbClr val="DCE6E5"/>
                      </a:solidFill>
                      <a:prstDash val="solid"/>
                      <a:round/>
                      <a:headEnd type="none" w="med" len="med"/>
                      <a:tailEnd type="none" w="med" len="med"/>
                    </a:lnT>
                    <a:lnB w="9525">
                      <a:solidFill>
                        <a:srgbClr val="DCE6E5"/>
                      </a:solidFill>
                    </a:lnB>
                    <a:solidFill>
                      <a:srgbClr val="FAFCFB"/>
                    </a:solidFill>
                  </a:tcPr>
                </a:tc>
                <a:tc>
                  <a:txBody>
                    <a:bodyPr/>
                    <a:lstStyle/>
                    <a:p>
                      <a:r>
                        <a:rPr sz="1875" b="0">
                          <a:solidFill>
                            <a:srgbClr val="17363A"/>
                          </a:solidFill>
                        </a:rPr>
                        <a:t>g/km</a:t>
                      </a:r>
                    </a:p>
                  </a:txBody>
                  <a:tcPr>
                    <a:lnL w="9525" cap="flat" cmpd="sng" algn="ctr">
                      <a:solidFill>
                        <a:srgbClr val="DCE6E5"/>
                      </a:solidFill>
                      <a:prstDash val="solid"/>
                      <a:round/>
                      <a:headEnd type="none" w="med" len="med"/>
                      <a:tailEnd type="none" w="med" len="med"/>
                    </a:lnL>
                    <a:lnR w="9525">
                      <a:solidFill>
                        <a:srgbClr val="DCE6E5"/>
                      </a:solidFill>
                    </a:lnR>
                    <a:lnT w="9525" cap="flat" cmpd="sng" algn="ctr">
                      <a:solidFill>
                        <a:srgbClr val="DCE6E5"/>
                      </a:solidFill>
                      <a:prstDash val="solid"/>
                      <a:round/>
                      <a:headEnd type="none" w="med" len="med"/>
                      <a:tailEnd type="none" w="med" len="med"/>
                    </a:lnT>
                    <a:lnB w="9525">
                      <a:solidFill>
                        <a:srgbClr val="DCE6E5"/>
                      </a:solidFill>
                    </a:lnB>
                    <a:solidFill>
                      <a:srgbClr val="FAFCFB"/>
                    </a:solidFill>
                  </a:tcPr>
                </a:tc>
                <a:extLst>
                  <a:ext uri="{0D108BD9-81ED-4DB2-BD59-A6C34878D82A}">
                    <a16:rowId xmlns:a16="http://schemas.microsoft.com/office/drawing/2014/main" val="10003"/>
                  </a:ext>
                </a:extLst>
              </a:tr>
            </a:tbl>
          </a:graphicData>
        </a:graphic>
      </p:graphicFrame>
      <p:sp>
        <p:nvSpPr>
          <p:cNvPr id="6" name="Rectangle 5">
            <a:extLst>
              <a:ext uri="{FF2B5EF4-FFF2-40B4-BE49-F238E27FC236}">
                <a16:creationId xmlns:a16="http://schemas.microsoft.com/office/drawing/2014/main" id="{65AFECC3-FC0C-453F-BB9F-077E165922B3}"/>
              </a:ext>
            </a:extLst>
          </p:cNvPr>
          <p:cNvSpPr>
            <a:spLocks noGrp="1"/>
          </p:cNvSpPr>
          <p:nvPr/>
        </p:nvSpPr>
        <p:spPr>
          <a:xfrm>
            <a:off x="647700" y="5657850"/>
            <a:ext cx="10858500" cy="552450"/>
          </a:xfrm>
          <a:prstGeom prst="rect">
            <a:avLst/>
          </a:prstGeom>
          <a:noFill/>
          <a:ln w="0">
            <a:noFill/>
          </a:ln>
        </p:spPr>
        <p:txBody>
          <a:bodyPr/>
          <a:lstStyle>
            <a:defPPr>
              <a:defRPr sz="1950" b="1">
                <a:solidFill>
                  <a:srgbClr val="008C85"/>
                </a:solidFill>
              </a:defRPr>
            </a:defPPr>
            <a:lvl1pPr>
              <a:defRPr sz="1950" b="1">
                <a:solidFill>
                  <a:srgbClr val="008C85"/>
                </a:solidFill>
              </a:defRPr>
            </a:lvl1pPr>
            <a:lvl2pPr>
              <a:defRPr sz="1950" b="1">
                <a:solidFill>
                  <a:srgbClr val="008C85"/>
                </a:solidFill>
              </a:defRPr>
            </a:lvl2pPr>
            <a:lvl3pPr>
              <a:defRPr sz="1950" b="1">
                <a:solidFill>
                  <a:srgbClr val="008C85"/>
                </a:solidFill>
              </a:defRPr>
            </a:lvl3pPr>
            <a:lvl4pPr>
              <a:defRPr sz="1950" b="1">
                <a:solidFill>
                  <a:srgbClr val="008C85"/>
                </a:solidFill>
              </a:defRPr>
            </a:lvl4pPr>
            <a:lvl5pPr>
              <a:defRPr sz="1950" b="1">
                <a:solidFill>
                  <a:srgbClr val="008C85"/>
                </a:solidFill>
              </a:defRPr>
            </a:lvl5pPr>
            <a:lvl6pPr>
              <a:defRPr sz="1950" b="1">
                <a:solidFill>
                  <a:srgbClr val="008C85"/>
                </a:solidFill>
              </a:defRPr>
            </a:lvl6pPr>
            <a:lvl7pPr>
              <a:defRPr sz="1950" b="1">
                <a:solidFill>
                  <a:srgbClr val="008C85"/>
                </a:solidFill>
              </a:defRPr>
            </a:lvl7pPr>
            <a:lvl8pPr>
              <a:defRPr sz="1950" b="1">
                <a:solidFill>
                  <a:srgbClr val="008C85"/>
                </a:solidFill>
              </a:defRPr>
            </a:lvl8pPr>
            <a:lvl9pPr>
              <a:defRPr sz="1950" b="1">
                <a:solidFill>
                  <a:srgbClr val="008C85"/>
                </a:solidFill>
              </a:defRPr>
            </a:lvl9pPr>
          </a:lstStyle>
          <a:p>
            <a:pPr>
              <a:defRPr sz="1950" b="1">
                <a:solidFill>
                  <a:srgbClr val="008C85"/>
                </a:solidFill>
              </a:defRPr>
            </a:pPr>
            <a:r>
              <a:rPr sz="1950" b="1">
                <a:solidFill>
                  <a:srgbClr val="008C85"/>
                </a:solidFill>
              </a:rPr>
              <a:t>Consommation écartée : information très redondante avec le CO₂</a:t>
            </a:r>
          </a:p>
        </p:txBody>
      </p:sp>
      <p:sp>
        <p:nvSpPr>
          <p:cNvPr id="7" name="presenter-badge">
            <a:extLst>
              <a:ext uri="{FF2B5EF4-FFF2-40B4-BE49-F238E27FC236}">
                <a16:creationId xmlns:a16="http://schemas.microsoft.com/office/drawing/2014/main" id="{59EFA920-4146-4146-9B8E-6A6F97BF4E10}"/>
              </a:ext>
            </a:extLst>
          </p:cNvPr>
          <p:cNvSpPr>
            <a:spLocks noGrp="1"/>
          </p:cNvSpPr>
          <p:nvPr/>
        </p:nvSpPr>
        <p:spPr>
          <a:xfrm>
            <a:off x="9429750" y="6286500"/>
            <a:ext cx="1428750" cy="323850"/>
          </a:xfrm>
          <a:prstGeom prst="roundRect">
            <a:avLst>
              <a:gd name="adj" fmla="val 50000"/>
            </a:avLst>
          </a:prstGeom>
          <a:solidFill>
            <a:srgbClr val="315F94"/>
          </a:solidFill>
          <a:ln w="0">
            <a:noFill/>
          </a:ln>
        </p:spPr>
        <p:txBody>
          <a:bodyPr lIns="0" tIns="0" rIns="0" bIns="0" anchor="ctr"/>
          <a:lstStyle>
            <a:defPPr algn="ctr">
              <a:defRPr sz="1500" b="1">
                <a:solidFill>
                  <a:srgbClr val="FFFFFF"/>
                </a:solidFill>
              </a:defRPr>
            </a:defPPr>
            <a:lvl1pPr algn="ctr">
              <a:defRPr sz="1500" b="1">
                <a:solidFill>
                  <a:srgbClr val="FFFFFF"/>
                </a:solidFill>
              </a:defRPr>
            </a:lvl1pPr>
            <a:lvl2pPr algn="ctr">
              <a:defRPr sz="1500" b="1">
                <a:solidFill>
                  <a:srgbClr val="FFFFFF"/>
                </a:solidFill>
              </a:defRPr>
            </a:lvl2pPr>
            <a:lvl3pPr algn="ctr">
              <a:defRPr sz="1500" b="1">
                <a:solidFill>
                  <a:srgbClr val="FFFFFF"/>
                </a:solidFill>
              </a:defRPr>
            </a:lvl3pPr>
            <a:lvl4pPr algn="ctr">
              <a:defRPr sz="1500" b="1">
                <a:solidFill>
                  <a:srgbClr val="FFFFFF"/>
                </a:solidFill>
              </a:defRPr>
            </a:lvl4pPr>
            <a:lvl5pPr algn="ctr">
              <a:defRPr sz="1500" b="1">
                <a:solidFill>
                  <a:srgbClr val="FFFFFF"/>
                </a:solidFill>
              </a:defRPr>
            </a:lvl5pPr>
            <a:lvl6pPr algn="ctr">
              <a:defRPr sz="1500" b="1">
                <a:solidFill>
                  <a:srgbClr val="FFFFFF"/>
                </a:solidFill>
              </a:defRPr>
            </a:lvl6pPr>
            <a:lvl7pPr algn="ctr">
              <a:defRPr sz="1500" b="1">
                <a:solidFill>
                  <a:srgbClr val="FFFFFF"/>
                </a:solidFill>
              </a:defRPr>
            </a:lvl7pPr>
            <a:lvl8pPr algn="ctr">
              <a:defRPr sz="1500" b="1">
                <a:solidFill>
                  <a:srgbClr val="FFFFFF"/>
                </a:solidFill>
              </a:defRPr>
            </a:lvl8pPr>
            <a:lvl9pPr algn="ctr">
              <a:defRPr sz="1500" b="1">
                <a:solidFill>
                  <a:srgbClr val="FFFFFF"/>
                </a:solidFill>
              </a:defRPr>
            </a:lvl9pPr>
          </a:lstStyle>
          <a:p>
            <a:pPr algn="ctr">
              <a:defRPr sz="1500" b="1">
                <a:solidFill>
                  <a:srgbClr val="FFFFFF"/>
                </a:solidFill>
              </a:defRPr>
            </a:pPr>
            <a:r>
              <a:rPr sz="1500" b="1">
                <a:solidFill>
                  <a:srgbClr val="FFFFFF"/>
                </a:solidFill>
              </a:rPr>
              <a:t>Paul</a:t>
            </a:r>
          </a:p>
        </p:txBody>
      </p:sp>
    </p:spTree>
    <p:extLst>
      <p:ext uri="{BB962C8B-B14F-4D97-AF65-F5344CB8AC3E}">
        <p14:creationId xmlns:p14="http://schemas.microsoft.com/office/powerpoint/2010/main" val="11112930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AFCFB"/>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8967D3F-03E1-4140-B915-3576AFEBE303}"/>
              </a:ext>
            </a:extLst>
          </p:cNvPr>
          <p:cNvSpPr>
            <a:spLocks noGrp="1"/>
          </p:cNvSpPr>
          <p:nvPr/>
        </p:nvSpPr>
        <p:spPr>
          <a:xfrm>
            <a:off x="619125" y="457200"/>
            <a:ext cx="10953750" cy="857250"/>
          </a:xfrm>
          <a:prstGeom prst="rect">
            <a:avLst/>
          </a:prstGeom>
          <a:noFill/>
          <a:ln w="0">
            <a:noFill/>
          </a:ln>
        </p:spPr>
        <p:txBody>
          <a:bodyPr/>
          <a:lstStyle>
            <a:defPPr>
              <a:defRPr sz="3225" b="1">
                <a:solidFill>
                  <a:srgbClr val="17363A"/>
                </a:solidFill>
              </a:defRPr>
            </a:defPPr>
            <a:lvl1pPr>
              <a:defRPr sz="3225" b="1">
                <a:solidFill>
                  <a:srgbClr val="17363A"/>
                </a:solidFill>
              </a:defRPr>
            </a:lvl1pPr>
            <a:lvl2pPr>
              <a:defRPr sz="3225" b="1">
                <a:solidFill>
                  <a:srgbClr val="17363A"/>
                </a:solidFill>
              </a:defRPr>
            </a:lvl2pPr>
            <a:lvl3pPr>
              <a:defRPr sz="3225" b="1">
                <a:solidFill>
                  <a:srgbClr val="17363A"/>
                </a:solidFill>
              </a:defRPr>
            </a:lvl3pPr>
            <a:lvl4pPr>
              <a:defRPr sz="3225" b="1">
                <a:solidFill>
                  <a:srgbClr val="17363A"/>
                </a:solidFill>
              </a:defRPr>
            </a:lvl4pPr>
            <a:lvl5pPr>
              <a:defRPr sz="3225" b="1">
                <a:solidFill>
                  <a:srgbClr val="17363A"/>
                </a:solidFill>
              </a:defRPr>
            </a:lvl5pPr>
            <a:lvl6pPr>
              <a:defRPr sz="3225" b="1">
                <a:solidFill>
                  <a:srgbClr val="17363A"/>
                </a:solidFill>
              </a:defRPr>
            </a:lvl6pPr>
            <a:lvl7pPr>
              <a:defRPr sz="3225" b="1">
                <a:solidFill>
                  <a:srgbClr val="17363A"/>
                </a:solidFill>
              </a:defRPr>
            </a:lvl7pPr>
            <a:lvl8pPr>
              <a:defRPr sz="3225" b="1">
                <a:solidFill>
                  <a:srgbClr val="17363A"/>
                </a:solidFill>
              </a:defRPr>
            </a:lvl8pPr>
            <a:lvl9pPr>
              <a:defRPr sz="3225" b="1">
                <a:solidFill>
                  <a:srgbClr val="17363A"/>
                </a:solidFill>
              </a:defRPr>
            </a:lvl9pPr>
          </a:lstStyle>
          <a:p>
            <a:pPr>
              <a:defRPr sz="3225" b="1">
                <a:solidFill>
                  <a:srgbClr val="17363A"/>
                </a:solidFill>
              </a:defRPr>
            </a:pPr>
            <a:r>
              <a:rPr sz="3225" b="1">
                <a:solidFill>
                  <a:srgbClr val="17363A"/>
                </a:solidFill>
              </a:rPr>
              <a:t>L’effet de la standardisation</a:t>
            </a:r>
          </a:p>
        </p:txBody>
      </p:sp>
      <p:sp>
        <p:nvSpPr>
          <p:cNvPr id="3" name="Rectangle 2">
            <a:extLst>
              <a:ext uri="{FF2B5EF4-FFF2-40B4-BE49-F238E27FC236}">
                <a16:creationId xmlns:a16="http://schemas.microsoft.com/office/drawing/2014/main" id="{C3617B7E-F559-429E-991C-BFABE9CFCFCE}"/>
              </a:ext>
            </a:extLst>
          </p:cNvPr>
          <p:cNvSpPr>
            <a:spLocks noGrp="1"/>
          </p:cNvSpPr>
          <p:nvPr/>
        </p:nvSpPr>
        <p:spPr>
          <a:xfrm>
            <a:off x="628650" y="6362700"/>
            <a:ext cx="8096250" cy="228600"/>
          </a:xfrm>
          <a:prstGeom prst="rect">
            <a:avLst/>
          </a:prstGeom>
          <a:noFill/>
          <a:ln w="0">
            <a:noFill/>
          </a:ln>
        </p:spPr>
        <p:txBody>
          <a:bodyPr/>
          <a:lstStyle>
            <a:defPPr>
              <a:defRPr sz="1275" b="0">
                <a:solidFill>
                  <a:srgbClr val="5A6E71"/>
                </a:solidFill>
              </a:defRPr>
            </a:defPPr>
            <a:lvl1pPr>
              <a:defRPr sz="1275" b="0">
                <a:solidFill>
                  <a:srgbClr val="5A6E71"/>
                </a:solidFill>
              </a:defRPr>
            </a:lvl1pPr>
            <a:lvl2pPr>
              <a:defRPr sz="1275" b="0">
                <a:solidFill>
                  <a:srgbClr val="5A6E71"/>
                </a:solidFill>
              </a:defRPr>
            </a:lvl2pPr>
            <a:lvl3pPr>
              <a:defRPr sz="1275" b="0">
                <a:solidFill>
                  <a:srgbClr val="5A6E71"/>
                </a:solidFill>
              </a:defRPr>
            </a:lvl3pPr>
            <a:lvl4pPr>
              <a:defRPr sz="1275" b="0">
                <a:solidFill>
                  <a:srgbClr val="5A6E71"/>
                </a:solidFill>
              </a:defRPr>
            </a:lvl4pPr>
            <a:lvl5pPr>
              <a:defRPr sz="1275" b="0">
                <a:solidFill>
                  <a:srgbClr val="5A6E71"/>
                </a:solidFill>
              </a:defRPr>
            </a:lvl5pPr>
            <a:lvl6pPr>
              <a:defRPr sz="1275" b="0">
                <a:solidFill>
                  <a:srgbClr val="5A6E71"/>
                </a:solidFill>
              </a:defRPr>
            </a:lvl6pPr>
            <a:lvl7pPr>
              <a:defRPr sz="1275" b="0">
                <a:solidFill>
                  <a:srgbClr val="5A6E71"/>
                </a:solidFill>
              </a:defRPr>
            </a:lvl7pPr>
            <a:lvl8pPr>
              <a:defRPr sz="1275" b="0">
                <a:solidFill>
                  <a:srgbClr val="5A6E71"/>
                </a:solidFill>
              </a:defRPr>
            </a:lvl8pPr>
            <a:lvl9pPr>
              <a:defRPr sz="1275" b="0">
                <a:solidFill>
                  <a:srgbClr val="5A6E71"/>
                </a:solidFill>
              </a:defRPr>
            </a:lvl9pPr>
          </a:lstStyle>
          <a:p>
            <a:pPr>
              <a:defRPr sz="1275" b="0">
                <a:solidFill>
                  <a:srgbClr val="5A6E71"/>
                </a:solidFill>
              </a:defRPr>
            </a:pPr>
            <a:r>
              <a:rPr sz="1275" b="0">
                <a:solidFill>
                  <a:srgbClr val="5A6E71"/>
                </a:solidFill>
              </a:rPr>
              <a:t>03   K-MEANS   /   16 MIN</a:t>
            </a:r>
          </a:p>
        </p:txBody>
      </p:sp>
      <p:sp>
        <p:nvSpPr>
          <p:cNvPr id="4" name="Rectangle 3">
            <a:extLst>
              <a:ext uri="{FF2B5EF4-FFF2-40B4-BE49-F238E27FC236}">
                <a16:creationId xmlns:a16="http://schemas.microsoft.com/office/drawing/2014/main" id="{3499CCFA-58EA-4B0B-995C-622EA6F953BD}"/>
              </a:ext>
            </a:extLst>
          </p:cNvPr>
          <p:cNvSpPr>
            <a:spLocks noGrp="1"/>
          </p:cNvSpPr>
          <p:nvPr/>
        </p:nvSpPr>
        <p:spPr>
          <a:xfrm>
            <a:off x="11029950" y="6362700"/>
            <a:ext cx="571500" cy="228600"/>
          </a:xfrm>
          <a:prstGeom prst="rect">
            <a:avLst/>
          </a:prstGeom>
          <a:noFill/>
          <a:ln w="0">
            <a:noFill/>
          </a:ln>
        </p:spPr>
        <p:txBody>
          <a:bodyPr/>
          <a:lstStyle>
            <a:defPPr>
              <a:defRPr sz="1275" b="0">
                <a:solidFill>
                  <a:srgbClr val="5A6E71"/>
                </a:solidFill>
              </a:defRPr>
            </a:defPPr>
            <a:lvl1pPr>
              <a:defRPr sz="1275" b="0">
                <a:solidFill>
                  <a:srgbClr val="5A6E71"/>
                </a:solidFill>
              </a:defRPr>
            </a:lvl1pPr>
            <a:lvl2pPr>
              <a:defRPr sz="1275" b="0">
                <a:solidFill>
                  <a:srgbClr val="5A6E71"/>
                </a:solidFill>
              </a:defRPr>
            </a:lvl2pPr>
            <a:lvl3pPr>
              <a:defRPr sz="1275" b="0">
                <a:solidFill>
                  <a:srgbClr val="5A6E71"/>
                </a:solidFill>
              </a:defRPr>
            </a:lvl3pPr>
            <a:lvl4pPr>
              <a:defRPr sz="1275" b="0">
                <a:solidFill>
                  <a:srgbClr val="5A6E71"/>
                </a:solidFill>
              </a:defRPr>
            </a:lvl4pPr>
            <a:lvl5pPr>
              <a:defRPr sz="1275" b="0">
                <a:solidFill>
                  <a:srgbClr val="5A6E71"/>
                </a:solidFill>
              </a:defRPr>
            </a:lvl5pPr>
            <a:lvl6pPr>
              <a:defRPr sz="1275" b="0">
                <a:solidFill>
                  <a:srgbClr val="5A6E71"/>
                </a:solidFill>
              </a:defRPr>
            </a:lvl6pPr>
            <a:lvl7pPr>
              <a:defRPr sz="1275" b="0">
                <a:solidFill>
                  <a:srgbClr val="5A6E71"/>
                </a:solidFill>
              </a:defRPr>
            </a:lvl7pPr>
            <a:lvl8pPr>
              <a:defRPr sz="1275" b="0">
                <a:solidFill>
                  <a:srgbClr val="5A6E71"/>
                </a:solidFill>
              </a:defRPr>
            </a:lvl8pPr>
            <a:lvl9pPr>
              <a:defRPr sz="1275" b="0">
                <a:solidFill>
                  <a:srgbClr val="5A6E71"/>
                </a:solidFill>
              </a:defRPr>
            </a:lvl9pPr>
          </a:lstStyle>
          <a:p>
            <a:pPr>
              <a:defRPr sz="1275" b="0">
                <a:solidFill>
                  <a:srgbClr val="5A6E71"/>
                </a:solidFill>
              </a:defRPr>
            </a:pPr>
            <a:r>
              <a:rPr sz="1275" b="0">
                <a:solidFill>
                  <a:srgbClr val="5A6E71"/>
                </a:solidFill>
              </a:rPr>
              <a:t>11</a:t>
            </a:r>
          </a:p>
        </p:txBody>
      </p:sp>
      <p:sp>
        <p:nvSpPr>
          <p:cNvPr id="5" name="Rectangle 4">
            <a:extLst>
              <a:ext uri="{FF2B5EF4-FFF2-40B4-BE49-F238E27FC236}">
                <a16:creationId xmlns:a16="http://schemas.microsoft.com/office/drawing/2014/main" id="{00058C68-042D-4376-A9B0-A159B918F058}"/>
              </a:ext>
            </a:extLst>
          </p:cNvPr>
          <p:cNvSpPr>
            <a:spLocks noGrp="1"/>
          </p:cNvSpPr>
          <p:nvPr/>
        </p:nvSpPr>
        <p:spPr>
          <a:xfrm>
            <a:off x="647700" y="1438275"/>
            <a:ext cx="10858500" cy="476250"/>
          </a:xfrm>
          <a:prstGeom prst="rect">
            <a:avLst/>
          </a:prstGeom>
          <a:noFill/>
          <a:ln w="0">
            <a:noFill/>
          </a:ln>
        </p:spPr>
        <p:txBody>
          <a:bodyPr/>
          <a:lstStyle>
            <a:defPPr>
              <a:defRPr sz="1800" b="0">
                <a:solidFill>
                  <a:srgbClr val="5A6E71"/>
                </a:solidFill>
              </a:defRPr>
            </a:defPPr>
            <a:lvl1pPr>
              <a:defRPr sz="1800" b="0">
                <a:solidFill>
                  <a:srgbClr val="5A6E71"/>
                </a:solidFill>
              </a:defRPr>
            </a:lvl1pPr>
            <a:lvl2pPr>
              <a:defRPr sz="1800" b="0">
                <a:solidFill>
                  <a:srgbClr val="5A6E71"/>
                </a:solidFill>
              </a:defRPr>
            </a:lvl2pPr>
            <a:lvl3pPr>
              <a:defRPr sz="1800" b="0">
                <a:solidFill>
                  <a:srgbClr val="5A6E71"/>
                </a:solidFill>
              </a:defRPr>
            </a:lvl3pPr>
            <a:lvl4pPr>
              <a:defRPr sz="1800" b="0">
                <a:solidFill>
                  <a:srgbClr val="5A6E71"/>
                </a:solidFill>
              </a:defRPr>
            </a:lvl4pPr>
            <a:lvl5pPr>
              <a:defRPr sz="1800" b="0">
                <a:solidFill>
                  <a:srgbClr val="5A6E71"/>
                </a:solidFill>
              </a:defRPr>
            </a:lvl5pPr>
            <a:lvl6pPr>
              <a:defRPr sz="1800" b="0">
                <a:solidFill>
                  <a:srgbClr val="5A6E71"/>
                </a:solidFill>
              </a:defRPr>
            </a:lvl6pPr>
            <a:lvl7pPr>
              <a:defRPr sz="1800" b="0">
                <a:solidFill>
                  <a:srgbClr val="5A6E71"/>
                </a:solidFill>
              </a:defRPr>
            </a:lvl7pPr>
            <a:lvl8pPr>
              <a:defRPr sz="1800" b="0">
                <a:solidFill>
                  <a:srgbClr val="5A6E71"/>
                </a:solidFill>
              </a:defRPr>
            </a:lvl8pPr>
            <a:lvl9pPr>
              <a:defRPr sz="1800" b="0">
                <a:solidFill>
                  <a:srgbClr val="5A6E71"/>
                </a:solidFill>
              </a:defRPr>
            </a:lvl9pPr>
          </a:lstStyle>
          <a:p>
            <a:pPr>
              <a:defRPr sz="1800" b="0">
                <a:solidFill>
                  <a:srgbClr val="5A6E71"/>
                </a:solidFill>
              </a:defRPr>
            </a:pPr>
            <a:r>
              <a:rPr sz="1800" b="0">
                <a:solidFill>
                  <a:srgbClr val="5A6E71"/>
                </a:solidFill>
              </a:rPr>
              <a:t>Standardiser : centrer et réduire</a:t>
            </a:r>
          </a:p>
        </p:txBody>
      </p:sp>
      <p:graphicFrame>
        <p:nvGraphicFramePr>
          <p:cNvPr id="6" name="Chart">
            <a:extLst>
              <a:ext uri="{FF2B5EF4-FFF2-40B4-BE49-F238E27FC236}">
                <a16:creationId xmlns:a16="http://schemas.microsoft.com/office/drawing/2014/main" id="{69078F8E-151C-435B-A368-533509E12AC0}"/>
              </a:ext>
            </a:extLst>
          </p:cNvPr>
          <p:cNvGraphicFramePr/>
          <p:nvPr/>
        </p:nvGraphicFramePr>
        <p:xfrm>
          <a:off x="619125" y="2133600"/>
          <a:ext cx="5238750" cy="322897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7" name="Chart">
            <a:extLst>
              <a:ext uri="{FF2B5EF4-FFF2-40B4-BE49-F238E27FC236}">
                <a16:creationId xmlns:a16="http://schemas.microsoft.com/office/drawing/2014/main" id="{ACFA6F48-A2F9-4D5C-A3B7-18B418BC7F3C}"/>
              </a:ext>
            </a:extLst>
          </p:cNvPr>
          <p:cNvGraphicFramePr/>
          <p:nvPr/>
        </p:nvGraphicFramePr>
        <p:xfrm>
          <a:off x="6477000" y="2133600"/>
          <a:ext cx="5095875" cy="3228975"/>
        </p:xfrm>
        <a:graphic>
          <a:graphicData uri="http://schemas.openxmlformats.org/drawingml/2006/chart">
            <c:chart xmlns:c="http://schemas.openxmlformats.org/drawingml/2006/chart" xmlns:r="http://schemas.openxmlformats.org/officeDocument/2006/relationships" r:id="rId4"/>
          </a:graphicData>
        </a:graphic>
      </p:graphicFrame>
      <p:sp>
        <p:nvSpPr>
          <p:cNvPr id="8" name="Rectangle 7">
            <a:extLst>
              <a:ext uri="{FF2B5EF4-FFF2-40B4-BE49-F238E27FC236}">
                <a16:creationId xmlns:a16="http://schemas.microsoft.com/office/drawing/2014/main" id="{1519A4E7-01CC-4538-B3F7-BA86405A9F82}"/>
              </a:ext>
            </a:extLst>
          </p:cNvPr>
          <p:cNvSpPr>
            <a:spLocks noGrp="1"/>
          </p:cNvSpPr>
          <p:nvPr/>
        </p:nvSpPr>
        <p:spPr>
          <a:xfrm>
            <a:off x="647700" y="5657850"/>
            <a:ext cx="10858500" cy="552450"/>
          </a:xfrm>
          <a:prstGeom prst="rect">
            <a:avLst/>
          </a:prstGeom>
          <a:noFill/>
          <a:ln w="0">
            <a:noFill/>
          </a:ln>
        </p:spPr>
        <p:txBody>
          <a:bodyPr/>
          <a:lstStyle>
            <a:defPPr>
              <a:defRPr sz="1950" b="1">
                <a:solidFill>
                  <a:srgbClr val="008C85"/>
                </a:solidFill>
              </a:defRPr>
            </a:defPPr>
            <a:lvl1pPr>
              <a:defRPr sz="1950" b="1">
                <a:solidFill>
                  <a:srgbClr val="008C85"/>
                </a:solidFill>
              </a:defRPr>
            </a:lvl1pPr>
            <a:lvl2pPr>
              <a:defRPr sz="1950" b="1">
                <a:solidFill>
                  <a:srgbClr val="008C85"/>
                </a:solidFill>
              </a:defRPr>
            </a:lvl2pPr>
            <a:lvl3pPr>
              <a:defRPr sz="1950" b="1">
                <a:solidFill>
                  <a:srgbClr val="008C85"/>
                </a:solidFill>
              </a:defRPr>
            </a:lvl3pPr>
            <a:lvl4pPr>
              <a:defRPr sz="1950" b="1">
                <a:solidFill>
                  <a:srgbClr val="008C85"/>
                </a:solidFill>
              </a:defRPr>
            </a:lvl4pPr>
            <a:lvl5pPr>
              <a:defRPr sz="1950" b="1">
                <a:solidFill>
                  <a:srgbClr val="008C85"/>
                </a:solidFill>
              </a:defRPr>
            </a:lvl5pPr>
            <a:lvl6pPr>
              <a:defRPr sz="1950" b="1">
                <a:solidFill>
                  <a:srgbClr val="008C85"/>
                </a:solidFill>
              </a:defRPr>
            </a:lvl6pPr>
            <a:lvl7pPr>
              <a:defRPr sz="1950" b="1">
                <a:solidFill>
                  <a:srgbClr val="008C85"/>
                </a:solidFill>
              </a:defRPr>
            </a:lvl7pPr>
            <a:lvl8pPr>
              <a:defRPr sz="1950" b="1">
                <a:solidFill>
                  <a:srgbClr val="008C85"/>
                </a:solidFill>
              </a:defRPr>
            </a:lvl8pPr>
            <a:lvl9pPr>
              <a:defRPr sz="1950" b="1">
                <a:solidFill>
                  <a:srgbClr val="008C85"/>
                </a:solidFill>
              </a:defRPr>
            </a:lvl9pPr>
          </a:lstStyle>
          <a:p>
            <a:pPr>
              <a:defRPr sz="1950" b="1">
                <a:solidFill>
                  <a:srgbClr val="008C85"/>
                </a:solidFill>
              </a:defRPr>
            </a:pPr>
            <a:r>
              <a:rPr sz="1950" b="1">
                <a:solidFill>
                  <a:srgbClr val="008C85"/>
                </a:solidFill>
              </a:rPr>
              <a:t>Chaque dimension contribue à la distance sur une échelle comparable</a:t>
            </a:r>
          </a:p>
        </p:txBody>
      </p:sp>
      <p:sp>
        <p:nvSpPr>
          <p:cNvPr id="9" name="presenter-badge">
            <a:extLst>
              <a:ext uri="{FF2B5EF4-FFF2-40B4-BE49-F238E27FC236}">
                <a16:creationId xmlns:a16="http://schemas.microsoft.com/office/drawing/2014/main" id="{DEAB6335-43DE-4ABB-817E-44177F5FAF65}"/>
              </a:ext>
            </a:extLst>
          </p:cNvPr>
          <p:cNvSpPr>
            <a:spLocks noGrp="1"/>
          </p:cNvSpPr>
          <p:nvPr/>
        </p:nvSpPr>
        <p:spPr>
          <a:xfrm>
            <a:off x="9429750" y="6286500"/>
            <a:ext cx="1428750" cy="323850"/>
          </a:xfrm>
          <a:prstGeom prst="roundRect">
            <a:avLst>
              <a:gd name="adj" fmla="val 50000"/>
            </a:avLst>
          </a:prstGeom>
          <a:solidFill>
            <a:srgbClr val="315F94"/>
          </a:solidFill>
          <a:ln w="0">
            <a:noFill/>
          </a:ln>
        </p:spPr>
        <p:txBody>
          <a:bodyPr lIns="0" tIns="0" rIns="0" bIns="0" anchor="ctr"/>
          <a:lstStyle>
            <a:defPPr algn="ctr">
              <a:defRPr sz="1500" b="1">
                <a:solidFill>
                  <a:srgbClr val="FFFFFF"/>
                </a:solidFill>
              </a:defRPr>
            </a:defPPr>
            <a:lvl1pPr algn="ctr">
              <a:defRPr sz="1500" b="1">
                <a:solidFill>
                  <a:srgbClr val="FFFFFF"/>
                </a:solidFill>
              </a:defRPr>
            </a:lvl1pPr>
            <a:lvl2pPr algn="ctr">
              <a:defRPr sz="1500" b="1">
                <a:solidFill>
                  <a:srgbClr val="FFFFFF"/>
                </a:solidFill>
              </a:defRPr>
            </a:lvl2pPr>
            <a:lvl3pPr algn="ctr">
              <a:defRPr sz="1500" b="1">
                <a:solidFill>
                  <a:srgbClr val="FFFFFF"/>
                </a:solidFill>
              </a:defRPr>
            </a:lvl3pPr>
            <a:lvl4pPr algn="ctr">
              <a:defRPr sz="1500" b="1">
                <a:solidFill>
                  <a:srgbClr val="FFFFFF"/>
                </a:solidFill>
              </a:defRPr>
            </a:lvl4pPr>
            <a:lvl5pPr algn="ctr">
              <a:defRPr sz="1500" b="1">
                <a:solidFill>
                  <a:srgbClr val="FFFFFF"/>
                </a:solidFill>
              </a:defRPr>
            </a:lvl5pPr>
            <a:lvl6pPr algn="ctr">
              <a:defRPr sz="1500" b="1">
                <a:solidFill>
                  <a:srgbClr val="FFFFFF"/>
                </a:solidFill>
              </a:defRPr>
            </a:lvl6pPr>
            <a:lvl7pPr algn="ctr">
              <a:defRPr sz="1500" b="1">
                <a:solidFill>
                  <a:srgbClr val="FFFFFF"/>
                </a:solidFill>
              </a:defRPr>
            </a:lvl7pPr>
            <a:lvl8pPr algn="ctr">
              <a:defRPr sz="1500" b="1">
                <a:solidFill>
                  <a:srgbClr val="FFFFFF"/>
                </a:solidFill>
              </a:defRPr>
            </a:lvl8pPr>
            <a:lvl9pPr algn="ctr">
              <a:defRPr sz="1500" b="1">
                <a:solidFill>
                  <a:srgbClr val="FFFFFF"/>
                </a:solidFill>
              </a:defRPr>
            </a:lvl9pPr>
          </a:lstStyle>
          <a:p>
            <a:pPr algn="ctr">
              <a:defRPr sz="1500" b="1">
                <a:solidFill>
                  <a:srgbClr val="FFFFFF"/>
                </a:solidFill>
              </a:defRPr>
            </a:pPr>
            <a:r>
              <a:rPr sz="1500" b="1">
                <a:solidFill>
                  <a:srgbClr val="FFFFFF"/>
                </a:solidFill>
              </a:rPr>
              <a:t>Paul</a:t>
            </a:r>
          </a:p>
        </p:txBody>
      </p:sp>
    </p:spTree>
    <p:extLst>
      <p:ext uri="{BB962C8B-B14F-4D97-AF65-F5344CB8AC3E}">
        <p14:creationId xmlns:p14="http://schemas.microsoft.com/office/powerpoint/2010/main" val="10751212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AFCFB"/>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592A5D8-8B4F-4A87-AB27-E7A30431E528}"/>
              </a:ext>
            </a:extLst>
          </p:cNvPr>
          <p:cNvSpPr>
            <a:spLocks noGrp="1"/>
          </p:cNvSpPr>
          <p:nvPr/>
        </p:nvSpPr>
        <p:spPr>
          <a:xfrm>
            <a:off x="619125" y="457200"/>
            <a:ext cx="10953750" cy="857250"/>
          </a:xfrm>
          <a:prstGeom prst="rect">
            <a:avLst/>
          </a:prstGeom>
          <a:noFill/>
          <a:ln w="0">
            <a:noFill/>
          </a:ln>
        </p:spPr>
        <p:txBody>
          <a:bodyPr/>
          <a:lstStyle>
            <a:defPPr>
              <a:defRPr sz="3225" b="1">
                <a:solidFill>
                  <a:srgbClr val="17363A"/>
                </a:solidFill>
              </a:defRPr>
            </a:defPPr>
            <a:lvl1pPr>
              <a:defRPr sz="3225" b="1">
                <a:solidFill>
                  <a:srgbClr val="17363A"/>
                </a:solidFill>
              </a:defRPr>
            </a:lvl1pPr>
            <a:lvl2pPr>
              <a:defRPr sz="3225" b="1">
                <a:solidFill>
                  <a:srgbClr val="17363A"/>
                </a:solidFill>
              </a:defRPr>
            </a:lvl2pPr>
            <a:lvl3pPr>
              <a:defRPr sz="3225" b="1">
                <a:solidFill>
                  <a:srgbClr val="17363A"/>
                </a:solidFill>
              </a:defRPr>
            </a:lvl3pPr>
            <a:lvl4pPr>
              <a:defRPr sz="3225" b="1">
                <a:solidFill>
                  <a:srgbClr val="17363A"/>
                </a:solidFill>
              </a:defRPr>
            </a:lvl4pPr>
            <a:lvl5pPr>
              <a:defRPr sz="3225" b="1">
                <a:solidFill>
                  <a:srgbClr val="17363A"/>
                </a:solidFill>
              </a:defRPr>
            </a:lvl5pPr>
            <a:lvl6pPr>
              <a:defRPr sz="3225" b="1">
                <a:solidFill>
                  <a:srgbClr val="17363A"/>
                </a:solidFill>
              </a:defRPr>
            </a:lvl6pPr>
            <a:lvl7pPr>
              <a:defRPr sz="3225" b="1">
                <a:solidFill>
                  <a:srgbClr val="17363A"/>
                </a:solidFill>
              </a:defRPr>
            </a:lvl7pPr>
            <a:lvl8pPr>
              <a:defRPr sz="3225" b="1">
                <a:solidFill>
                  <a:srgbClr val="17363A"/>
                </a:solidFill>
              </a:defRPr>
            </a:lvl8pPr>
            <a:lvl9pPr>
              <a:defRPr sz="3225" b="1">
                <a:solidFill>
                  <a:srgbClr val="17363A"/>
                </a:solidFill>
              </a:defRPr>
            </a:lvl9pPr>
          </a:lstStyle>
          <a:p>
            <a:pPr>
              <a:defRPr sz="3225" b="1">
                <a:solidFill>
                  <a:srgbClr val="17363A"/>
                </a:solidFill>
              </a:defRPr>
            </a:pPr>
            <a:r>
              <a:rPr sz="3225" b="1">
                <a:solidFill>
                  <a:srgbClr val="17363A"/>
                </a:solidFill>
              </a:rPr>
              <a:t>K-Means : groupes par proximité</a:t>
            </a:r>
          </a:p>
        </p:txBody>
      </p:sp>
      <p:sp>
        <p:nvSpPr>
          <p:cNvPr id="3" name="Rectangle 2">
            <a:extLst>
              <a:ext uri="{FF2B5EF4-FFF2-40B4-BE49-F238E27FC236}">
                <a16:creationId xmlns:a16="http://schemas.microsoft.com/office/drawing/2014/main" id="{CD146BD3-D12F-4986-A596-766301AFDFFA}"/>
              </a:ext>
            </a:extLst>
          </p:cNvPr>
          <p:cNvSpPr>
            <a:spLocks noGrp="1"/>
          </p:cNvSpPr>
          <p:nvPr/>
        </p:nvSpPr>
        <p:spPr>
          <a:xfrm>
            <a:off x="628650" y="6362700"/>
            <a:ext cx="8096250" cy="228600"/>
          </a:xfrm>
          <a:prstGeom prst="rect">
            <a:avLst/>
          </a:prstGeom>
          <a:noFill/>
          <a:ln w="0">
            <a:noFill/>
          </a:ln>
        </p:spPr>
        <p:txBody>
          <a:bodyPr/>
          <a:lstStyle>
            <a:defPPr>
              <a:defRPr sz="1275" b="0">
                <a:solidFill>
                  <a:srgbClr val="5A6E71"/>
                </a:solidFill>
              </a:defRPr>
            </a:defPPr>
            <a:lvl1pPr>
              <a:defRPr sz="1275" b="0">
                <a:solidFill>
                  <a:srgbClr val="5A6E71"/>
                </a:solidFill>
              </a:defRPr>
            </a:lvl1pPr>
            <a:lvl2pPr>
              <a:defRPr sz="1275" b="0">
                <a:solidFill>
                  <a:srgbClr val="5A6E71"/>
                </a:solidFill>
              </a:defRPr>
            </a:lvl2pPr>
            <a:lvl3pPr>
              <a:defRPr sz="1275" b="0">
                <a:solidFill>
                  <a:srgbClr val="5A6E71"/>
                </a:solidFill>
              </a:defRPr>
            </a:lvl3pPr>
            <a:lvl4pPr>
              <a:defRPr sz="1275" b="0">
                <a:solidFill>
                  <a:srgbClr val="5A6E71"/>
                </a:solidFill>
              </a:defRPr>
            </a:lvl4pPr>
            <a:lvl5pPr>
              <a:defRPr sz="1275" b="0">
                <a:solidFill>
                  <a:srgbClr val="5A6E71"/>
                </a:solidFill>
              </a:defRPr>
            </a:lvl5pPr>
            <a:lvl6pPr>
              <a:defRPr sz="1275" b="0">
                <a:solidFill>
                  <a:srgbClr val="5A6E71"/>
                </a:solidFill>
              </a:defRPr>
            </a:lvl6pPr>
            <a:lvl7pPr>
              <a:defRPr sz="1275" b="0">
                <a:solidFill>
                  <a:srgbClr val="5A6E71"/>
                </a:solidFill>
              </a:defRPr>
            </a:lvl7pPr>
            <a:lvl8pPr>
              <a:defRPr sz="1275" b="0">
                <a:solidFill>
                  <a:srgbClr val="5A6E71"/>
                </a:solidFill>
              </a:defRPr>
            </a:lvl8pPr>
            <a:lvl9pPr>
              <a:defRPr sz="1275" b="0">
                <a:solidFill>
                  <a:srgbClr val="5A6E71"/>
                </a:solidFill>
              </a:defRPr>
            </a:lvl9pPr>
          </a:lstStyle>
          <a:p>
            <a:pPr>
              <a:defRPr sz="1275" b="0">
                <a:solidFill>
                  <a:srgbClr val="5A6E71"/>
                </a:solidFill>
              </a:defRPr>
            </a:pPr>
            <a:r>
              <a:rPr sz="1275" b="0">
                <a:solidFill>
                  <a:srgbClr val="5A6E71"/>
                </a:solidFill>
              </a:rPr>
              <a:t>03   K-MEANS   /   16 MIN</a:t>
            </a:r>
          </a:p>
        </p:txBody>
      </p:sp>
      <p:sp>
        <p:nvSpPr>
          <p:cNvPr id="4" name="Rectangle 3">
            <a:extLst>
              <a:ext uri="{FF2B5EF4-FFF2-40B4-BE49-F238E27FC236}">
                <a16:creationId xmlns:a16="http://schemas.microsoft.com/office/drawing/2014/main" id="{0845019E-CDF8-419D-9FD6-362F4CA5BCAB}"/>
              </a:ext>
            </a:extLst>
          </p:cNvPr>
          <p:cNvSpPr>
            <a:spLocks noGrp="1"/>
          </p:cNvSpPr>
          <p:nvPr/>
        </p:nvSpPr>
        <p:spPr>
          <a:xfrm>
            <a:off x="11029950" y="6362700"/>
            <a:ext cx="571500" cy="228600"/>
          </a:xfrm>
          <a:prstGeom prst="rect">
            <a:avLst/>
          </a:prstGeom>
          <a:noFill/>
          <a:ln w="0">
            <a:noFill/>
          </a:ln>
        </p:spPr>
        <p:txBody>
          <a:bodyPr/>
          <a:lstStyle>
            <a:defPPr>
              <a:defRPr sz="1275" b="0">
                <a:solidFill>
                  <a:srgbClr val="5A6E71"/>
                </a:solidFill>
              </a:defRPr>
            </a:defPPr>
            <a:lvl1pPr>
              <a:defRPr sz="1275" b="0">
                <a:solidFill>
                  <a:srgbClr val="5A6E71"/>
                </a:solidFill>
              </a:defRPr>
            </a:lvl1pPr>
            <a:lvl2pPr>
              <a:defRPr sz="1275" b="0">
                <a:solidFill>
                  <a:srgbClr val="5A6E71"/>
                </a:solidFill>
              </a:defRPr>
            </a:lvl2pPr>
            <a:lvl3pPr>
              <a:defRPr sz="1275" b="0">
                <a:solidFill>
                  <a:srgbClr val="5A6E71"/>
                </a:solidFill>
              </a:defRPr>
            </a:lvl3pPr>
            <a:lvl4pPr>
              <a:defRPr sz="1275" b="0">
                <a:solidFill>
                  <a:srgbClr val="5A6E71"/>
                </a:solidFill>
              </a:defRPr>
            </a:lvl4pPr>
            <a:lvl5pPr>
              <a:defRPr sz="1275" b="0">
                <a:solidFill>
                  <a:srgbClr val="5A6E71"/>
                </a:solidFill>
              </a:defRPr>
            </a:lvl5pPr>
            <a:lvl6pPr>
              <a:defRPr sz="1275" b="0">
                <a:solidFill>
                  <a:srgbClr val="5A6E71"/>
                </a:solidFill>
              </a:defRPr>
            </a:lvl6pPr>
            <a:lvl7pPr>
              <a:defRPr sz="1275" b="0">
                <a:solidFill>
                  <a:srgbClr val="5A6E71"/>
                </a:solidFill>
              </a:defRPr>
            </a:lvl7pPr>
            <a:lvl8pPr>
              <a:defRPr sz="1275" b="0">
                <a:solidFill>
                  <a:srgbClr val="5A6E71"/>
                </a:solidFill>
              </a:defRPr>
            </a:lvl8pPr>
            <a:lvl9pPr>
              <a:defRPr sz="1275" b="0">
                <a:solidFill>
                  <a:srgbClr val="5A6E71"/>
                </a:solidFill>
              </a:defRPr>
            </a:lvl9pPr>
          </a:lstStyle>
          <a:p>
            <a:pPr>
              <a:defRPr sz="1275" b="0">
                <a:solidFill>
                  <a:srgbClr val="5A6E71"/>
                </a:solidFill>
              </a:defRPr>
            </a:pPr>
            <a:r>
              <a:rPr sz="1275" b="0">
                <a:solidFill>
                  <a:srgbClr val="5A6E71"/>
                </a:solidFill>
              </a:rPr>
              <a:t>12</a:t>
            </a:r>
          </a:p>
        </p:txBody>
      </p:sp>
      <p:sp>
        <p:nvSpPr>
          <p:cNvPr id="5" name="Rectangle 4">
            <a:extLst>
              <a:ext uri="{FF2B5EF4-FFF2-40B4-BE49-F238E27FC236}">
                <a16:creationId xmlns:a16="http://schemas.microsoft.com/office/drawing/2014/main" id="{F0AACF9A-1246-4190-B5C4-0555F44FC9E9}"/>
              </a:ext>
            </a:extLst>
          </p:cNvPr>
          <p:cNvSpPr>
            <a:spLocks noGrp="1"/>
          </p:cNvSpPr>
          <p:nvPr/>
        </p:nvSpPr>
        <p:spPr>
          <a:xfrm>
            <a:off x="619125" y="1400175"/>
            <a:ext cx="7143750" cy="476250"/>
          </a:xfrm>
          <a:prstGeom prst="rect">
            <a:avLst/>
          </a:prstGeom>
          <a:noFill/>
          <a:ln w="0">
            <a:noFill/>
          </a:ln>
        </p:spPr>
        <p:txBody>
          <a:bodyPr/>
          <a:lstStyle>
            <a:defPPr>
              <a:defRPr sz="1650" b="0">
                <a:solidFill>
                  <a:srgbClr val="5A6E71"/>
                </a:solidFill>
              </a:defRPr>
            </a:defPPr>
            <a:lvl1pPr>
              <a:defRPr sz="1650" b="0">
                <a:solidFill>
                  <a:srgbClr val="5A6E71"/>
                </a:solidFill>
              </a:defRPr>
            </a:lvl1pPr>
            <a:lvl2pPr>
              <a:defRPr sz="1650" b="0">
                <a:solidFill>
                  <a:srgbClr val="5A6E71"/>
                </a:solidFill>
              </a:defRPr>
            </a:lvl2pPr>
            <a:lvl3pPr>
              <a:defRPr sz="1650" b="0">
                <a:solidFill>
                  <a:srgbClr val="5A6E71"/>
                </a:solidFill>
              </a:defRPr>
            </a:lvl3pPr>
            <a:lvl4pPr>
              <a:defRPr sz="1650" b="0">
                <a:solidFill>
                  <a:srgbClr val="5A6E71"/>
                </a:solidFill>
              </a:defRPr>
            </a:lvl4pPr>
            <a:lvl5pPr>
              <a:defRPr sz="1650" b="0">
                <a:solidFill>
                  <a:srgbClr val="5A6E71"/>
                </a:solidFill>
              </a:defRPr>
            </a:lvl5pPr>
            <a:lvl6pPr>
              <a:defRPr sz="1650" b="0">
                <a:solidFill>
                  <a:srgbClr val="5A6E71"/>
                </a:solidFill>
              </a:defRPr>
            </a:lvl6pPr>
            <a:lvl7pPr>
              <a:defRPr sz="1650" b="0">
                <a:solidFill>
                  <a:srgbClr val="5A6E71"/>
                </a:solidFill>
              </a:defRPr>
            </a:lvl7pPr>
            <a:lvl8pPr>
              <a:defRPr sz="1650" b="0">
                <a:solidFill>
                  <a:srgbClr val="5A6E71"/>
                </a:solidFill>
              </a:defRPr>
            </a:lvl8pPr>
            <a:lvl9pPr>
              <a:defRPr sz="1650" b="0">
                <a:solidFill>
                  <a:srgbClr val="5A6E71"/>
                </a:solidFill>
              </a:defRPr>
            </a:lvl9pPr>
          </a:lstStyle>
          <a:p>
            <a:pPr>
              <a:defRPr sz="1650" b="0">
                <a:solidFill>
                  <a:srgbClr val="5A6E71"/>
                </a:solidFill>
              </a:defRPr>
            </a:pPr>
            <a:r>
              <a:rPr sz="1650" b="0">
                <a:solidFill>
                  <a:srgbClr val="5A6E71"/>
                </a:solidFill>
              </a:rPr>
              <a:t>Tirage équilibré : 220 points par groupe</a:t>
            </a:r>
          </a:p>
        </p:txBody>
      </p:sp>
      <p:graphicFrame>
        <p:nvGraphicFramePr>
          <p:cNvPr id="6" name="Chart">
            <a:extLst>
              <a:ext uri="{FF2B5EF4-FFF2-40B4-BE49-F238E27FC236}">
                <a16:creationId xmlns:a16="http://schemas.microsoft.com/office/drawing/2014/main" id="{426ABD36-8AC3-4C5E-8AF6-42CE4A7EE32F}"/>
              </a:ext>
            </a:extLst>
          </p:cNvPr>
          <p:cNvGraphicFramePr/>
          <p:nvPr/>
        </p:nvGraphicFramePr>
        <p:xfrm>
          <a:off x="619125" y="1762125"/>
          <a:ext cx="7239000" cy="3857625"/>
        </p:xfrm>
        <a:graphic>
          <a:graphicData uri="http://schemas.openxmlformats.org/drawingml/2006/chart">
            <c:chart xmlns:c="http://schemas.openxmlformats.org/drawingml/2006/chart" xmlns:r="http://schemas.openxmlformats.org/officeDocument/2006/relationships" r:id="rId3"/>
          </a:graphicData>
        </a:graphic>
      </p:graphicFrame>
      <p:sp>
        <p:nvSpPr>
          <p:cNvPr id="7" name="Rectangle 6">
            <a:extLst>
              <a:ext uri="{FF2B5EF4-FFF2-40B4-BE49-F238E27FC236}">
                <a16:creationId xmlns:a16="http://schemas.microsoft.com/office/drawing/2014/main" id="{18898756-C302-493F-AD26-C895F1DAA154}"/>
              </a:ext>
            </a:extLst>
          </p:cNvPr>
          <p:cNvSpPr>
            <a:spLocks noGrp="1"/>
          </p:cNvSpPr>
          <p:nvPr/>
        </p:nvSpPr>
        <p:spPr>
          <a:xfrm>
            <a:off x="8572500" y="2095500"/>
            <a:ext cx="2857500" cy="571500"/>
          </a:xfrm>
          <a:prstGeom prst="rect">
            <a:avLst/>
          </a:prstGeom>
          <a:noFill/>
          <a:ln w="0">
            <a:noFill/>
          </a:ln>
        </p:spPr>
        <p:txBody>
          <a:bodyPr/>
          <a:lstStyle>
            <a:defPPr>
              <a:defRPr sz="2625" b="1">
                <a:solidFill>
                  <a:srgbClr val="008C85"/>
                </a:solidFill>
              </a:defRPr>
            </a:defPPr>
            <a:lvl1pPr>
              <a:defRPr sz="2625" b="1">
                <a:solidFill>
                  <a:srgbClr val="008C85"/>
                </a:solidFill>
              </a:defRPr>
            </a:lvl1pPr>
            <a:lvl2pPr>
              <a:defRPr sz="2625" b="1">
                <a:solidFill>
                  <a:srgbClr val="008C85"/>
                </a:solidFill>
              </a:defRPr>
            </a:lvl2pPr>
            <a:lvl3pPr>
              <a:defRPr sz="2625" b="1">
                <a:solidFill>
                  <a:srgbClr val="008C85"/>
                </a:solidFill>
              </a:defRPr>
            </a:lvl3pPr>
            <a:lvl4pPr>
              <a:defRPr sz="2625" b="1">
                <a:solidFill>
                  <a:srgbClr val="008C85"/>
                </a:solidFill>
              </a:defRPr>
            </a:lvl4pPr>
            <a:lvl5pPr>
              <a:defRPr sz="2625" b="1">
                <a:solidFill>
                  <a:srgbClr val="008C85"/>
                </a:solidFill>
              </a:defRPr>
            </a:lvl5pPr>
            <a:lvl6pPr>
              <a:defRPr sz="2625" b="1">
                <a:solidFill>
                  <a:srgbClr val="008C85"/>
                </a:solidFill>
              </a:defRPr>
            </a:lvl6pPr>
            <a:lvl7pPr>
              <a:defRPr sz="2625" b="1">
                <a:solidFill>
                  <a:srgbClr val="008C85"/>
                </a:solidFill>
              </a:defRPr>
            </a:lvl7pPr>
            <a:lvl8pPr>
              <a:defRPr sz="2625" b="1">
                <a:solidFill>
                  <a:srgbClr val="008C85"/>
                </a:solidFill>
              </a:defRPr>
            </a:lvl8pPr>
            <a:lvl9pPr>
              <a:defRPr sz="2625" b="1">
                <a:solidFill>
                  <a:srgbClr val="008C85"/>
                </a:solidFill>
              </a:defRPr>
            </a:lvl9pPr>
          </a:lstStyle>
          <a:p>
            <a:pPr>
              <a:defRPr sz="2625" b="1">
                <a:solidFill>
                  <a:srgbClr val="008C85"/>
                </a:solidFill>
              </a:defRPr>
            </a:pPr>
            <a:r>
              <a:rPr sz="2625" b="1">
                <a:solidFill>
                  <a:srgbClr val="008C85"/>
                </a:solidFill>
              </a:rPr>
              <a:t>Affecter</a:t>
            </a:r>
          </a:p>
        </p:txBody>
      </p:sp>
      <p:sp>
        <p:nvSpPr>
          <p:cNvPr id="8" name="Rectangle 7">
            <a:extLst>
              <a:ext uri="{FF2B5EF4-FFF2-40B4-BE49-F238E27FC236}">
                <a16:creationId xmlns:a16="http://schemas.microsoft.com/office/drawing/2014/main" id="{46254786-F5E9-429A-8635-AC7CC7AD302C}"/>
              </a:ext>
            </a:extLst>
          </p:cNvPr>
          <p:cNvSpPr>
            <a:spLocks noGrp="1"/>
          </p:cNvSpPr>
          <p:nvPr/>
        </p:nvSpPr>
        <p:spPr>
          <a:xfrm>
            <a:off x="8572500" y="3095625"/>
            <a:ext cx="2857500" cy="571500"/>
          </a:xfrm>
          <a:prstGeom prst="rect">
            <a:avLst/>
          </a:prstGeom>
          <a:noFill/>
          <a:ln w="0">
            <a:noFill/>
          </a:ln>
        </p:spPr>
        <p:txBody>
          <a:bodyPr/>
          <a:lstStyle>
            <a:defPPr>
              <a:defRPr sz="2625" b="1">
                <a:solidFill>
                  <a:srgbClr val="4179B7"/>
                </a:solidFill>
              </a:defRPr>
            </a:defPPr>
            <a:lvl1pPr>
              <a:defRPr sz="2625" b="1">
                <a:solidFill>
                  <a:srgbClr val="4179B7"/>
                </a:solidFill>
              </a:defRPr>
            </a:lvl1pPr>
            <a:lvl2pPr>
              <a:defRPr sz="2625" b="1">
                <a:solidFill>
                  <a:srgbClr val="4179B7"/>
                </a:solidFill>
              </a:defRPr>
            </a:lvl2pPr>
            <a:lvl3pPr>
              <a:defRPr sz="2625" b="1">
                <a:solidFill>
                  <a:srgbClr val="4179B7"/>
                </a:solidFill>
              </a:defRPr>
            </a:lvl3pPr>
            <a:lvl4pPr>
              <a:defRPr sz="2625" b="1">
                <a:solidFill>
                  <a:srgbClr val="4179B7"/>
                </a:solidFill>
              </a:defRPr>
            </a:lvl4pPr>
            <a:lvl5pPr>
              <a:defRPr sz="2625" b="1">
                <a:solidFill>
                  <a:srgbClr val="4179B7"/>
                </a:solidFill>
              </a:defRPr>
            </a:lvl5pPr>
            <a:lvl6pPr>
              <a:defRPr sz="2625" b="1">
                <a:solidFill>
                  <a:srgbClr val="4179B7"/>
                </a:solidFill>
              </a:defRPr>
            </a:lvl6pPr>
            <a:lvl7pPr>
              <a:defRPr sz="2625" b="1">
                <a:solidFill>
                  <a:srgbClr val="4179B7"/>
                </a:solidFill>
              </a:defRPr>
            </a:lvl7pPr>
            <a:lvl8pPr>
              <a:defRPr sz="2625" b="1">
                <a:solidFill>
                  <a:srgbClr val="4179B7"/>
                </a:solidFill>
              </a:defRPr>
            </a:lvl8pPr>
            <a:lvl9pPr>
              <a:defRPr sz="2625" b="1">
                <a:solidFill>
                  <a:srgbClr val="4179B7"/>
                </a:solidFill>
              </a:defRPr>
            </a:lvl9pPr>
          </a:lstStyle>
          <a:p>
            <a:pPr>
              <a:defRPr sz="2625" b="1">
                <a:solidFill>
                  <a:srgbClr val="4179B7"/>
                </a:solidFill>
              </a:defRPr>
            </a:pPr>
            <a:r>
              <a:rPr sz="2625" b="1">
                <a:solidFill>
                  <a:srgbClr val="4179B7"/>
                </a:solidFill>
              </a:rPr>
              <a:t>Recalculer</a:t>
            </a:r>
          </a:p>
        </p:txBody>
      </p:sp>
      <p:sp>
        <p:nvSpPr>
          <p:cNvPr id="9" name="Rectangle 8">
            <a:extLst>
              <a:ext uri="{FF2B5EF4-FFF2-40B4-BE49-F238E27FC236}">
                <a16:creationId xmlns:a16="http://schemas.microsoft.com/office/drawing/2014/main" id="{FCE630E3-681B-4B7A-839B-24A72C5E1198}"/>
              </a:ext>
            </a:extLst>
          </p:cNvPr>
          <p:cNvSpPr>
            <a:spLocks noGrp="1"/>
          </p:cNvSpPr>
          <p:nvPr/>
        </p:nvSpPr>
        <p:spPr>
          <a:xfrm>
            <a:off x="8572500" y="4095750"/>
            <a:ext cx="2857500" cy="571500"/>
          </a:xfrm>
          <a:prstGeom prst="rect">
            <a:avLst/>
          </a:prstGeom>
          <a:noFill/>
          <a:ln w="0">
            <a:noFill/>
          </a:ln>
        </p:spPr>
        <p:txBody>
          <a:bodyPr/>
          <a:lstStyle>
            <a:defPPr>
              <a:defRPr sz="2625" b="1">
                <a:solidFill>
                  <a:srgbClr val="DE8736"/>
                </a:solidFill>
              </a:defRPr>
            </a:defPPr>
            <a:lvl1pPr>
              <a:defRPr sz="2625" b="1">
                <a:solidFill>
                  <a:srgbClr val="DE8736"/>
                </a:solidFill>
              </a:defRPr>
            </a:lvl1pPr>
            <a:lvl2pPr>
              <a:defRPr sz="2625" b="1">
                <a:solidFill>
                  <a:srgbClr val="DE8736"/>
                </a:solidFill>
              </a:defRPr>
            </a:lvl2pPr>
            <a:lvl3pPr>
              <a:defRPr sz="2625" b="1">
                <a:solidFill>
                  <a:srgbClr val="DE8736"/>
                </a:solidFill>
              </a:defRPr>
            </a:lvl3pPr>
            <a:lvl4pPr>
              <a:defRPr sz="2625" b="1">
                <a:solidFill>
                  <a:srgbClr val="DE8736"/>
                </a:solidFill>
              </a:defRPr>
            </a:lvl4pPr>
            <a:lvl5pPr>
              <a:defRPr sz="2625" b="1">
                <a:solidFill>
                  <a:srgbClr val="DE8736"/>
                </a:solidFill>
              </a:defRPr>
            </a:lvl5pPr>
            <a:lvl6pPr>
              <a:defRPr sz="2625" b="1">
                <a:solidFill>
                  <a:srgbClr val="DE8736"/>
                </a:solidFill>
              </a:defRPr>
            </a:lvl6pPr>
            <a:lvl7pPr>
              <a:defRPr sz="2625" b="1">
                <a:solidFill>
                  <a:srgbClr val="DE8736"/>
                </a:solidFill>
              </a:defRPr>
            </a:lvl7pPr>
            <a:lvl8pPr>
              <a:defRPr sz="2625" b="1">
                <a:solidFill>
                  <a:srgbClr val="DE8736"/>
                </a:solidFill>
              </a:defRPr>
            </a:lvl8pPr>
            <a:lvl9pPr>
              <a:defRPr sz="2625" b="1">
                <a:solidFill>
                  <a:srgbClr val="DE8736"/>
                </a:solidFill>
              </a:defRPr>
            </a:lvl9pPr>
          </a:lstStyle>
          <a:p>
            <a:pPr>
              <a:defRPr sz="2625" b="1">
                <a:solidFill>
                  <a:srgbClr val="DE8736"/>
                </a:solidFill>
              </a:defRPr>
            </a:pPr>
            <a:r>
              <a:rPr sz="2625" b="1">
                <a:solidFill>
                  <a:srgbClr val="DE8736"/>
                </a:solidFill>
              </a:rPr>
              <a:t>Répéter</a:t>
            </a:r>
          </a:p>
        </p:txBody>
      </p:sp>
      <p:sp>
        <p:nvSpPr>
          <p:cNvPr id="10" name="Rectangle 9">
            <a:extLst>
              <a:ext uri="{FF2B5EF4-FFF2-40B4-BE49-F238E27FC236}">
                <a16:creationId xmlns:a16="http://schemas.microsoft.com/office/drawing/2014/main" id="{B875C54F-A564-4A30-9AC6-EAE0230DA470}"/>
              </a:ext>
            </a:extLst>
          </p:cNvPr>
          <p:cNvSpPr>
            <a:spLocks noGrp="1"/>
          </p:cNvSpPr>
          <p:nvPr/>
        </p:nvSpPr>
        <p:spPr>
          <a:xfrm>
            <a:off x="647700" y="5657850"/>
            <a:ext cx="10858500" cy="552450"/>
          </a:xfrm>
          <a:prstGeom prst="rect">
            <a:avLst/>
          </a:prstGeom>
          <a:noFill/>
          <a:ln w="0">
            <a:noFill/>
          </a:ln>
        </p:spPr>
        <p:txBody>
          <a:bodyPr/>
          <a:lstStyle>
            <a:defPPr>
              <a:defRPr sz="1950" b="1">
                <a:solidFill>
                  <a:srgbClr val="008C85"/>
                </a:solidFill>
              </a:defRPr>
            </a:defPPr>
            <a:lvl1pPr>
              <a:defRPr sz="1950" b="1">
                <a:solidFill>
                  <a:srgbClr val="008C85"/>
                </a:solidFill>
              </a:defRPr>
            </a:lvl1pPr>
            <a:lvl2pPr>
              <a:defRPr sz="1950" b="1">
                <a:solidFill>
                  <a:srgbClr val="008C85"/>
                </a:solidFill>
              </a:defRPr>
            </a:lvl2pPr>
            <a:lvl3pPr>
              <a:defRPr sz="1950" b="1">
                <a:solidFill>
                  <a:srgbClr val="008C85"/>
                </a:solidFill>
              </a:defRPr>
            </a:lvl3pPr>
            <a:lvl4pPr>
              <a:defRPr sz="1950" b="1">
                <a:solidFill>
                  <a:srgbClr val="008C85"/>
                </a:solidFill>
              </a:defRPr>
            </a:lvl4pPr>
            <a:lvl5pPr>
              <a:defRPr sz="1950" b="1">
                <a:solidFill>
                  <a:srgbClr val="008C85"/>
                </a:solidFill>
              </a:defRPr>
            </a:lvl5pPr>
            <a:lvl6pPr>
              <a:defRPr sz="1950" b="1">
                <a:solidFill>
                  <a:srgbClr val="008C85"/>
                </a:solidFill>
              </a:defRPr>
            </a:lvl6pPr>
            <a:lvl7pPr>
              <a:defRPr sz="1950" b="1">
                <a:solidFill>
                  <a:srgbClr val="008C85"/>
                </a:solidFill>
              </a:defRPr>
            </a:lvl7pPr>
            <a:lvl8pPr>
              <a:defRPr sz="1950" b="1">
                <a:solidFill>
                  <a:srgbClr val="008C85"/>
                </a:solidFill>
              </a:defRPr>
            </a:lvl8pPr>
            <a:lvl9pPr>
              <a:defRPr sz="1950" b="1">
                <a:solidFill>
                  <a:srgbClr val="008C85"/>
                </a:solidFill>
              </a:defRPr>
            </a:lvl9pPr>
          </a:lstStyle>
          <a:p>
            <a:pPr>
              <a:defRPr sz="1950" b="1">
                <a:solidFill>
                  <a:srgbClr val="008C85"/>
                </a:solidFill>
              </a:defRPr>
            </a:pPr>
            <a:r>
              <a:rPr sz="1950" b="1">
                <a:solidFill>
                  <a:srgbClr val="008C85"/>
                </a:solidFill>
              </a:rPr>
              <a:t>Calcul dans trois dimensions. Les losanges indiquent les centres</a:t>
            </a:r>
          </a:p>
        </p:txBody>
      </p:sp>
      <p:sp>
        <p:nvSpPr>
          <p:cNvPr id="13" name="presenter-badge">
            <a:extLst>
              <a:ext uri="{FF2B5EF4-FFF2-40B4-BE49-F238E27FC236}">
                <a16:creationId xmlns:a16="http://schemas.microsoft.com/office/drawing/2014/main" id="{6BBA3FCA-309B-10F3-AD4D-F2A6D25A077E}"/>
              </a:ext>
            </a:extLst>
          </p:cNvPr>
          <p:cNvSpPr>
            <a:spLocks noGrp="1"/>
          </p:cNvSpPr>
          <p:nvPr/>
        </p:nvSpPr>
        <p:spPr>
          <a:xfrm>
            <a:off x="9429750" y="6286500"/>
            <a:ext cx="1428750" cy="323850"/>
          </a:xfrm>
          <a:prstGeom prst="roundRect">
            <a:avLst>
              <a:gd name="adj" fmla="val 50000"/>
            </a:avLst>
          </a:prstGeom>
          <a:solidFill>
            <a:srgbClr val="A75517"/>
          </a:solidFill>
          <a:ln w="0">
            <a:noFill/>
          </a:ln>
        </p:spPr>
        <p:txBody>
          <a:bodyPr lIns="0" tIns="0" rIns="0" bIns="0" anchor="ctr"/>
          <a:lstStyle>
            <a:defPPr algn="ctr">
              <a:defRPr sz="1500" b="1">
                <a:solidFill>
                  <a:srgbClr val="FFFFFF"/>
                </a:solidFill>
              </a:defRPr>
            </a:defPPr>
            <a:lvl1pPr algn="ctr">
              <a:defRPr sz="1500" b="1">
                <a:solidFill>
                  <a:srgbClr val="FFFFFF"/>
                </a:solidFill>
              </a:defRPr>
            </a:lvl1pPr>
            <a:lvl2pPr algn="ctr">
              <a:defRPr sz="1500" b="1">
                <a:solidFill>
                  <a:srgbClr val="FFFFFF"/>
                </a:solidFill>
              </a:defRPr>
            </a:lvl2pPr>
            <a:lvl3pPr algn="ctr">
              <a:defRPr sz="1500" b="1">
                <a:solidFill>
                  <a:srgbClr val="FFFFFF"/>
                </a:solidFill>
              </a:defRPr>
            </a:lvl3pPr>
            <a:lvl4pPr algn="ctr">
              <a:defRPr sz="1500" b="1">
                <a:solidFill>
                  <a:srgbClr val="FFFFFF"/>
                </a:solidFill>
              </a:defRPr>
            </a:lvl4pPr>
            <a:lvl5pPr algn="ctr">
              <a:defRPr sz="1500" b="1">
                <a:solidFill>
                  <a:srgbClr val="FFFFFF"/>
                </a:solidFill>
              </a:defRPr>
            </a:lvl5pPr>
            <a:lvl6pPr algn="ctr">
              <a:defRPr sz="1500" b="1">
                <a:solidFill>
                  <a:srgbClr val="FFFFFF"/>
                </a:solidFill>
              </a:defRPr>
            </a:lvl6pPr>
            <a:lvl7pPr algn="ctr">
              <a:defRPr sz="1500" b="1">
                <a:solidFill>
                  <a:srgbClr val="FFFFFF"/>
                </a:solidFill>
              </a:defRPr>
            </a:lvl7pPr>
            <a:lvl8pPr algn="ctr">
              <a:defRPr sz="1500" b="1">
                <a:solidFill>
                  <a:srgbClr val="FFFFFF"/>
                </a:solidFill>
              </a:defRPr>
            </a:lvl8pPr>
            <a:lvl9pPr algn="ctr">
              <a:defRPr sz="1500" b="1">
                <a:solidFill>
                  <a:srgbClr val="FFFFFF"/>
                </a:solidFill>
              </a:defRPr>
            </a:lvl9pPr>
          </a:lstStyle>
          <a:p>
            <a:pPr algn="ctr">
              <a:defRPr sz="1500" b="1">
                <a:solidFill>
                  <a:srgbClr val="FFFFFF"/>
                </a:solidFill>
              </a:defRPr>
            </a:pPr>
            <a:r>
              <a:rPr sz="1500" b="1">
                <a:solidFill>
                  <a:srgbClr val="FFFFFF"/>
                </a:solidFill>
              </a:rPr>
              <a:t>Nathan</a:t>
            </a:r>
          </a:p>
        </p:txBody>
      </p:sp>
    </p:spTree>
    <p:extLst>
      <p:ext uri="{BB962C8B-B14F-4D97-AF65-F5344CB8AC3E}">
        <p14:creationId xmlns:p14="http://schemas.microsoft.com/office/powerpoint/2010/main" val="5075023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AFCFB"/>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2FFF3E8-9D6B-4C0A-8297-CE1D3934374F}"/>
              </a:ext>
            </a:extLst>
          </p:cNvPr>
          <p:cNvSpPr>
            <a:spLocks noGrp="1"/>
          </p:cNvSpPr>
          <p:nvPr/>
        </p:nvSpPr>
        <p:spPr>
          <a:xfrm>
            <a:off x="619125" y="457200"/>
            <a:ext cx="10953750" cy="857250"/>
          </a:xfrm>
          <a:prstGeom prst="rect">
            <a:avLst/>
          </a:prstGeom>
          <a:noFill/>
          <a:ln w="0">
            <a:noFill/>
          </a:ln>
        </p:spPr>
        <p:txBody>
          <a:bodyPr/>
          <a:lstStyle>
            <a:defPPr>
              <a:defRPr sz="3225" b="1">
                <a:solidFill>
                  <a:srgbClr val="17363A"/>
                </a:solidFill>
              </a:defRPr>
            </a:defPPr>
            <a:lvl1pPr>
              <a:defRPr sz="3225" b="1">
                <a:solidFill>
                  <a:srgbClr val="17363A"/>
                </a:solidFill>
              </a:defRPr>
            </a:lvl1pPr>
            <a:lvl2pPr>
              <a:defRPr sz="3225" b="1">
                <a:solidFill>
                  <a:srgbClr val="17363A"/>
                </a:solidFill>
              </a:defRPr>
            </a:lvl2pPr>
            <a:lvl3pPr>
              <a:defRPr sz="3225" b="1">
                <a:solidFill>
                  <a:srgbClr val="17363A"/>
                </a:solidFill>
              </a:defRPr>
            </a:lvl3pPr>
            <a:lvl4pPr>
              <a:defRPr sz="3225" b="1">
                <a:solidFill>
                  <a:srgbClr val="17363A"/>
                </a:solidFill>
              </a:defRPr>
            </a:lvl4pPr>
            <a:lvl5pPr>
              <a:defRPr sz="3225" b="1">
                <a:solidFill>
                  <a:srgbClr val="17363A"/>
                </a:solidFill>
              </a:defRPr>
            </a:lvl5pPr>
            <a:lvl6pPr>
              <a:defRPr sz="3225" b="1">
                <a:solidFill>
                  <a:srgbClr val="17363A"/>
                </a:solidFill>
              </a:defRPr>
            </a:lvl6pPr>
            <a:lvl7pPr>
              <a:defRPr sz="3225" b="1">
                <a:solidFill>
                  <a:srgbClr val="17363A"/>
                </a:solidFill>
              </a:defRPr>
            </a:lvl7pPr>
            <a:lvl8pPr>
              <a:defRPr sz="3225" b="1">
                <a:solidFill>
                  <a:srgbClr val="17363A"/>
                </a:solidFill>
              </a:defRPr>
            </a:lvl8pPr>
            <a:lvl9pPr>
              <a:defRPr sz="3225" b="1">
                <a:solidFill>
                  <a:srgbClr val="17363A"/>
                </a:solidFill>
              </a:defRPr>
            </a:lvl9pPr>
          </a:lstStyle>
          <a:p>
            <a:pPr>
              <a:defRPr sz="3225" b="1">
                <a:solidFill>
                  <a:srgbClr val="17363A"/>
                </a:solidFill>
              </a:defRPr>
            </a:pPr>
            <a:r>
              <a:rPr sz="3225" b="1">
                <a:solidFill>
                  <a:srgbClr val="17363A"/>
                </a:solidFill>
              </a:rPr>
              <a:t>La courbe du coude</a:t>
            </a:r>
          </a:p>
        </p:txBody>
      </p:sp>
      <p:sp>
        <p:nvSpPr>
          <p:cNvPr id="3" name="Rectangle 2">
            <a:extLst>
              <a:ext uri="{FF2B5EF4-FFF2-40B4-BE49-F238E27FC236}">
                <a16:creationId xmlns:a16="http://schemas.microsoft.com/office/drawing/2014/main" id="{551FD655-AD40-4313-B7BC-33B88AE2E4F3}"/>
              </a:ext>
            </a:extLst>
          </p:cNvPr>
          <p:cNvSpPr>
            <a:spLocks noGrp="1"/>
          </p:cNvSpPr>
          <p:nvPr/>
        </p:nvSpPr>
        <p:spPr>
          <a:xfrm>
            <a:off x="628650" y="6362700"/>
            <a:ext cx="8096250" cy="228600"/>
          </a:xfrm>
          <a:prstGeom prst="rect">
            <a:avLst/>
          </a:prstGeom>
          <a:noFill/>
          <a:ln w="0">
            <a:noFill/>
          </a:ln>
        </p:spPr>
        <p:txBody>
          <a:bodyPr/>
          <a:lstStyle>
            <a:defPPr>
              <a:defRPr sz="1275" b="0">
                <a:solidFill>
                  <a:srgbClr val="5A6E71"/>
                </a:solidFill>
              </a:defRPr>
            </a:defPPr>
            <a:lvl1pPr>
              <a:defRPr sz="1275" b="0">
                <a:solidFill>
                  <a:srgbClr val="5A6E71"/>
                </a:solidFill>
              </a:defRPr>
            </a:lvl1pPr>
            <a:lvl2pPr>
              <a:defRPr sz="1275" b="0">
                <a:solidFill>
                  <a:srgbClr val="5A6E71"/>
                </a:solidFill>
              </a:defRPr>
            </a:lvl2pPr>
            <a:lvl3pPr>
              <a:defRPr sz="1275" b="0">
                <a:solidFill>
                  <a:srgbClr val="5A6E71"/>
                </a:solidFill>
              </a:defRPr>
            </a:lvl3pPr>
            <a:lvl4pPr>
              <a:defRPr sz="1275" b="0">
                <a:solidFill>
                  <a:srgbClr val="5A6E71"/>
                </a:solidFill>
              </a:defRPr>
            </a:lvl4pPr>
            <a:lvl5pPr>
              <a:defRPr sz="1275" b="0">
                <a:solidFill>
                  <a:srgbClr val="5A6E71"/>
                </a:solidFill>
              </a:defRPr>
            </a:lvl5pPr>
            <a:lvl6pPr>
              <a:defRPr sz="1275" b="0">
                <a:solidFill>
                  <a:srgbClr val="5A6E71"/>
                </a:solidFill>
              </a:defRPr>
            </a:lvl6pPr>
            <a:lvl7pPr>
              <a:defRPr sz="1275" b="0">
                <a:solidFill>
                  <a:srgbClr val="5A6E71"/>
                </a:solidFill>
              </a:defRPr>
            </a:lvl7pPr>
            <a:lvl8pPr>
              <a:defRPr sz="1275" b="0">
                <a:solidFill>
                  <a:srgbClr val="5A6E71"/>
                </a:solidFill>
              </a:defRPr>
            </a:lvl8pPr>
            <a:lvl9pPr>
              <a:defRPr sz="1275" b="0">
                <a:solidFill>
                  <a:srgbClr val="5A6E71"/>
                </a:solidFill>
              </a:defRPr>
            </a:lvl9pPr>
          </a:lstStyle>
          <a:p>
            <a:pPr>
              <a:defRPr sz="1275" b="0">
                <a:solidFill>
                  <a:srgbClr val="5A6E71"/>
                </a:solidFill>
              </a:defRPr>
            </a:pPr>
            <a:r>
              <a:rPr sz="1275" b="0">
                <a:solidFill>
                  <a:srgbClr val="5A6E71"/>
                </a:solidFill>
              </a:rPr>
              <a:t>03   K-MEANS   /   16 MIN</a:t>
            </a:r>
          </a:p>
        </p:txBody>
      </p:sp>
      <p:sp>
        <p:nvSpPr>
          <p:cNvPr id="4" name="Rectangle 3">
            <a:extLst>
              <a:ext uri="{FF2B5EF4-FFF2-40B4-BE49-F238E27FC236}">
                <a16:creationId xmlns:a16="http://schemas.microsoft.com/office/drawing/2014/main" id="{105C36E5-056E-487F-AB8E-D3C92A7B94E9}"/>
              </a:ext>
            </a:extLst>
          </p:cNvPr>
          <p:cNvSpPr>
            <a:spLocks noGrp="1"/>
          </p:cNvSpPr>
          <p:nvPr/>
        </p:nvSpPr>
        <p:spPr>
          <a:xfrm>
            <a:off x="11029950" y="6362700"/>
            <a:ext cx="571500" cy="228600"/>
          </a:xfrm>
          <a:prstGeom prst="rect">
            <a:avLst/>
          </a:prstGeom>
          <a:noFill/>
          <a:ln w="0">
            <a:noFill/>
          </a:ln>
        </p:spPr>
        <p:txBody>
          <a:bodyPr/>
          <a:lstStyle>
            <a:defPPr>
              <a:defRPr sz="1275" b="0">
                <a:solidFill>
                  <a:srgbClr val="5A6E71"/>
                </a:solidFill>
              </a:defRPr>
            </a:defPPr>
            <a:lvl1pPr>
              <a:defRPr sz="1275" b="0">
                <a:solidFill>
                  <a:srgbClr val="5A6E71"/>
                </a:solidFill>
              </a:defRPr>
            </a:lvl1pPr>
            <a:lvl2pPr>
              <a:defRPr sz="1275" b="0">
                <a:solidFill>
                  <a:srgbClr val="5A6E71"/>
                </a:solidFill>
              </a:defRPr>
            </a:lvl2pPr>
            <a:lvl3pPr>
              <a:defRPr sz="1275" b="0">
                <a:solidFill>
                  <a:srgbClr val="5A6E71"/>
                </a:solidFill>
              </a:defRPr>
            </a:lvl3pPr>
            <a:lvl4pPr>
              <a:defRPr sz="1275" b="0">
                <a:solidFill>
                  <a:srgbClr val="5A6E71"/>
                </a:solidFill>
              </a:defRPr>
            </a:lvl4pPr>
            <a:lvl5pPr>
              <a:defRPr sz="1275" b="0">
                <a:solidFill>
                  <a:srgbClr val="5A6E71"/>
                </a:solidFill>
              </a:defRPr>
            </a:lvl5pPr>
            <a:lvl6pPr>
              <a:defRPr sz="1275" b="0">
                <a:solidFill>
                  <a:srgbClr val="5A6E71"/>
                </a:solidFill>
              </a:defRPr>
            </a:lvl6pPr>
            <a:lvl7pPr>
              <a:defRPr sz="1275" b="0">
                <a:solidFill>
                  <a:srgbClr val="5A6E71"/>
                </a:solidFill>
              </a:defRPr>
            </a:lvl7pPr>
            <a:lvl8pPr>
              <a:defRPr sz="1275" b="0">
                <a:solidFill>
                  <a:srgbClr val="5A6E71"/>
                </a:solidFill>
              </a:defRPr>
            </a:lvl8pPr>
            <a:lvl9pPr>
              <a:defRPr sz="1275" b="0">
                <a:solidFill>
                  <a:srgbClr val="5A6E71"/>
                </a:solidFill>
              </a:defRPr>
            </a:lvl9pPr>
          </a:lstStyle>
          <a:p>
            <a:pPr>
              <a:defRPr sz="1275" b="0">
                <a:solidFill>
                  <a:srgbClr val="5A6E71"/>
                </a:solidFill>
              </a:defRPr>
            </a:pPr>
            <a:r>
              <a:rPr sz="1275" b="0">
                <a:solidFill>
                  <a:srgbClr val="5A6E71"/>
                </a:solidFill>
              </a:rPr>
              <a:t>13</a:t>
            </a:r>
          </a:p>
        </p:txBody>
      </p:sp>
      <p:sp>
        <p:nvSpPr>
          <p:cNvPr id="5" name="Rectangle 4">
            <a:extLst>
              <a:ext uri="{FF2B5EF4-FFF2-40B4-BE49-F238E27FC236}">
                <a16:creationId xmlns:a16="http://schemas.microsoft.com/office/drawing/2014/main" id="{E848EA7E-41E5-4C3D-B0AC-BEC29BE2B537}"/>
              </a:ext>
            </a:extLst>
          </p:cNvPr>
          <p:cNvSpPr>
            <a:spLocks noGrp="1"/>
          </p:cNvSpPr>
          <p:nvPr/>
        </p:nvSpPr>
        <p:spPr>
          <a:xfrm>
            <a:off x="647700" y="1438275"/>
            <a:ext cx="10858500" cy="476250"/>
          </a:xfrm>
          <a:prstGeom prst="rect">
            <a:avLst/>
          </a:prstGeom>
          <a:noFill/>
          <a:ln w="0">
            <a:noFill/>
          </a:ln>
        </p:spPr>
        <p:txBody>
          <a:bodyPr/>
          <a:lstStyle>
            <a:defPPr>
              <a:defRPr sz="1800" b="0">
                <a:solidFill>
                  <a:srgbClr val="5A6E71"/>
                </a:solidFill>
              </a:defRPr>
            </a:defPPr>
            <a:lvl1pPr>
              <a:defRPr sz="1800" b="0">
                <a:solidFill>
                  <a:srgbClr val="5A6E71"/>
                </a:solidFill>
              </a:defRPr>
            </a:lvl1pPr>
            <a:lvl2pPr>
              <a:defRPr sz="1800" b="0">
                <a:solidFill>
                  <a:srgbClr val="5A6E71"/>
                </a:solidFill>
              </a:defRPr>
            </a:lvl2pPr>
            <a:lvl3pPr>
              <a:defRPr sz="1800" b="0">
                <a:solidFill>
                  <a:srgbClr val="5A6E71"/>
                </a:solidFill>
              </a:defRPr>
            </a:lvl3pPr>
            <a:lvl4pPr>
              <a:defRPr sz="1800" b="0">
                <a:solidFill>
                  <a:srgbClr val="5A6E71"/>
                </a:solidFill>
              </a:defRPr>
            </a:lvl4pPr>
            <a:lvl5pPr>
              <a:defRPr sz="1800" b="0">
                <a:solidFill>
                  <a:srgbClr val="5A6E71"/>
                </a:solidFill>
              </a:defRPr>
            </a:lvl5pPr>
            <a:lvl6pPr>
              <a:defRPr sz="1800" b="0">
                <a:solidFill>
                  <a:srgbClr val="5A6E71"/>
                </a:solidFill>
              </a:defRPr>
            </a:lvl6pPr>
            <a:lvl7pPr>
              <a:defRPr sz="1800" b="0">
                <a:solidFill>
                  <a:srgbClr val="5A6E71"/>
                </a:solidFill>
              </a:defRPr>
            </a:lvl7pPr>
            <a:lvl8pPr>
              <a:defRPr sz="1800" b="0">
                <a:solidFill>
                  <a:srgbClr val="5A6E71"/>
                </a:solidFill>
              </a:defRPr>
            </a:lvl8pPr>
            <a:lvl9pPr>
              <a:defRPr sz="1800" b="0">
                <a:solidFill>
                  <a:srgbClr val="5A6E71"/>
                </a:solidFill>
              </a:defRPr>
            </a:lvl9pPr>
          </a:lstStyle>
          <a:p>
            <a:pPr>
              <a:defRPr sz="1800" b="0">
                <a:solidFill>
                  <a:srgbClr val="5A6E71"/>
                </a:solidFill>
              </a:defRPr>
            </a:pPr>
            <a:r>
              <a:rPr sz="1800" b="0">
                <a:solidFill>
                  <a:srgbClr val="5A6E71"/>
                </a:solidFill>
              </a:rPr>
              <a:t>Inertie : dispersion à l’intérieur des groupes</a:t>
            </a:r>
          </a:p>
        </p:txBody>
      </p:sp>
      <p:graphicFrame>
        <p:nvGraphicFramePr>
          <p:cNvPr id="6" name="Chart">
            <a:extLst>
              <a:ext uri="{FF2B5EF4-FFF2-40B4-BE49-F238E27FC236}">
                <a16:creationId xmlns:a16="http://schemas.microsoft.com/office/drawing/2014/main" id="{EBC97F8E-A0F4-406D-B4D3-2C1F9B30C090}"/>
              </a:ext>
            </a:extLst>
          </p:cNvPr>
          <p:cNvGraphicFramePr/>
          <p:nvPr/>
        </p:nvGraphicFramePr>
        <p:xfrm>
          <a:off x="619125" y="1952625"/>
          <a:ext cx="10953750" cy="3476625"/>
        </p:xfrm>
        <a:graphic>
          <a:graphicData uri="http://schemas.openxmlformats.org/drawingml/2006/chart">
            <c:chart xmlns:c="http://schemas.openxmlformats.org/drawingml/2006/chart" xmlns:r="http://schemas.openxmlformats.org/officeDocument/2006/relationships" r:id="rId3"/>
          </a:graphicData>
        </a:graphic>
      </p:graphicFrame>
      <p:sp>
        <p:nvSpPr>
          <p:cNvPr id="7" name="Rectangle 6">
            <a:extLst>
              <a:ext uri="{FF2B5EF4-FFF2-40B4-BE49-F238E27FC236}">
                <a16:creationId xmlns:a16="http://schemas.microsoft.com/office/drawing/2014/main" id="{36B5F083-35E2-4DA7-8612-E5AC9229220F}"/>
              </a:ext>
            </a:extLst>
          </p:cNvPr>
          <p:cNvSpPr>
            <a:spLocks noGrp="1"/>
          </p:cNvSpPr>
          <p:nvPr/>
        </p:nvSpPr>
        <p:spPr>
          <a:xfrm>
            <a:off x="647700" y="5657850"/>
            <a:ext cx="10858500" cy="552450"/>
          </a:xfrm>
          <a:prstGeom prst="rect">
            <a:avLst/>
          </a:prstGeom>
          <a:noFill/>
          <a:ln w="0">
            <a:noFill/>
          </a:ln>
        </p:spPr>
        <p:txBody>
          <a:bodyPr/>
          <a:lstStyle>
            <a:defPPr>
              <a:defRPr sz="1950" b="1">
                <a:solidFill>
                  <a:srgbClr val="008C85"/>
                </a:solidFill>
              </a:defRPr>
            </a:defPPr>
            <a:lvl1pPr>
              <a:defRPr sz="1950" b="1">
                <a:solidFill>
                  <a:srgbClr val="008C85"/>
                </a:solidFill>
              </a:defRPr>
            </a:lvl1pPr>
            <a:lvl2pPr>
              <a:defRPr sz="1950" b="1">
                <a:solidFill>
                  <a:srgbClr val="008C85"/>
                </a:solidFill>
              </a:defRPr>
            </a:lvl2pPr>
            <a:lvl3pPr>
              <a:defRPr sz="1950" b="1">
                <a:solidFill>
                  <a:srgbClr val="008C85"/>
                </a:solidFill>
              </a:defRPr>
            </a:lvl3pPr>
            <a:lvl4pPr>
              <a:defRPr sz="1950" b="1">
                <a:solidFill>
                  <a:srgbClr val="008C85"/>
                </a:solidFill>
              </a:defRPr>
            </a:lvl4pPr>
            <a:lvl5pPr>
              <a:defRPr sz="1950" b="1">
                <a:solidFill>
                  <a:srgbClr val="008C85"/>
                </a:solidFill>
              </a:defRPr>
            </a:lvl5pPr>
            <a:lvl6pPr>
              <a:defRPr sz="1950" b="1">
                <a:solidFill>
                  <a:srgbClr val="008C85"/>
                </a:solidFill>
              </a:defRPr>
            </a:lvl6pPr>
            <a:lvl7pPr>
              <a:defRPr sz="1950" b="1">
                <a:solidFill>
                  <a:srgbClr val="008C85"/>
                </a:solidFill>
              </a:defRPr>
            </a:lvl7pPr>
            <a:lvl8pPr>
              <a:defRPr sz="1950" b="1">
                <a:solidFill>
                  <a:srgbClr val="008C85"/>
                </a:solidFill>
              </a:defRPr>
            </a:lvl8pPr>
            <a:lvl9pPr>
              <a:defRPr sz="1950" b="1">
                <a:solidFill>
                  <a:srgbClr val="008C85"/>
                </a:solidFill>
              </a:defRPr>
            </a:lvl9pPr>
          </a:lstStyle>
          <a:p>
            <a:pPr>
              <a:defRPr sz="1950" b="1">
                <a:solidFill>
                  <a:srgbClr val="008C85"/>
                </a:solidFill>
              </a:defRPr>
            </a:pPr>
            <a:r>
              <a:rPr sz="1950" b="1">
                <a:solidFill>
                  <a:srgbClr val="008C85"/>
                </a:solidFill>
              </a:rPr>
              <a:t>K = 3 apporte un gain marqué, puis les gains ralentissent</a:t>
            </a:r>
          </a:p>
        </p:txBody>
      </p:sp>
      <p:sp>
        <p:nvSpPr>
          <p:cNvPr id="9" name="presenter-badge">
            <a:extLst>
              <a:ext uri="{FF2B5EF4-FFF2-40B4-BE49-F238E27FC236}">
                <a16:creationId xmlns:a16="http://schemas.microsoft.com/office/drawing/2014/main" id="{BB72EB9F-AB94-63CA-3B7A-0093796E40FA}"/>
              </a:ext>
            </a:extLst>
          </p:cNvPr>
          <p:cNvSpPr>
            <a:spLocks noGrp="1"/>
          </p:cNvSpPr>
          <p:nvPr/>
        </p:nvSpPr>
        <p:spPr>
          <a:xfrm>
            <a:off x="9429750" y="6286500"/>
            <a:ext cx="1428750" cy="323850"/>
          </a:xfrm>
          <a:prstGeom prst="roundRect">
            <a:avLst>
              <a:gd name="adj" fmla="val 50000"/>
            </a:avLst>
          </a:prstGeom>
          <a:solidFill>
            <a:srgbClr val="A75517"/>
          </a:solidFill>
          <a:ln w="0">
            <a:noFill/>
          </a:ln>
        </p:spPr>
        <p:txBody>
          <a:bodyPr lIns="0" tIns="0" rIns="0" bIns="0" anchor="ctr"/>
          <a:lstStyle>
            <a:defPPr algn="ctr">
              <a:defRPr sz="1500" b="1">
                <a:solidFill>
                  <a:srgbClr val="FFFFFF"/>
                </a:solidFill>
              </a:defRPr>
            </a:defPPr>
            <a:lvl1pPr algn="ctr">
              <a:defRPr sz="1500" b="1">
                <a:solidFill>
                  <a:srgbClr val="FFFFFF"/>
                </a:solidFill>
              </a:defRPr>
            </a:lvl1pPr>
            <a:lvl2pPr algn="ctr">
              <a:defRPr sz="1500" b="1">
                <a:solidFill>
                  <a:srgbClr val="FFFFFF"/>
                </a:solidFill>
              </a:defRPr>
            </a:lvl2pPr>
            <a:lvl3pPr algn="ctr">
              <a:defRPr sz="1500" b="1">
                <a:solidFill>
                  <a:srgbClr val="FFFFFF"/>
                </a:solidFill>
              </a:defRPr>
            </a:lvl3pPr>
            <a:lvl4pPr algn="ctr">
              <a:defRPr sz="1500" b="1">
                <a:solidFill>
                  <a:srgbClr val="FFFFFF"/>
                </a:solidFill>
              </a:defRPr>
            </a:lvl4pPr>
            <a:lvl5pPr algn="ctr">
              <a:defRPr sz="1500" b="1">
                <a:solidFill>
                  <a:srgbClr val="FFFFFF"/>
                </a:solidFill>
              </a:defRPr>
            </a:lvl5pPr>
            <a:lvl6pPr algn="ctr">
              <a:defRPr sz="1500" b="1">
                <a:solidFill>
                  <a:srgbClr val="FFFFFF"/>
                </a:solidFill>
              </a:defRPr>
            </a:lvl6pPr>
            <a:lvl7pPr algn="ctr">
              <a:defRPr sz="1500" b="1">
                <a:solidFill>
                  <a:srgbClr val="FFFFFF"/>
                </a:solidFill>
              </a:defRPr>
            </a:lvl7pPr>
            <a:lvl8pPr algn="ctr">
              <a:defRPr sz="1500" b="1">
                <a:solidFill>
                  <a:srgbClr val="FFFFFF"/>
                </a:solidFill>
              </a:defRPr>
            </a:lvl8pPr>
            <a:lvl9pPr algn="ctr">
              <a:defRPr sz="1500" b="1">
                <a:solidFill>
                  <a:srgbClr val="FFFFFF"/>
                </a:solidFill>
              </a:defRPr>
            </a:lvl9pPr>
          </a:lstStyle>
          <a:p>
            <a:pPr algn="ctr">
              <a:defRPr sz="1500" b="1">
                <a:solidFill>
                  <a:srgbClr val="FFFFFF"/>
                </a:solidFill>
              </a:defRPr>
            </a:pPr>
            <a:r>
              <a:rPr sz="1500" b="1">
                <a:solidFill>
                  <a:srgbClr val="FFFFFF"/>
                </a:solidFill>
              </a:rPr>
              <a:t>Nathan</a:t>
            </a:r>
          </a:p>
        </p:txBody>
      </p:sp>
    </p:spTree>
    <p:extLst>
      <p:ext uri="{BB962C8B-B14F-4D97-AF65-F5344CB8AC3E}">
        <p14:creationId xmlns:p14="http://schemas.microsoft.com/office/powerpoint/2010/main" val="11962557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AFCFB"/>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2BF3B1E-4EAF-49F2-AD0B-7613850882D4}"/>
              </a:ext>
            </a:extLst>
          </p:cNvPr>
          <p:cNvSpPr>
            <a:spLocks noGrp="1"/>
          </p:cNvSpPr>
          <p:nvPr/>
        </p:nvSpPr>
        <p:spPr>
          <a:xfrm>
            <a:off x="619125" y="457200"/>
            <a:ext cx="10953750" cy="857250"/>
          </a:xfrm>
          <a:prstGeom prst="rect">
            <a:avLst/>
          </a:prstGeom>
          <a:noFill/>
          <a:ln w="0">
            <a:noFill/>
          </a:ln>
        </p:spPr>
        <p:txBody>
          <a:bodyPr/>
          <a:lstStyle>
            <a:defPPr>
              <a:defRPr sz="3225" b="1">
                <a:solidFill>
                  <a:srgbClr val="17363A"/>
                </a:solidFill>
              </a:defRPr>
            </a:defPPr>
            <a:lvl1pPr>
              <a:defRPr sz="3225" b="1">
                <a:solidFill>
                  <a:srgbClr val="17363A"/>
                </a:solidFill>
              </a:defRPr>
            </a:lvl1pPr>
            <a:lvl2pPr>
              <a:defRPr sz="3225" b="1">
                <a:solidFill>
                  <a:srgbClr val="17363A"/>
                </a:solidFill>
              </a:defRPr>
            </a:lvl2pPr>
            <a:lvl3pPr>
              <a:defRPr sz="3225" b="1">
                <a:solidFill>
                  <a:srgbClr val="17363A"/>
                </a:solidFill>
              </a:defRPr>
            </a:lvl3pPr>
            <a:lvl4pPr>
              <a:defRPr sz="3225" b="1">
                <a:solidFill>
                  <a:srgbClr val="17363A"/>
                </a:solidFill>
              </a:defRPr>
            </a:lvl4pPr>
            <a:lvl5pPr>
              <a:defRPr sz="3225" b="1">
                <a:solidFill>
                  <a:srgbClr val="17363A"/>
                </a:solidFill>
              </a:defRPr>
            </a:lvl5pPr>
            <a:lvl6pPr>
              <a:defRPr sz="3225" b="1">
                <a:solidFill>
                  <a:srgbClr val="17363A"/>
                </a:solidFill>
              </a:defRPr>
            </a:lvl6pPr>
            <a:lvl7pPr>
              <a:defRPr sz="3225" b="1">
                <a:solidFill>
                  <a:srgbClr val="17363A"/>
                </a:solidFill>
              </a:defRPr>
            </a:lvl7pPr>
            <a:lvl8pPr>
              <a:defRPr sz="3225" b="1">
                <a:solidFill>
                  <a:srgbClr val="17363A"/>
                </a:solidFill>
              </a:defRPr>
            </a:lvl8pPr>
            <a:lvl9pPr>
              <a:defRPr sz="3225" b="1">
                <a:solidFill>
                  <a:srgbClr val="17363A"/>
                </a:solidFill>
              </a:defRPr>
            </a:lvl9pPr>
          </a:lstStyle>
          <a:p>
            <a:pPr>
              <a:defRPr sz="3225" b="1">
                <a:solidFill>
                  <a:srgbClr val="17363A"/>
                </a:solidFill>
              </a:defRPr>
            </a:pPr>
            <a:r>
              <a:rPr sz="3225" b="1">
                <a:solidFill>
                  <a:srgbClr val="17363A"/>
                </a:solidFill>
              </a:rPr>
              <a:t>Le score de silhouette</a:t>
            </a:r>
          </a:p>
        </p:txBody>
      </p:sp>
      <p:sp>
        <p:nvSpPr>
          <p:cNvPr id="3" name="Rectangle 2">
            <a:extLst>
              <a:ext uri="{FF2B5EF4-FFF2-40B4-BE49-F238E27FC236}">
                <a16:creationId xmlns:a16="http://schemas.microsoft.com/office/drawing/2014/main" id="{B439A47A-E5C4-4BC6-A8D2-EEEAF19FBE4E}"/>
              </a:ext>
            </a:extLst>
          </p:cNvPr>
          <p:cNvSpPr>
            <a:spLocks noGrp="1"/>
          </p:cNvSpPr>
          <p:nvPr/>
        </p:nvSpPr>
        <p:spPr>
          <a:xfrm>
            <a:off x="628650" y="6362700"/>
            <a:ext cx="8096250" cy="228600"/>
          </a:xfrm>
          <a:prstGeom prst="rect">
            <a:avLst/>
          </a:prstGeom>
          <a:noFill/>
          <a:ln w="0">
            <a:noFill/>
          </a:ln>
        </p:spPr>
        <p:txBody>
          <a:bodyPr/>
          <a:lstStyle>
            <a:defPPr>
              <a:defRPr sz="1275" b="0">
                <a:solidFill>
                  <a:srgbClr val="5A6E71"/>
                </a:solidFill>
              </a:defRPr>
            </a:defPPr>
            <a:lvl1pPr>
              <a:defRPr sz="1275" b="0">
                <a:solidFill>
                  <a:srgbClr val="5A6E71"/>
                </a:solidFill>
              </a:defRPr>
            </a:lvl1pPr>
            <a:lvl2pPr>
              <a:defRPr sz="1275" b="0">
                <a:solidFill>
                  <a:srgbClr val="5A6E71"/>
                </a:solidFill>
              </a:defRPr>
            </a:lvl2pPr>
            <a:lvl3pPr>
              <a:defRPr sz="1275" b="0">
                <a:solidFill>
                  <a:srgbClr val="5A6E71"/>
                </a:solidFill>
              </a:defRPr>
            </a:lvl3pPr>
            <a:lvl4pPr>
              <a:defRPr sz="1275" b="0">
                <a:solidFill>
                  <a:srgbClr val="5A6E71"/>
                </a:solidFill>
              </a:defRPr>
            </a:lvl4pPr>
            <a:lvl5pPr>
              <a:defRPr sz="1275" b="0">
                <a:solidFill>
                  <a:srgbClr val="5A6E71"/>
                </a:solidFill>
              </a:defRPr>
            </a:lvl5pPr>
            <a:lvl6pPr>
              <a:defRPr sz="1275" b="0">
                <a:solidFill>
                  <a:srgbClr val="5A6E71"/>
                </a:solidFill>
              </a:defRPr>
            </a:lvl6pPr>
            <a:lvl7pPr>
              <a:defRPr sz="1275" b="0">
                <a:solidFill>
                  <a:srgbClr val="5A6E71"/>
                </a:solidFill>
              </a:defRPr>
            </a:lvl7pPr>
            <a:lvl8pPr>
              <a:defRPr sz="1275" b="0">
                <a:solidFill>
                  <a:srgbClr val="5A6E71"/>
                </a:solidFill>
              </a:defRPr>
            </a:lvl8pPr>
            <a:lvl9pPr>
              <a:defRPr sz="1275" b="0">
                <a:solidFill>
                  <a:srgbClr val="5A6E71"/>
                </a:solidFill>
              </a:defRPr>
            </a:lvl9pPr>
          </a:lstStyle>
          <a:p>
            <a:pPr>
              <a:defRPr sz="1275" b="0">
                <a:solidFill>
                  <a:srgbClr val="5A6E71"/>
                </a:solidFill>
              </a:defRPr>
            </a:pPr>
            <a:r>
              <a:rPr sz="1275" b="0">
                <a:solidFill>
                  <a:srgbClr val="5A6E71"/>
                </a:solidFill>
              </a:rPr>
              <a:t>03   K-MEANS   /   16 MIN</a:t>
            </a:r>
          </a:p>
        </p:txBody>
      </p:sp>
      <p:sp>
        <p:nvSpPr>
          <p:cNvPr id="4" name="Rectangle 3">
            <a:extLst>
              <a:ext uri="{FF2B5EF4-FFF2-40B4-BE49-F238E27FC236}">
                <a16:creationId xmlns:a16="http://schemas.microsoft.com/office/drawing/2014/main" id="{33720831-09FB-4D5B-9D3C-7557245A69B3}"/>
              </a:ext>
            </a:extLst>
          </p:cNvPr>
          <p:cNvSpPr>
            <a:spLocks noGrp="1"/>
          </p:cNvSpPr>
          <p:nvPr/>
        </p:nvSpPr>
        <p:spPr>
          <a:xfrm>
            <a:off x="11029950" y="6362700"/>
            <a:ext cx="571500" cy="228600"/>
          </a:xfrm>
          <a:prstGeom prst="rect">
            <a:avLst/>
          </a:prstGeom>
          <a:noFill/>
          <a:ln w="0">
            <a:noFill/>
          </a:ln>
        </p:spPr>
        <p:txBody>
          <a:bodyPr/>
          <a:lstStyle>
            <a:defPPr>
              <a:defRPr sz="1275" b="0">
                <a:solidFill>
                  <a:srgbClr val="5A6E71"/>
                </a:solidFill>
              </a:defRPr>
            </a:defPPr>
            <a:lvl1pPr>
              <a:defRPr sz="1275" b="0">
                <a:solidFill>
                  <a:srgbClr val="5A6E71"/>
                </a:solidFill>
              </a:defRPr>
            </a:lvl1pPr>
            <a:lvl2pPr>
              <a:defRPr sz="1275" b="0">
                <a:solidFill>
                  <a:srgbClr val="5A6E71"/>
                </a:solidFill>
              </a:defRPr>
            </a:lvl2pPr>
            <a:lvl3pPr>
              <a:defRPr sz="1275" b="0">
                <a:solidFill>
                  <a:srgbClr val="5A6E71"/>
                </a:solidFill>
              </a:defRPr>
            </a:lvl3pPr>
            <a:lvl4pPr>
              <a:defRPr sz="1275" b="0">
                <a:solidFill>
                  <a:srgbClr val="5A6E71"/>
                </a:solidFill>
              </a:defRPr>
            </a:lvl4pPr>
            <a:lvl5pPr>
              <a:defRPr sz="1275" b="0">
                <a:solidFill>
                  <a:srgbClr val="5A6E71"/>
                </a:solidFill>
              </a:defRPr>
            </a:lvl5pPr>
            <a:lvl6pPr>
              <a:defRPr sz="1275" b="0">
                <a:solidFill>
                  <a:srgbClr val="5A6E71"/>
                </a:solidFill>
              </a:defRPr>
            </a:lvl6pPr>
            <a:lvl7pPr>
              <a:defRPr sz="1275" b="0">
                <a:solidFill>
                  <a:srgbClr val="5A6E71"/>
                </a:solidFill>
              </a:defRPr>
            </a:lvl7pPr>
            <a:lvl8pPr>
              <a:defRPr sz="1275" b="0">
                <a:solidFill>
                  <a:srgbClr val="5A6E71"/>
                </a:solidFill>
              </a:defRPr>
            </a:lvl8pPr>
            <a:lvl9pPr>
              <a:defRPr sz="1275" b="0">
                <a:solidFill>
                  <a:srgbClr val="5A6E71"/>
                </a:solidFill>
              </a:defRPr>
            </a:lvl9pPr>
          </a:lstStyle>
          <a:p>
            <a:pPr>
              <a:defRPr sz="1275" b="0">
                <a:solidFill>
                  <a:srgbClr val="5A6E71"/>
                </a:solidFill>
              </a:defRPr>
            </a:pPr>
            <a:r>
              <a:rPr sz="1275" b="0">
                <a:solidFill>
                  <a:srgbClr val="5A6E71"/>
                </a:solidFill>
              </a:rPr>
              <a:t>14</a:t>
            </a:r>
          </a:p>
        </p:txBody>
      </p:sp>
      <p:sp>
        <p:nvSpPr>
          <p:cNvPr id="5" name="Rectangle 4">
            <a:extLst>
              <a:ext uri="{FF2B5EF4-FFF2-40B4-BE49-F238E27FC236}">
                <a16:creationId xmlns:a16="http://schemas.microsoft.com/office/drawing/2014/main" id="{44C076F5-365E-49F5-8A7B-40906622B4B7}"/>
              </a:ext>
            </a:extLst>
          </p:cNvPr>
          <p:cNvSpPr>
            <a:spLocks noGrp="1"/>
          </p:cNvSpPr>
          <p:nvPr/>
        </p:nvSpPr>
        <p:spPr>
          <a:xfrm>
            <a:off x="647700" y="1438275"/>
            <a:ext cx="10858500" cy="476250"/>
          </a:xfrm>
          <a:prstGeom prst="rect">
            <a:avLst/>
          </a:prstGeom>
          <a:noFill/>
          <a:ln w="0">
            <a:noFill/>
          </a:ln>
        </p:spPr>
        <p:txBody>
          <a:bodyPr/>
          <a:lstStyle>
            <a:defPPr>
              <a:defRPr sz="1800" b="0">
                <a:solidFill>
                  <a:srgbClr val="5A6E71"/>
                </a:solidFill>
              </a:defRPr>
            </a:defPPr>
            <a:lvl1pPr>
              <a:defRPr sz="1800" b="0">
                <a:solidFill>
                  <a:srgbClr val="5A6E71"/>
                </a:solidFill>
              </a:defRPr>
            </a:lvl1pPr>
            <a:lvl2pPr>
              <a:defRPr sz="1800" b="0">
                <a:solidFill>
                  <a:srgbClr val="5A6E71"/>
                </a:solidFill>
              </a:defRPr>
            </a:lvl2pPr>
            <a:lvl3pPr>
              <a:defRPr sz="1800" b="0">
                <a:solidFill>
                  <a:srgbClr val="5A6E71"/>
                </a:solidFill>
              </a:defRPr>
            </a:lvl3pPr>
            <a:lvl4pPr>
              <a:defRPr sz="1800" b="0">
                <a:solidFill>
                  <a:srgbClr val="5A6E71"/>
                </a:solidFill>
              </a:defRPr>
            </a:lvl4pPr>
            <a:lvl5pPr>
              <a:defRPr sz="1800" b="0">
                <a:solidFill>
                  <a:srgbClr val="5A6E71"/>
                </a:solidFill>
              </a:defRPr>
            </a:lvl5pPr>
            <a:lvl6pPr>
              <a:defRPr sz="1800" b="0">
                <a:solidFill>
                  <a:srgbClr val="5A6E71"/>
                </a:solidFill>
              </a:defRPr>
            </a:lvl6pPr>
            <a:lvl7pPr>
              <a:defRPr sz="1800" b="0">
                <a:solidFill>
                  <a:srgbClr val="5A6E71"/>
                </a:solidFill>
              </a:defRPr>
            </a:lvl7pPr>
            <a:lvl8pPr>
              <a:defRPr sz="1800" b="0">
                <a:solidFill>
                  <a:srgbClr val="5A6E71"/>
                </a:solidFill>
              </a:defRPr>
            </a:lvl8pPr>
            <a:lvl9pPr>
              <a:defRPr sz="1800" b="0">
                <a:solidFill>
                  <a:srgbClr val="5A6E71"/>
                </a:solidFill>
              </a:defRPr>
            </a:lvl9pPr>
          </a:lstStyle>
          <a:p>
            <a:pPr>
              <a:defRPr sz="1800" b="0">
                <a:solidFill>
                  <a:srgbClr val="5A6E71"/>
                </a:solidFill>
              </a:defRPr>
            </a:pPr>
            <a:r>
              <a:rPr sz="1800" b="0">
                <a:solidFill>
                  <a:srgbClr val="5A6E71"/>
                </a:solidFill>
              </a:rPr>
              <a:t>Silhouette : cohésion et séparation</a:t>
            </a:r>
          </a:p>
        </p:txBody>
      </p:sp>
      <p:graphicFrame>
        <p:nvGraphicFramePr>
          <p:cNvPr id="6" name="Chart">
            <a:extLst>
              <a:ext uri="{FF2B5EF4-FFF2-40B4-BE49-F238E27FC236}">
                <a16:creationId xmlns:a16="http://schemas.microsoft.com/office/drawing/2014/main" id="{B8293091-6ED2-43D3-8988-6E5B8C61EAB5}"/>
              </a:ext>
            </a:extLst>
          </p:cNvPr>
          <p:cNvGraphicFramePr/>
          <p:nvPr/>
        </p:nvGraphicFramePr>
        <p:xfrm>
          <a:off x="619125" y="1933575"/>
          <a:ext cx="10953750" cy="3476625"/>
        </p:xfrm>
        <a:graphic>
          <a:graphicData uri="http://schemas.openxmlformats.org/drawingml/2006/chart">
            <c:chart xmlns:c="http://schemas.openxmlformats.org/drawingml/2006/chart" xmlns:r="http://schemas.openxmlformats.org/officeDocument/2006/relationships" r:id="rId3"/>
          </a:graphicData>
        </a:graphic>
      </p:graphicFrame>
      <p:sp>
        <p:nvSpPr>
          <p:cNvPr id="7" name="Rectangle 6">
            <a:extLst>
              <a:ext uri="{FF2B5EF4-FFF2-40B4-BE49-F238E27FC236}">
                <a16:creationId xmlns:a16="http://schemas.microsoft.com/office/drawing/2014/main" id="{0CA6B430-552C-4D0F-8DCE-ABEDA3F79F6F}"/>
              </a:ext>
            </a:extLst>
          </p:cNvPr>
          <p:cNvSpPr>
            <a:spLocks noGrp="1"/>
          </p:cNvSpPr>
          <p:nvPr/>
        </p:nvSpPr>
        <p:spPr>
          <a:xfrm>
            <a:off x="647700" y="5657850"/>
            <a:ext cx="10858500" cy="552450"/>
          </a:xfrm>
          <a:prstGeom prst="rect">
            <a:avLst/>
          </a:prstGeom>
          <a:noFill/>
          <a:ln w="0">
            <a:noFill/>
          </a:ln>
        </p:spPr>
        <p:txBody>
          <a:bodyPr/>
          <a:lstStyle>
            <a:defPPr>
              <a:defRPr sz="1950" b="1">
                <a:solidFill>
                  <a:srgbClr val="008C85"/>
                </a:solidFill>
              </a:defRPr>
            </a:defPPr>
            <a:lvl1pPr>
              <a:defRPr sz="1950" b="1">
                <a:solidFill>
                  <a:srgbClr val="008C85"/>
                </a:solidFill>
              </a:defRPr>
            </a:lvl1pPr>
            <a:lvl2pPr>
              <a:defRPr sz="1950" b="1">
                <a:solidFill>
                  <a:srgbClr val="008C85"/>
                </a:solidFill>
              </a:defRPr>
            </a:lvl2pPr>
            <a:lvl3pPr>
              <a:defRPr sz="1950" b="1">
                <a:solidFill>
                  <a:srgbClr val="008C85"/>
                </a:solidFill>
              </a:defRPr>
            </a:lvl3pPr>
            <a:lvl4pPr>
              <a:defRPr sz="1950" b="1">
                <a:solidFill>
                  <a:srgbClr val="008C85"/>
                </a:solidFill>
              </a:defRPr>
            </a:lvl4pPr>
            <a:lvl5pPr>
              <a:defRPr sz="1950" b="1">
                <a:solidFill>
                  <a:srgbClr val="008C85"/>
                </a:solidFill>
              </a:defRPr>
            </a:lvl5pPr>
            <a:lvl6pPr>
              <a:defRPr sz="1950" b="1">
                <a:solidFill>
                  <a:srgbClr val="008C85"/>
                </a:solidFill>
              </a:defRPr>
            </a:lvl6pPr>
            <a:lvl7pPr>
              <a:defRPr sz="1950" b="1">
                <a:solidFill>
                  <a:srgbClr val="008C85"/>
                </a:solidFill>
              </a:defRPr>
            </a:lvl7pPr>
            <a:lvl8pPr>
              <a:defRPr sz="1950" b="1">
                <a:solidFill>
                  <a:srgbClr val="008C85"/>
                </a:solidFill>
              </a:defRPr>
            </a:lvl8pPr>
            <a:lvl9pPr>
              <a:defRPr sz="1950" b="1">
                <a:solidFill>
                  <a:srgbClr val="008C85"/>
                </a:solidFill>
              </a:defRPr>
            </a:lvl9pPr>
          </a:lstStyle>
          <a:p>
            <a:pPr>
              <a:defRPr sz="1950" b="1">
                <a:solidFill>
                  <a:srgbClr val="008C85"/>
                </a:solidFill>
              </a:defRPr>
            </a:pPr>
            <a:r>
              <a:rPr sz="1950" b="1">
                <a:solidFill>
                  <a:srgbClr val="008C85"/>
                </a:solidFill>
              </a:rPr>
              <a:t>K = 3 : silhouette 0,470 sur 5 000 observations</a:t>
            </a:r>
          </a:p>
        </p:txBody>
      </p:sp>
      <p:sp>
        <p:nvSpPr>
          <p:cNvPr id="9" name="presenter-badge">
            <a:extLst>
              <a:ext uri="{FF2B5EF4-FFF2-40B4-BE49-F238E27FC236}">
                <a16:creationId xmlns:a16="http://schemas.microsoft.com/office/drawing/2014/main" id="{944FE436-2C59-5F31-299C-D8862B65AE38}"/>
              </a:ext>
            </a:extLst>
          </p:cNvPr>
          <p:cNvSpPr>
            <a:spLocks noGrp="1"/>
          </p:cNvSpPr>
          <p:nvPr/>
        </p:nvSpPr>
        <p:spPr>
          <a:xfrm>
            <a:off x="9429750" y="6286500"/>
            <a:ext cx="1428750" cy="323850"/>
          </a:xfrm>
          <a:prstGeom prst="roundRect">
            <a:avLst>
              <a:gd name="adj" fmla="val 50000"/>
            </a:avLst>
          </a:prstGeom>
          <a:solidFill>
            <a:srgbClr val="A75517"/>
          </a:solidFill>
          <a:ln w="0">
            <a:noFill/>
          </a:ln>
        </p:spPr>
        <p:txBody>
          <a:bodyPr lIns="0" tIns="0" rIns="0" bIns="0" anchor="ctr"/>
          <a:lstStyle>
            <a:defPPr algn="ctr">
              <a:defRPr sz="1500" b="1">
                <a:solidFill>
                  <a:srgbClr val="FFFFFF"/>
                </a:solidFill>
              </a:defRPr>
            </a:defPPr>
            <a:lvl1pPr algn="ctr">
              <a:defRPr sz="1500" b="1">
                <a:solidFill>
                  <a:srgbClr val="FFFFFF"/>
                </a:solidFill>
              </a:defRPr>
            </a:lvl1pPr>
            <a:lvl2pPr algn="ctr">
              <a:defRPr sz="1500" b="1">
                <a:solidFill>
                  <a:srgbClr val="FFFFFF"/>
                </a:solidFill>
              </a:defRPr>
            </a:lvl2pPr>
            <a:lvl3pPr algn="ctr">
              <a:defRPr sz="1500" b="1">
                <a:solidFill>
                  <a:srgbClr val="FFFFFF"/>
                </a:solidFill>
              </a:defRPr>
            </a:lvl3pPr>
            <a:lvl4pPr algn="ctr">
              <a:defRPr sz="1500" b="1">
                <a:solidFill>
                  <a:srgbClr val="FFFFFF"/>
                </a:solidFill>
              </a:defRPr>
            </a:lvl4pPr>
            <a:lvl5pPr algn="ctr">
              <a:defRPr sz="1500" b="1">
                <a:solidFill>
                  <a:srgbClr val="FFFFFF"/>
                </a:solidFill>
              </a:defRPr>
            </a:lvl5pPr>
            <a:lvl6pPr algn="ctr">
              <a:defRPr sz="1500" b="1">
                <a:solidFill>
                  <a:srgbClr val="FFFFFF"/>
                </a:solidFill>
              </a:defRPr>
            </a:lvl6pPr>
            <a:lvl7pPr algn="ctr">
              <a:defRPr sz="1500" b="1">
                <a:solidFill>
                  <a:srgbClr val="FFFFFF"/>
                </a:solidFill>
              </a:defRPr>
            </a:lvl7pPr>
            <a:lvl8pPr algn="ctr">
              <a:defRPr sz="1500" b="1">
                <a:solidFill>
                  <a:srgbClr val="FFFFFF"/>
                </a:solidFill>
              </a:defRPr>
            </a:lvl8pPr>
            <a:lvl9pPr algn="ctr">
              <a:defRPr sz="1500" b="1">
                <a:solidFill>
                  <a:srgbClr val="FFFFFF"/>
                </a:solidFill>
              </a:defRPr>
            </a:lvl9pPr>
          </a:lstStyle>
          <a:p>
            <a:pPr algn="ctr">
              <a:defRPr sz="1500" b="1">
                <a:solidFill>
                  <a:srgbClr val="FFFFFF"/>
                </a:solidFill>
              </a:defRPr>
            </a:pPr>
            <a:r>
              <a:rPr sz="1500" b="1">
                <a:solidFill>
                  <a:srgbClr val="FFFFFF"/>
                </a:solidFill>
              </a:rPr>
              <a:t>Nathan</a:t>
            </a:r>
          </a:p>
        </p:txBody>
      </p:sp>
    </p:spTree>
    <p:extLst>
      <p:ext uri="{BB962C8B-B14F-4D97-AF65-F5344CB8AC3E}">
        <p14:creationId xmlns:p14="http://schemas.microsoft.com/office/powerpoint/2010/main" val="5934952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AFCFB"/>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BC85D0E-C050-43BC-8AA6-072EE1D5442A}"/>
              </a:ext>
            </a:extLst>
          </p:cNvPr>
          <p:cNvSpPr>
            <a:spLocks noGrp="1"/>
          </p:cNvSpPr>
          <p:nvPr/>
        </p:nvSpPr>
        <p:spPr>
          <a:xfrm>
            <a:off x="619125" y="457200"/>
            <a:ext cx="10953750" cy="857250"/>
          </a:xfrm>
          <a:prstGeom prst="rect">
            <a:avLst/>
          </a:prstGeom>
          <a:noFill/>
          <a:ln w="0">
            <a:noFill/>
          </a:ln>
        </p:spPr>
        <p:txBody>
          <a:bodyPr/>
          <a:lstStyle>
            <a:defPPr>
              <a:defRPr sz="3225" b="1">
                <a:solidFill>
                  <a:srgbClr val="17363A"/>
                </a:solidFill>
              </a:defRPr>
            </a:defPPr>
            <a:lvl1pPr>
              <a:defRPr sz="3225" b="1">
                <a:solidFill>
                  <a:srgbClr val="17363A"/>
                </a:solidFill>
              </a:defRPr>
            </a:lvl1pPr>
            <a:lvl2pPr>
              <a:defRPr sz="3225" b="1">
                <a:solidFill>
                  <a:srgbClr val="17363A"/>
                </a:solidFill>
              </a:defRPr>
            </a:lvl2pPr>
            <a:lvl3pPr>
              <a:defRPr sz="3225" b="1">
                <a:solidFill>
                  <a:srgbClr val="17363A"/>
                </a:solidFill>
              </a:defRPr>
            </a:lvl3pPr>
            <a:lvl4pPr>
              <a:defRPr sz="3225" b="1">
                <a:solidFill>
                  <a:srgbClr val="17363A"/>
                </a:solidFill>
              </a:defRPr>
            </a:lvl4pPr>
            <a:lvl5pPr>
              <a:defRPr sz="3225" b="1">
                <a:solidFill>
                  <a:srgbClr val="17363A"/>
                </a:solidFill>
              </a:defRPr>
            </a:lvl5pPr>
            <a:lvl6pPr>
              <a:defRPr sz="3225" b="1">
                <a:solidFill>
                  <a:srgbClr val="17363A"/>
                </a:solidFill>
              </a:defRPr>
            </a:lvl6pPr>
            <a:lvl7pPr>
              <a:defRPr sz="3225" b="1">
                <a:solidFill>
                  <a:srgbClr val="17363A"/>
                </a:solidFill>
              </a:defRPr>
            </a:lvl7pPr>
            <a:lvl8pPr>
              <a:defRPr sz="3225" b="1">
                <a:solidFill>
                  <a:srgbClr val="17363A"/>
                </a:solidFill>
              </a:defRPr>
            </a:lvl8pPr>
            <a:lvl9pPr>
              <a:defRPr sz="3225" b="1">
                <a:solidFill>
                  <a:srgbClr val="17363A"/>
                </a:solidFill>
              </a:defRPr>
            </a:lvl9pPr>
          </a:lstStyle>
          <a:p>
            <a:pPr>
              <a:defRPr sz="3225" b="1">
                <a:solidFill>
                  <a:srgbClr val="17363A"/>
                </a:solidFill>
              </a:defRPr>
            </a:pPr>
            <a:r>
              <a:rPr sz="3225" b="1">
                <a:solidFill>
                  <a:srgbClr val="17363A"/>
                </a:solidFill>
              </a:rPr>
              <a:t>Les profils moyens des clusters</a:t>
            </a:r>
          </a:p>
        </p:txBody>
      </p:sp>
      <p:sp>
        <p:nvSpPr>
          <p:cNvPr id="3" name="Rectangle 2">
            <a:extLst>
              <a:ext uri="{FF2B5EF4-FFF2-40B4-BE49-F238E27FC236}">
                <a16:creationId xmlns:a16="http://schemas.microsoft.com/office/drawing/2014/main" id="{6EA65F27-DE24-4766-9CB2-EF9861788B6B}"/>
              </a:ext>
            </a:extLst>
          </p:cNvPr>
          <p:cNvSpPr>
            <a:spLocks noGrp="1"/>
          </p:cNvSpPr>
          <p:nvPr/>
        </p:nvSpPr>
        <p:spPr>
          <a:xfrm>
            <a:off x="628650" y="6362700"/>
            <a:ext cx="8096250" cy="228600"/>
          </a:xfrm>
          <a:prstGeom prst="rect">
            <a:avLst/>
          </a:prstGeom>
          <a:noFill/>
          <a:ln w="0">
            <a:noFill/>
          </a:ln>
        </p:spPr>
        <p:txBody>
          <a:bodyPr/>
          <a:lstStyle>
            <a:defPPr>
              <a:defRPr sz="1275" b="0">
                <a:solidFill>
                  <a:srgbClr val="5A6E71"/>
                </a:solidFill>
              </a:defRPr>
            </a:defPPr>
            <a:lvl1pPr>
              <a:defRPr sz="1275" b="0">
                <a:solidFill>
                  <a:srgbClr val="5A6E71"/>
                </a:solidFill>
              </a:defRPr>
            </a:lvl1pPr>
            <a:lvl2pPr>
              <a:defRPr sz="1275" b="0">
                <a:solidFill>
                  <a:srgbClr val="5A6E71"/>
                </a:solidFill>
              </a:defRPr>
            </a:lvl2pPr>
            <a:lvl3pPr>
              <a:defRPr sz="1275" b="0">
                <a:solidFill>
                  <a:srgbClr val="5A6E71"/>
                </a:solidFill>
              </a:defRPr>
            </a:lvl3pPr>
            <a:lvl4pPr>
              <a:defRPr sz="1275" b="0">
                <a:solidFill>
                  <a:srgbClr val="5A6E71"/>
                </a:solidFill>
              </a:defRPr>
            </a:lvl4pPr>
            <a:lvl5pPr>
              <a:defRPr sz="1275" b="0">
                <a:solidFill>
                  <a:srgbClr val="5A6E71"/>
                </a:solidFill>
              </a:defRPr>
            </a:lvl5pPr>
            <a:lvl6pPr>
              <a:defRPr sz="1275" b="0">
                <a:solidFill>
                  <a:srgbClr val="5A6E71"/>
                </a:solidFill>
              </a:defRPr>
            </a:lvl6pPr>
            <a:lvl7pPr>
              <a:defRPr sz="1275" b="0">
                <a:solidFill>
                  <a:srgbClr val="5A6E71"/>
                </a:solidFill>
              </a:defRPr>
            </a:lvl7pPr>
            <a:lvl8pPr>
              <a:defRPr sz="1275" b="0">
                <a:solidFill>
                  <a:srgbClr val="5A6E71"/>
                </a:solidFill>
              </a:defRPr>
            </a:lvl8pPr>
            <a:lvl9pPr>
              <a:defRPr sz="1275" b="0">
                <a:solidFill>
                  <a:srgbClr val="5A6E71"/>
                </a:solidFill>
              </a:defRPr>
            </a:lvl9pPr>
          </a:lstStyle>
          <a:p>
            <a:pPr>
              <a:defRPr sz="1275" b="0">
                <a:solidFill>
                  <a:srgbClr val="5A6E71"/>
                </a:solidFill>
              </a:defRPr>
            </a:pPr>
            <a:r>
              <a:rPr sz="1275" b="0">
                <a:solidFill>
                  <a:srgbClr val="5A6E71"/>
                </a:solidFill>
              </a:rPr>
              <a:t>03   K-MEANS   /   16 MIN</a:t>
            </a:r>
          </a:p>
        </p:txBody>
      </p:sp>
      <p:sp>
        <p:nvSpPr>
          <p:cNvPr id="4" name="Rectangle 3">
            <a:extLst>
              <a:ext uri="{FF2B5EF4-FFF2-40B4-BE49-F238E27FC236}">
                <a16:creationId xmlns:a16="http://schemas.microsoft.com/office/drawing/2014/main" id="{8E248295-E883-4F79-B579-571818D87017}"/>
              </a:ext>
            </a:extLst>
          </p:cNvPr>
          <p:cNvSpPr>
            <a:spLocks noGrp="1"/>
          </p:cNvSpPr>
          <p:nvPr/>
        </p:nvSpPr>
        <p:spPr>
          <a:xfrm>
            <a:off x="11029950" y="6362700"/>
            <a:ext cx="571500" cy="228600"/>
          </a:xfrm>
          <a:prstGeom prst="rect">
            <a:avLst/>
          </a:prstGeom>
          <a:noFill/>
          <a:ln w="0">
            <a:noFill/>
          </a:ln>
        </p:spPr>
        <p:txBody>
          <a:bodyPr/>
          <a:lstStyle>
            <a:defPPr>
              <a:defRPr sz="1275" b="0">
                <a:solidFill>
                  <a:srgbClr val="5A6E71"/>
                </a:solidFill>
              </a:defRPr>
            </a:defPPr>
            <a:lvl1pPr>
              <a:defRPr sz="1275" b="0">
                <a:solidFill>
                  <a:srgbClr val="5A6E71"/>
                </a:solidFill>
              </a:defRPr>
            </a:lvl1pPr>
            <a:lvl2pPr>
              <a:defRPr sz="1275" b="0">
                <a:solidFill>
                  <a:srgbClr val="5A6E71"/>
                </a:solidFill>
              </a:defRPr>
            </a:lvl2pPr>
            <a:lvl3pPr>
              <a:defRPr sz="1275" b="0">
                <a:solidFill>
                  <a:srgbClr val="5A6E71"/>
                </a:solidFill>
              </a:defRPr>
            </a:lvl3pPr>
            <a:lvl4pPr>
              <a:defRPr sz="1275" b="0">
                <a:solidFill>
                  <a:srgbClr val="5A6E71"/>
                </a:solidFill>
              </a:defRPr>
            </a:lvl4pPr>
            <a:lvl5pPr>
              <a:defRPr sz="1275" b="0">
                <a:solidFill>
                  <a:srgbClr val="5A6E71"/>
                </a:solidFill>
              </a:defRPr>
            </a:lvl5pPr>
            <a:lvl6pPr>
              <a:defRPr sz="1275" b="0">
                <a:solidFill>
                  <a:srgbClr val="5A6E71"/>
                </a:solidFill>
              </a:defRPr>
            </a:lvl6pPr>
            <a:lvl7pPr>
              <a:defRPr sz="1275" b="0">
                <a:solidFill>
                  <a:srgbClr val="5A6E71"/>
                </a:solidFill>
              </a:defRPr>
            </a:lvl7pPr>
            <a:lvl8pPr>
              <a:defRPr sz="1275" b="0">
                <a:solidFill>
                  <a:srgbClr val="5A6E71"/>
                </a:solidFill>
              </a:defRPr>
            </a:lvl8pPr>
            <a:lvl9pPr>
              <a:defRPr sz="1275" b="0">
                <a:solidFill>
                  <a:srgbClr val="5A6E71"/>
                </a:solidFill>
              </a:defRPr>
            </a:lvl9pPr>
          </a:lstStyle>
          <a:p>
            <a:pPr>
              <a:defRPr sz="1275" b="0">
                <a:solidFill>
                  <a:srgbClr val="5A6E71"/>
                </a:solidFill>
              </a:defRPr>
            </a:pPr>
            <a:r>
              <a:rPr sz="1275" b="0">
                <a:solidFill>
                  <a:srgbClr val="5A6E71"/>
                </a:solidFill>
              </a:rPr>
              <a:t>15</a:t>
            </a:r>
          </a:p>
        </p:txBody>
      </p:sp>
      <p:graphicFrame>
        <p:nvGraphicFramePr>
          <p:cNvPr id="5" name="Tableau 4">
            <a:extLst>
              <a:ext uri="{FF2B5EF4-FFF2-40B4-BE49-F238E27FC236}">
                <a16:creationId xmlns:a16="http://schemas.microsoft.com/office/drawing/2014/main" id="{1AAEB726-F619-41CA-9D3F-9C47E21D33E9}"/>
              </a:ext>
            </a:extLst>
          </p:cNvPr>
          <p:cNvGraphicFramePr/>
          <p:nvPr/>
        </p:nvGraphicFramePr>
        <p:xfrm>
          <a:off x="619125" y="1809750"/>
          <a:ext cx="10953750" cy="2857500"/>
        </p:xfrm>
        <a:graphic>
          <a:graphicData uri="http://schemas.openxmlformats.org/drawingml/2006/table">
            <a:tbl>
              <a:tblPr/>
              <a:tblGrid>
                <a:gridCol w="17145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4765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gridCol w="2190750">
                  <a:extLst>
                    <a:ext uri="{9D8B030D-6E8A-4147-A177-3AD203B41FA5}">
                      <a16:colId xmlns:a16="http://schemas.microsoft.com/office/drawing/2014/main" val="20004"/>
                    </a:ext>
                  </a:extLst>
                </a:gridCol>
              </a:tblGrid>
              <a:tr h="714375">
                <a:tc>
                  <a:txBody>
                    <a:bodyPr/>
                    <a:lstStyle/>
                    <a:p>
                      <a:r>
                        <a:rPr sz="1800" b="1">
                          <a:solidFill>
                            <a:srgbClr val="FFFFFF"/>
                          </a:solidFill>
                        </a:rPr>
                        <a:t>Profil</a:t>
                      </a:r>
                    </a:p>
                  </a:txBody>
                  <a:tcPr>
                    <a:lnL w="9525">
                      <a:solidFill>
                        <a:srgbClr val="DCE6E5"/>
                      </a:solidFill>
                    </a:lnL>
                    <a:lnR w="9525">
                      <a:solidFill>
                        <a:srgbClr val="DCE6E5"/>
                      </a:solidFill>
                    </a:lnR>
                    <a:lnT w="9525">
                      <a:solidFill>
                        <a:srgbClr val="DCE6E5"/>
                      </a:solidFill>
                    </a:lnT>
                    <a:lnB w="9525">
                      <a:solidFill>
                        <a:srgbClr val="DCE6E5"/>
                      </a:solidFill>
                    </a:lnB>
                    <a:solidFill>
                      <a:srgbClr val="17363A"/>
                    </a:solidFill>
                  </a:tcPr>
                </a:tc>
                <a:tc>
                  <a:txBody>
                    <a:bodyPr/>
                    <a:lstStyle/>
                    <a:p>
                      <a:r>
                        <a:rPr sz="1800" b="1">
                          <a:solidFill>
                            <a:srgbClr val="FFFFFF"/>
                          </a:solidFill>
                        </a:rPr>
                        <a:t>Variantes</a:t>
                      </a:r>
                    </a:p>
                  </a:txBody>
                  <a:tcPr>
                    <a:lnL w="9525" cap="flat" cmpd="sng" algn="ctr">
                      <a:solidFill>
                        <a:srgbClr val="DCE6E5"/>
                      </a:solidFill>
                      <a:prstDash val="solid"/>
                      <a:round/>
                      <a:headEnd type="none" w="med" len="med"/>
                      <a:tailEnd type="none" w="med" len="med"/>
                    </a:lnL>
                    <a:lnR w="9525">
                      <a:solidFill>
                        <a:srgbClr val="DCE6E5"/>
                      </a:solidFill>
                    </a:lnR>
                    <a:lnT w="9525">
                      <a:solidFill>
                        <a:srgbClr val="DCE6E5"/>
                      </a:solidFill>
                    </a:lnT>
                    <a:lnB w="9525">
                      <a:solidFill>
                        <a:srgbClr val="DCE6E5"/>
                      </a:solidFill>
                    </a:lnB>
                    <a:solidFill>
                      <a:srgbClr val="17363A"/>
                    </a:solidFill>
                  </a:tcPr>
                </a:tc>
                <a:tc>
                  <a:txBody>
                    <a:bodyPr/>
                    <a:lstStyle/>
                    <a:p>
                      <a:r>
                        <a:rPr sz="1800" b="1">
                          <a:solidFill>
                            <a:srgbClr val="FFFFFF"/>
                          </a:solidFill>
                        </a:rPr>
                        <a:t>Puissance (kW)</a:t>
                      </a:r>
                    </a:p>
                  </a:txBody>
                  <a:tcPr>
                    <a:lnL w="9525" cap="flat" cmpd="sng" algn="ctr">
                      <a:solidFill>
                        <a:srgbClr val="DCE6E5"/>
                      </a:solidFill>
                      <a:prstDash val="solid"/>
                      <a:round/>
                      <a:headEnd type="none" w="med" len="med"/>
                      <a:tailEnd type="none" w="med" len="med"/>
                    </a:lnL>
                    <a:lnR w="9525">
                      <a:solidFill>
                        <a:srgbClr val="DCE6E5"/>
                      </a:solidFill>
                    </a:lnR>
                    <a:lnT w="9525">
                      <a:solidFill>
                        <a:srgbClr val="DCE6E5"/>
                      </a:solidFill>
                    </a:lnT>
                    <a:lnB w="9525">
                      <a:solidFill>
                        <a:srgbClr val="DCE6E5"/>
                      </a:solidFill>
                    </a:lnB>
                    <a:solidFill>
                      <a:srgbClr val="17363A"/>
                    </a:solidFill>
                  </a:tcPr>
                </a:tc>
                <a:tc>
                  <a:txBody>
                    <a:bodyPr/>
                    <a:lstStyle/>
                    <a:p>
                      <a:r>
                        <a:rPr sz="1800" b="1">
                          <a:solidFill>
                            <a:srgbClr val="FFFFFF"/>
                          </a:solidFill>
                        </a:rPr>
                        <a:t>Masse (kg)</a:t>
                      </a:r>
                    </a:p>
                  </a:txBody>
                  <a:tcPr>
                    <a:lnL w="9525" cap="flat" cmpd="sng" algn="ctr">
                      <a:solidFill>
                        <a:srgbClr val="DCE6E5"/>
                      </a:solidFill>
                      <a:prstDash val="solid"/>
                      <a:round/>
                      <a:headEnd type="none" w="med" len="med"/>
                      <a:tailEnd type="none" w="med" len="med"/>
                    </a:lnL>
                    <a:lnR w="9525">
                      <a:solidFill>
                        <a:srgbClr val="DCE6E5"/>
                      </a:solidFill>
                    </a:lnR>
                    <a:lnT w="9525">
                      <a:solidFill>
                        <a:srgbClr val="DCE6E5"/>
                      </a:solidFill>
                    </a:lnT>
                    <a:lnB w="9525">
                      <a:solidFill>
                        <a:srgbClr val="DCE6E5"/>
                      </a:solidFill>
                    </a:lnB>
                    <a:solidFill>
                      <a:srgbClr val="17363A"/>
                    </a:solidFill>
                  </a:tcPr>
                </a:tc>
                <a:tc>
                  <a:txBody>
                    <a:bodyPr/>
                    <a:lstStyle/>
                    <a:p>
                      <a:r>
                        <a:rPr sz="1800" b="1">
                          <a:solidFill>
                            <a:srgbClr val="FFFFFF"/>
                          </a:solidFill>
                        </a:rPr>
                        <a:t>CO₂ (g/km)</a:t>
                      </a:r>
                    </a:p>
                  </a:txBody>
                  <a:tcPr>
                    <a:lnL w="9525" cap="flat" cmpd="sng" algn="ctr">
                      <a:solidFill>
                        <a:srgbClr val="DCE6E5"/>
                      </a:solidFill>
                      <a:prstDash val="solid"/>
                      <a:round/>
                      <a:headEnd type="none" w="med" len="med"/>
                      <a:tailEnd type="none" w="med" len="med"/>
                    </a:lnL>
                    <a:lnR w="9525">
                      <a:solidFill>
                        <a:srgbClr val="DCE6E5"/>
                      </a:solidFill>
                    </a:lnR>
                    <a:lnT w="9525">
                      <a:solidFill>
                        <a:srgbClr val="DCE6E5"/>
                      </a:solidFill>
                    </a:lnT>
                    <a:lnB w="9525">
                      <a:solidFill>
                        <a:srgbClr val="DCE6E5"/>
                      </a:solidFill>
                    </a:lnB>
                    <a:solidFill>
                      <a:srgbClr val="17363A"/>
                    </a:solidFill>
                  </a:tcPr>
                </a:tc>
                <a:extLst>
                  <a:ext uri="{0D108BD9-81ED-4DB2-BD59-A6C34878D82A}">
                    <a16:rowId xmlns:a16="http://schemas.microsoft.com/office/drawing/2014/main" val="10000"/>
                  </a:ext>
                </a:extLst>
              </a:tr>
              <a:tr h="714375">
                <a:tc>
                  <a:txBody>
                    <a:bodyPr/>
                    <a:lstStyle/>
                    <a:p>
                      <a:r>
                        <a:rPr sz="1875" b="0">
                          <a:solidFill>
                            <a:srgbClr val="17363A"/>
                          </a:solidFill>
                        </a:rPr>
                        <a:t>C0</a:t>
                      </a:r>
                    </a:p>
                  </a:txBody>
                  <a:tcPr>
                    <a:lnL w="9525">
                      <a:solidFill>
                        <a:srgbClr val="DCE6E5"/>
                      </a:solidFill>
                    </a:lnL>
                    <a:lnR w="9525">
                      <a:solidFill>
                        <a:srgbClr val="DCE6E5"/>
                      </a:solidFill>
                    </a:lnR>
                    <a:lnT w="9525" cap="flat" cmpd="sng" algn="ctr">
                      <a:solidFill>
                        <a:srgbClr val="DCE6E5"/>
                      </a:solidFill>
                      <a:prstDash val="solid"/>
                      <a:round/>
                      <a:headEnd type="none" w="med" len="med"/>
                      <a:tailEnd type="none" w="med" len="med"/>
                    </a:lnT>
                    <a:lnB w="9525">
                      <a:solidFill>
                        <a:srgbClr val="DCE6E5"/>
                      </a:solidFill>
                    </a:lnB>
                    <a:solidFill>
                      <a:srgbClr val="FAFCFB"/>
                    </a:solidFill>
                  </a:tcPr>
                </a:tc>
                <a:tc>
                  <a:txBody>
                    <a:bodyPr/>
                    <a:lstStyle/>
                    <a:p>
                      <a:r>
                        <a:rPr sz="1875" b="0">
                          <a:solidFill>
                            <a:srgbClr val="17363A"/>
                          </a:solidFill>
                        </a:rPr>
                        <a:t>11 060</a:t>
                      </a:r>
                    </a:p>
                  </a:txBody>
                  <a:tcPr>
                    <a:lnL w="9525" cap="flat" cmpd="sng" algn="ctr">
                      <a:solidFill>
                        <a:srgbClr val="DCE6E5"/>
                      </a:solidFill>
                      <a:prstDash val="solid"/>
                      <a:round/>
                      <a:headEnd type="none" w="med" len="med"/>
                      <a:tailEnd type="none" w="med" len="med"/>
                    </a:lnL>
                    <a:lnR w="9525">
                      <a:solidFill>
                        <a:srgbClr val="DCE6E5"/>
                      </a:solidFill>
                    </a:lnR>
                    <a:lnT w="9525" cap="flat" cmpd="sng" algn="ctr">
                      <a:solidFill>
                        <a:srgbClr val="DCE6E5"/>
                      </a:solidFill>
                      <a:prstDash val="solid"/>
                      <a:round/>
                      <a:headEnd type="none" w="med" len="med"/>
                      <a:tailEnd type="none" w="med" len="med"/>
                    </a:lnT>
                    <a:lnB w="9525">
                      <a:solidFill>
                        <a:srgbClr val="DCE6E5"/>
                      </a:solidFill>
                    </a:lnB>
                    <a:solidFill>
                      <a:srgbClr val="FAFCFB"/>
                    </a:solidFill>
                  </a:tcPr>
                </a:tc>
                <a:tc>
                  <a:txBody>
                    <a:bodyPr/>
                    <a:lstStyle/>
                    <a:p>
                      <a:r>
                        <a:rPr sz="1875" b="0">
                          <a:solidFill>
                            <a:srgbClr val="17363A"/>
                          </a:solidFill>
                        </a:rPr>
                        <a:t>115,7</a:t>
                      </a:r>
                    </a:p>
                  </a:txBody>
                  <a:tcPr>
                    <a:lnL w="9525" cap="flat" cmpd="sng" algn="ctr">
                      <a:solidFill>
                        <a:srgbClr val="DCE6E5"/>
                      </a:solidFill>
                      <a:prstDash val="solid"/>
                      <a:round/>
                      <a:headEnd type="none" w="med" len="med"/>
                      <a:tailEnd type="none" w="med" len="med"/>
                    </a:lnL>
                    <a:lnR w="9525">
                      <a:solidFill>
                        <a:srgbClr val="DCE6E5"/>
                      </a:solidFill>
                    </a:lnR>
                    <a:lnT w="9525" cap="flat" cmpd="sng" algn="ctr">
                      <a:solidFill>
                        <a:srgbClr val="DCE6E5"/>
                      </a:solidFill>
                      <a:prstDash val="solid"/>
                      <a:round/>
                      <a:headEnd type="none" w="med" len="med"/>
                      <a:tailEnd type="none" w="med" len="med"/>
                    </a:lnT>
                    <a:lnB w="9525">
                      <a:solidFill>
                        <a:srgbClr val="DCE6E5"/>
                      </a:solidFill>
                    </a:lnB>
                    <a:solidFill>
                      <a:srgbClr val="FAFCFB"/>
                    </a:solidFill>
                  </a:tcPr>
                </a:tc>
                <a:tc>
                  <a:txBody>
                    <a:bodyPr/>
                    <a:lstStyle/>
                    <a:p>
                      <a:r>
                        <a:rPr sz="1875" b="0">
                          <a:solidFill>
                            <a:srgbClr val="17363A"/>
                          </a:solidFill>
                        </a:rPr>
                        <a:t>1 541</a:t>
                      </a:r>
                    </a:p>
                  </a:txBody>
                  <a:tcPr>
                    <a:lnL w="9525" cap="flat" cmpd="sng" algn="ctr">
                      <a:solidFill>
                        <a:srgbClr val="DCE6E5"/>
                      </a:solidFill>
                      <a:prstDash val="solid"/>
                      <a:round/>
                      <a:headEnd type="none" w="med" len="med"/>
                      <a:tailEnd type="none" w="med" len="med"/>
                    </a:lnL>
                    <a:lnR w="9525">
                      <a:solidFill>
                        <a:srgbClr val="DCE6E5"/>
                      </a:solidFill>
                    </a:lnR>
                    <a:lnT w="9525" cap="flat" cmpd="sng" algn="ctr">
                      <a:solidFill>
                        <a:srgbClr val="DCE6E5"/>
                      </a:solidFill>
                      <a:prstDash val="solid"/>
                      <a:round/>
                      <a:headEnd type="none" w="med" len="med"/>
                      <a:tailEnd type="none" w="med" len="med"/>
                    </a:lnT>
                    <a:lnB w="9525">
                      <a:solidFill>
                        <a:srgbClr val="DCE6E5"/>
                      </a:solidFill>
                    </a:lnB>
                    <a:solidFill>
                      <a:srgbClr val="FAFCFB"/>
                    </a:solidFill>
                  </a:tcPr>
                </a:tc>
                <a:tc>
                  <a:txBody>
                    <a:bodyPr/>
                    <a:lstStyle/>
                    <a:p>
                      <a:r>
                        <a:rPr sz="1875" b="0">
                          <a:solidFill>
                            <a:srgbClr val="17363A"/>
                          </a:solidFill>
                        </a:rPr>
                        <a:t>123,9</a:t>
                      </a:r>
                    </a:p>
                  </a:txBody>
                  <a:tcPr>
                    <a:lnL w="9525" cap="flat" cmpd="sng" algn="ctr">
                      <a:solidFill>
                        <a:srgbClr val="DCE6E5"/>
                      </a:solidFill>
                      <a:prstDash val="solid"/>
                      <a:round/>
                      <a:headEnd type="none" w="med" len="med"/>
                      <a:tailEnd type="none" w="med" len="med"/>
                    </a:lnL>
                    <a:lnR w="9525">
                      <a:solidFill>
                        <a:srgbClr val="DCE6E5"/>
                      </a:solidFill>
                    </a:lnR>
                    <a:lnT w="9525" cap="flat" cmpd="sng" algn="ctr">
                      <a:solidFill>
                        <a:srgbClr val="DCE6E5"/>
                      </a:solidFill>
                      <a:prstDash val="solid"/>
                      <a:round/>
                      <a:headEnd type="none" w="med" len="med"/>
                      <a:tailEnd type="none" w="med" len="med"/>
                    </a:lnT>
                    <a:lnB w="9525">
                      <a:solidFill>
                        <a:srgbClr val="DCE6E5"/>
                      </a:solidFill>
                    </a:lnB>
                    <a:solidFill>
                      <a:srgbClr val="FAFCFB"/>
                    </a:solidFill>
                  </a:tcPr>
                </a:tc>
                <a:extLst>
                  <a:ext uri="{0D108BD9-81ED-4DB2-BD59-A6C34878D82A}">
                    <a16:rowId xmlns:a16="http://schemas.microsoft.com/office/drawing/2014/main" val="10001"/>
                  </a:ext>
                </a:extLst>
              </a:tr>
              <a:tr h="714375">
                <a:tc>
                  <a:txBody>
                    <a:bodyPr/>
                    <a:lstStyle/>
                    <a:p>
                      <a:r>
                        <a:rPr sz="1875" b="0">
                          <a:solidFill>
                            <a:srgbClr val="17363A"/>
                          </a:solidFill>
                        </a:rPr>
                        <a:t>C1</a:t>
                      </a:r>
                    </a:p>
                  </a:txBody>
                  <a:tcPr>
                    <a:lnL w="9525">
                      <a:solidFill>
                        <a:srgbClr val="DCE6E5"/>
                      </a:solidFill>
                    </a:lnL>
                    <a:lnR w="9525">
                      <a:solidFill>
                        <a:srgbClr val="DCE6E5"/>
                      </a:solidFill>
                    </a:lnR>
                    <a:lnT w="9525" cap="flat" cmpd="sng" algn="ctr">
                      <a:solidFill>
                        <a:srgbClr val="DCE6E5"/>
                      </a:solidFill>
                      <a:prstDash val="solid"/>
                      <a:round/>
                      <a:headEnd type="none" w="med" len="med"/>
                      <a:tailEnd type="none" w="med" len="med"/>
                    </a:lnT>
                    <a:lnB w="9525">
                      <a:solidFill>
                        <a:srgbClr val="DCE6E5"/>
                      </a:solidFill>
                    </a:lnB>
                    <a:solidFill>
                      <a:srgbClr val="FAFCFB"/>
                    </a:solidFill>
                  </a:tcPr>
                </a:tc>
                <a:tc>
                  <a:txBody>
                    <a:bodyPr/>
                    <a:lstStyle/>
                    <a:p>
                      <a:r>
                        <a:rPr sz="1875" b="0">
                          <a:solidFill>
                            <a:srgbClr val="17363A"/>
                          </a:solidFill>
                        </a:rPr>
                        <a:t>7 963</a:t>
                      </a:r>
                    </a:p>
                  </a:txBody>
                  <a:tcPr>
                    <a:lnL w="9525" cap="flat" cmpd="sng" algn="ctr">
                      <a:solidFill>
                        <a:srgbClr val="DCE6E5"/>
                      </a:solidFill>
                      <a:prstDash val="solid"/>
                      <a:round/>
                      <a:headEnd type="none" w="med" len="med"/>
                      <a:tailEnd type="none" w="med" len="med"/>
                    </a:lnL>
                    <a:lnR w="9525">
                      <a:solidFill>
                        <a:srgbClr val="DCE6E5"/>
                      </a:solidFill>
                    </a:lnR>
                    <a:lnT w="9525" cap="flat" cmpd="sng" algn="ctr">
                      <a:solidFill>
                        <a:srgbClr val="DCE6E5"/>
                      </a:solidFill>
                      <a:prstDash val="solid"/>
                      <a:round/>
                      <a:headEnd type="none" w="med" len="med"/>
                      <a:tailEnd type="none" w="med" len="med"/>
                    </a:lnT>
                    <a:lnB w="9525">
                      <a:solidFill>
                        <a:srgbClr val="DCE6E5"/>
                      </a:solidFill>
                    </a:lnB>
                    <a:solidFill>
                      <a:srgbClr val="FAFCFB"/>
                    </a:solidFill>
                  </a:tcPr>
                </a:tc>
                <a:tc>
                  <a:txBody>
                    <a:bodyPr/>
                    <a:lstStyle/>
                    <a:p>
                      <a:r>
                        <a:rPr sz="1875" b="0">
                          <a:solidFill>
                            <a:srgbClr val="17363A"/>
                          </a:solidFill>
                        </a:rPr>
                        <a:t>139,2</a:t>
                      </a:r>
                    </a:p>
                  </a:txBody>
                  <a:tcPr>
                    <a:lnL w="9525" cap="flat" cmpd="sng" algn="ctr">
                      <a:solidFill>
                        <a:srgbClr val="DCE6E5"/>
                      </a:solidFill>
                      <a:prstDash val="solid"/>
                      <a:round/>
                      <a:headEnd type="none" w="med" len="med"/>
                      <a:tailEnd type="none" w="med" len="med"/>
                    </a:lnL>
                    <a:lnR w="9525">
                      <a:solidFill>
                        <a:srgbClr val="DCE6E5"/>
                      </a:solidFill>
                    </a:lnR>
                    <a:lnT w="9525" cap="flat" cmpd="sng" algn="ctr">
                      <a:solidFill>
                        <a:srgbClr val="DCE6E5"/>
                      </a:solidFill>
                      <a:prstDash val="solid"/>
                      <a:round/>
                      <a:headEnd type="none" w="med" len="med"/>
                      <a:tailEnd type="none" w="med" len="med"/>
                    </a:lnT>
                    <a:lnB w="9525">
                      <a:solidFill>
                        <a:srgbClr val="DCE6E5"/>
                      </a:solidFill>
                    </a:lnB>
                    <a:solidFill>
                      <a:srgbClr val="FAFCFB"/>
                    </a:solidFill>
                  </a:tcPr>
                </a:tc>
                <a:tc>
                  <a:txBody>
                    <a:bodyPr/>
                    <a:lstStyle/>
                    <a:p>
                      <a:r>
                        <a:rPr sz="1875" b="0">
                          <a:solidFill>
                            <a:srgbClr val="17363A"/>
                          </a:solidFill>
                        </a:rPr>
                        <a:t>2 147</a:t>
                      </a:r>
                    </a:p>
                  </a:txBody>
                  <a:tcPr>
                    <a:lnL w="9525" cap="flat" cmpd="sng" algn="ctr">
                      <a:solidFill>
                        <a:srgbClr val="DCE6E5"/>
                      </a:solidFill>
                      <a:prstDash val="solid"/>
                      <a:round/>
                      <a:headEnd type="none" w="med" len="med"/>
                      <a:tailEnd type="none" w="med" len="med"/>
                    </a:lnL>
                    <a:lnR w="9525">
                      <a:solidFill>
                        <a:srgbClr val="DCE6E5"/>
                      </a:solidFill>
                    </a:lnR>
                    <a:lnT w="9525" cap="flat" cmpd="sng" algn="ctr">
                      <a:solidFill>
                        <a:srgbClr val="DCE6E5"/>
                      </a:solidFill>
                      <a:prstDash val="solid"/>
                      <a:round/>
                      <a:headEnd type="none" w="med" len="med"/>
                      <a:tailEnd type="none" w="med" len="med"/>
                    </a:lnT>
                    <a:lnB w="9525">
                      <a:solidFill>
                        <a:srgbClr val="DCE6E5"/>
                      </a:solidFill>
                    </a:lnB>
                    <a:solidFill>
                      <a:srgbClr val="FAFCFB"/>
                    </a:solidFill>
                  </a:tcPr>
                </a:tc>
                <a:tc>
                  <a:txBody>
                    <a:bodyPr/>
                    <a:lstStyle/>
                    <a:p>
                      <a:r>
                        <a:rPr sz="1875" b="0">
                          <a:solidFill>
                            <a:srgbClr val="17363A"/>
                          </a:solidFill>
                        </a:rPr>
                        <a:t>176,9</a:t>
                      </a:r>
                    </a:p>
                  </a:txBody>
                  <a:tcPr>
                    <a:lnL w="9525" cap="flat" cmpd="sng" algn="ctr">
                      <a:solidFill>
                        <a:srgbClr val="DCE6E5"/>
                      </a:solidFill>
                      <a:prstDash val="solid"/>
                      <a:round/>
                      <a:headEnd type="none" w="med" len="med"/>
                      <a:tailEnd type="none" w="med" len="med"/>
                    </a:lnL>
                    <a:lnR w="9525">
                      <a:solidFill>
                        <a:srgbClr val="DCE6E5"/>
                      </a:solidFill>
                    </a:lnR>
                    <a:lnT w="9525" cap="flat" cmpd="sng" algn="ctr">
                      <a:solidFill>
                        <a:srgbClr val="DCE6E5"/>
                      </a:solidFill>
                      <a:prstDash val="solid"/>
                      <a:round/>
                      <a:headEnd type="none" w="med" len="med"/>
                      <a:tailEnd type="none" w="med" len="med"/>
                    </a:lnT>
                    <a:lnB w="9525">
                      <a:solidFill>
                        <a:srgbClr val="DCE6E5"/>
                      </a:solidFill>
                    </a:lnB>
                    <a:solidFill>
                      <a:srgbClr val="FAFCFB"/>
                    </a:solidFill>
                  </a:tcPr>
                </a:tc>
                <a:extLst>
                  <a:ext uri="{0D108BD9-81ED-4DB2-BD59-A6C34878D82A}">
                    <a16:rowId xmlns:a16="http://schemas.microsoft.com/office/drawing/2014/main" val="10002"/>
                  </a:ext>
                </a:extLst>
              </a:tr>
              <a:tr h="714375">
                <a:tc>
                  <a:txBody>
                    <a:bodyPr/>
                    <a:lstStyle/>
                    <a:p>
                      <a:r>
                        <a:rPr sz="1875" b="0">
                          <a:solidFill>
                            <a:srgbClr val="17363A"/>
                          </a:solidFill>
                        </a:rPr>
                        <a:t>C2</a:t>
                      </a:r>
                    </a:p>
                  </a:txBody>
                  <a:tcPr>
                    <a:lnL w="9525">
                      <a:solidFill>
                        <a:srgbClr val="DCE6E5"/>
                      </a:solidFill>
                    </a:lnL>
                    <a:lnR w="9525">
                      <a:solidFill>
                        <a:srgbClr val="DCE6E5"/>
                      </a:solidFill>
                    </a:lnR>
                    <a:lnT w="9525" cap="flat" cmpd="sng" algn="ctr">
                      <a:solidFill>
                        <a:srgbClr val="DCE6E5"/>
                      </a:solidFill>
                      <a:prstDash val="solid"/>
                      <a:round/>
                      <a:headEnd type="none" w="med" len="med"/>
                      <a:tailEnd type="none" w="med" len="med"/>
                    </a:lnT>
                    <a:lnB w="9525">
                      <a:solidFill>
                        <a:srgbClr val="DCE6E5"/>
                      </a:solidFill>
                    </a:lnB>
                    <a:solidFill>
                      <a:srgbClr val="FAFCFB"/>
                    </a:solidFill>
                  </a:tcPr>
                </a:tc>
                <a:tc>
                  <a:txBody>
                    <a:bodyPr/>
                    <a:lstStyle/>
                    <a:p>
                      <a:r>
                        <a:rPr sz="1875" b="0">
                          <a:solidFill>
                            <a:srgbClr val="17363A"/>
                          </a:solidFill>
                        </a:rPr>
                        <a:t>1 801</a:t>
                      </a:r>
                    </a:p>
                  </a:txBody>
                  <a:tcPr>
                    <a:lnL w="9525" cap="flat" cmpd="sng" algn="ctr">
                      <a:solidFill>
                        <a:srgbClr val="DCE6E5"/>
                      </a:solidFill>
                      <a:prstDash val="solid"/>
                      <a:round/>
                      <a:headEnd type="none" w="med" len="med"/>
                      <a:tailEnd type="none" w="med" len="med"/>
                    </a:lnL>
                    <a:lnR w="9525">
                      <a:solidFill>
                        <a:srgbClr val="DCE6E5"/>
                      </a:solidFill>
                    </a:lnR>
                    <a:lnT w="9525" cap="flat" cmpd="sng" algn="ctr">
                      <a:solidFill>
                        <a:srgbClr val="DCE6E5"/>
                      </a:solidFill>
                      <a:prstDash val="solid"/>
                      <a:round/>
                      <a:headEnd type="none" w="med" len="med"/>
                      <a:tailEnd type="none" w="med" len="med"/>
                    </a:lnT>
                    <a:lnB w="9525">
                      <a:solidFill>
                        <a:srgbClr val="DCE6E5"/>
                      </a:solidFill>
                    </a:lnB>
                    <a:solidFill>
                      <a:srgbClr val="FAFCFB"/>
                    </a:solidFill>
                  </a:tcPr>
                </a:tc>
                <a:tc>
                  <a:txBody>
                    <a:bodyPr/>
                    <a:lstStyle/>
                    <a:p>
                      <a:r>
                        <a:rPr sz="1875" b="0">
                          <a:solidFill>
                            <a:srgbClr val="17363A"/>
                          </a:solidFill>
                        </a:rPr>
                        <a:t>363,2</a:t>
                      </a:r>
                    </a:p>
                  </a:txBody>
                  <a:tcPr>
                    <a:lnL w="9525" cap="flat" cmpd="sng" algn="ctr">
                      <a:solidFill>
                        <a:srgbClr val="DCE6E5"/>
                      </a:solidFill>
                      <a:prstDash val="solid"/>
                      <a:round/>
                      <a:headEnd type="none" w="med" len="med"/>
                      <a:tailEnd type="none" w="med" len="med"/>
                    </a:lnL>
                    <a:lnR w="9525">
                      <a:solidFill>
                        <a:srgbClr val="DCE6E5"/>
                      </a:solidFill>
                    </a:lnR>
                    <a:lnT w="9525" cap="flat" cmpd="sng" algn="ctr">
                      <a:solidFill>
                        <a:srgbClr val="DCE6E5"/>
                      </a:solidFill>
                      <a:prstDash val="solid"/>
                      <a:round/>
                      <a:headEnd type="none" w="med" len="med"/>
                      <a:tailEnd type="none" w="med" len="med"/>
                    </a:lnT>
                    <a:lnB w="9525">
                      <a:solidFill>
                        <a:srgbClr val="DCE6E5"/>
                      </a:solidFill>
                    </a:lnB>
                    <a:solidFill>
                      <a:srgbClr val="FAFCFB"/>
                    </a:solidFill>
                  </a:tcPr>
                </a:tc>
                <a:tc>
                  <a:txBody>
                    <a:bodyPr/>
                    <a:lstStyle/>
                    <a:p>
                      <a:r>
                        <a:rPr sz="1875" b="0">
                          <a:solidFill>
                            <a:srgbClr val="17363A"/>
                          </a:solidFill>
                        </a:rPr>
                        <a:t>1 977</a:t>
                      </a:r>
                    </a:p>
                  </a:txBody>
                  <a:tcPr>
                    <a:lnL w="9525" cap="flat" cmpd="sng" algn="ctr">
                      <a:solidFill>
                        <a:srgbClr val="DCE6E5"/>
                      </a:solidFill>
                      <a:prstDash val="solid"/>
                      <a:round/>
                      <a:headEnd type="none" w="med" len="med"/>
                      <a:tailEnd type="none" w="med" len="med"/>
                    </a:lnL>
                    <a:lnR w="9525">
                      <a:solidFill>
                        <a:srgbClr val="DCE6E5"/>
                      </a:solidFill>
                    </a:lnR>
                    <a:lnT w="9525" cap="flat" cmpd="sng" algn="ctr">
                      <a:solidFill>
                        <a:srgbClr val="DCE6E5"/>
                      </a:solidFill>
                      <a:prstDash val="solid"/>
                      <a:round/>
                      <a:headEnd type="none" w="med" len="med"/>
                      <a:tailEnd type="none" w="med" len="med"/>
                    </a:lnT>
                    <a:lnB w="9525">
                      <a:solidFill>
                        <a:srgbClr val="DCE6E5"/>
                      </a:solidFill>
                    </a:lnB>
                    <a:solidFill>
                      <a:srgbClr val="FAFCFB"/>
                    </a:solidFill>
                  </a:tcPr>
                </a:tc>
                <a:tc>
                  <a:txBody>
                    <a:bodyPr/>
                    <a:lstStyle/>
                    <a:p>
                      <a:r>
                        <a:rPr sz="1875" b="0">
                          <a:solidFill>
                            <a:srgbClr val="17363A"/>
                          </a:solidFill>
                        </a:rPr>
                        <a:t>244,6</a:t>
                      </a:r>
                    </a:p>
                  </a:txBody>
                  <a:tcPr>
                    <a:lnL w="9525" cap="flat" cmpd="sng" algn="ctr">
                      <a:solidFill>
                        <a:srgbClr val="DCE6E5"/>
                      </a:solidFill>
                      <a:prstDash val="solid"/>
                      <a:round/>
                      <a:headEnd type="none" w="med" len="med"/>
                      <a:tailEnd type="none" w="med" len="med"/>
                    </a:lnL>
                    <a:lnR w="9525">
                      <a:solidFill>
                        <a:srgbClr val="DCE6E5"/>
                      </a:solidFill>
                    </a:lnR>
                    <a:lnT w="9525" cap="flat" cmpd="sng" algn="ctr">
                      <a:solidFill>
                        <a:srgbClr val="DCE6E5"/>
                      </a:solidFill>
                      <a:prstDash val="solid"/>
                      <a:round/>
                      <a:headEnd type="none" w="med" len="med"/>
                      <a:tailEnd type="none" w="med" len="med"/>
                    </a:lnT>
                    <a:lnB w="9525">
                      <a:solidFill>
                        <a:srgbClr val="DCE6E5"/>
                      </a:solidFill>
                    </a:lnB>
                    <a:solidFill>
                      <a:srgbClr val="FAFCFB"/>
                    </a:solidFill>
                  </a:tcPr>
                </a:tc>
                <a:extLst>
                  <a:ext uri="{0D108BD9-81ED-4DB2-BD59-A6C34878D82A}">
                    <a16:rowId xmlns:a16="http://schemas.microsoft.com/office/drawing/2014/main" val="10003"/>
                  </a:ext>
                </a:extLst>
              </a:tr>
            </a:tbl>
          </a:graphicData>
        </a:graphic>
      </p:graphicFrame>
      <p:sp>
        <p:nvSpPr>
          <p:cNvPr id="6" name="Rectangle 5">
            <a:extLst>
              <a:ext uri="{FF2B5EF4-FFF2-40B4-BE49-F238E27FC236}">
                <a16:creationId xmlns:a16="http://schemas.microsoft.com/office/drawing/2014/main" id="{C3410B4A-A860-418B-A162-7A6A110027CD}"/>
              </a:ext>
            </a:extLst>
          </p:cNvPr>
          <p:cNvSpPr>
            <a:spLocks noGrp="1"/>
          </p:cNvSpPr>
          <p:nvPr/>
        </p:nvSpPr>
        <p:spPr>
          <a:xfrm>
            <a:off x="714375" y="5019675"/>
            <a:ext cx="3524250" cy="523875"/>
          </a:xfrm>
          <a:prstGeom prst="rect">
            <a:avLst/>
          </a:prstGeom>
          <a:noFill/>
          <a:ln w="0">
            <a:noFill/>
          </a:ln>
        </p:spPr>
        <p:txBody>
          <a:bodyPr/>
          <a:lstStyle>
            <a:defPPr>
              <a:defRPr sz="2025" b="1">
                <a:solidFill>
                  <a:srgbClr val="008C85"/>
                </a:solidFill>
              </a:defRPr>
            </a:defPPr>
            <a:lvl1pPr>
              <a:defRPr sz="2025" b="1">
                <a:solidFill>
                  <a:srgbClr val="008C85"/>
                </a:solidFill>
              </a:defRPr>
            </a:lvl1pPr>
            <a:lvl2pPr>
              <a:defRPr sz="2025" b="1">
                <a:solidFill>
                  <a:srgbClr val="008C85"/>
                </a:solidFill>
              </a:defRPr>
            </a:lvl2pPr>
            <a:lvl3pPr>
              <a:defRPr sz="2025" b="1">
                <a:solidFill>
                  <a:srgbClr val="008C85"/>
                </a:solidFill>
              </a:defRPr>
            </a:lvl3pPr>
            <a:lvl4pPr>
              <a:defRPr sz="2025" b="1">
                <a:solidFill>
                  <a:srgbClr val="008C85"/>
                </a:solidFill>
              </a:defRPr>
            </a:lvl4pPr>
            <a:lvl5pPr>
              <a:defRPr sz="2025" b="1">
                <a:solidFill>
                  <a:srgbClr val="008C85"/>
                </a:solidFill>
              </a:defRPr>
            </a:lvl5pPr>
            <a:lvl6pPr>
              <a:defRPr sz="2025" b="1">
                <a:solidFill>
                  <a:srgbClr val="008C85"/>
                </a:solidFill>
              </a:defRPr>
            </a:lvl6pPr>
            <a:lvl7pPr>
              <a:defRPr sz="2025" b="1">
                <a:solidFill>
                  <a:srgbClr val="008C85"/>
                </a:solidFill>
              </a:defRPr>
            </a:lvl7pPr>
            <a:lvl8pPr>
              <a:defRPr sz="2025" b="1">
                <a:solidFill>
                  <a:srgbClr val="008C85"/>
                </a:solidFill>
              </a:defRPr>
            </a:lvl8pPr>
            <a:lvl9pPr>
              <a:defRPr sz="2025" b="1">
                <a:solidFill>
                  <a:srgbClr val="008C85"/>
                </a:solidFill>
              </a:defRPr>
            </a:lvl9pPr>
          </a:lstStyle>
          <a:p>
            <a:pPr>
              <a:defRPr sz="2025" b="1">
                <a:solidFill>
                  <a:srgbClr val="008C85"/>
                </a:solidFill>
              </a:defRPr>
            </a:pPr>
            <a:r>
              <a:rPr sz="2025" b="1">
                <a:solidFill>
                  <a:srgbClr val="008C85"/>
                </a:solidFill>
              </a:rPr>
              <a:t>C0 : moins émetteurs</a:t>
            </a:r>
          </a:p>
        </p:txBody>
      </p:sp>
      <p:sp>
        <p:nvSpPr>
          <p:cNvPr id="7" name="Rectangle 6">
            <a:extLst>
              <a:ext uri="{FF2B5EF4-FFF2-40B4-BE49-F238E27FC236}">
                <a16:creationId xmlns:a16="http://schemas.microsoft.com/office/drawing/2014/main" id="{6493C6DD-56BC-4A97-A891-07CBDBE48826}"/>
              </a:ext>
            </a:extLst>
          </p:cNvPr>
          <p:cNvSpPr>
            <a:spLocks noGrp="1"/>
          </p:cNvSpPr>
          <p:nvPr/>
        </p:nvSpPr>
        <p:spPr>
          <a:xfrm>
            <a:off x="4572000" y="5019675"/>
            <a:ext cx="3143250" cy="523875"/>
          </a:xfrm>
          <a:prstGeom prst="rect">
            <a:avLst/>
          </a:prstGeom>
          <a:noFill/>
          <a:ln w="0">
            <a:noFill/>
          </a:ln>
        </p:spPr>
        <p:txBody>
          <a:bodyPr/>
          <a:lstStyle>
            <a:defPPr>
              <a:defRPr sz="2025" b="1">
                <a:solidFill>
                  <a:srgbClr val="4179B7"/>
                </a:solidFill>
              </a:defRPr>
            </a:defPPr>
            <a:lvl1pPr>
              <a:defRPr sz="2025" b="1">
                <a:solidFill>
                  <a:srgbClr val="4179B7"/>
                </a:solidFill>
              </a:defRPr>
            </a:lvl1pPr>
            <a:lvl2pPr>
              <a:defRPr sz="2025" b="1">
                <a:solidFill>
                  <a:srgbClr val="4179B7"/>
                </a:solidFill>
              </a:defRPr>
            </a:lvl2pPr>
            <a:lvl3pPr>
              <a:defRPr sz="2025" b="1">
                <a:solidFill>
                  <a:srgbClr val="4179B7"/>
                </a:solidFill>
              </a:defRPr>
            </a:lvl3pPr>
            <a:lvl4pPr>
              <a:defRPr sz="2025" b="1">
                <a:solidFill>
                  <a:srgbClr val="4179B7"/>
                </a:solidFill>
              </a:defRPr>
            </a:lvl4pPr>
            <a:lvl5pPr>
              <a:defRPr sz="2025" b="1">
                <a:solidFill>
                  <a:srgbClr val="4179B7"/>
                </a:solidFill>
              </a:defRPr>
            </a:lvl5pPr>
            <a:lvl6pPr>
              <a:defRPr sz="2025" b="1">
                <a:solidFill>
                  <a:srgbClr val="4179B7"/>
                </a:solidFill>
              </a:defRPr>
            </a:lvl6pPr>
            <a:lvl7pPr>
              <a:defRPr sz="2025" b="1">
                <a:solidFill>
                  <a:srgbClr val="4179B7"/>
                </a:solidFill>
              </a:defRPr>
            </a:lvl7pPr>
            <a:lvl8pPr>
              <a:defRPr sz="2025" b="1">
                <a:solidFill>
                  <a:srgbClr val="4179B7"/>
                </a:solidFill>
              </a:defRPr>
            </a:lvl8pPr>
            <a:lvl9pPr>
              <a:defRPr sz="2025" b="1">
                <a:solidFill>
                  <a:srgbClr val="4179B7"/>
                </a:solidFill>
              </a:defRPr>
            </a:lvl9pPr>
          </a:lstStyle>
          <a:p>
            <a:pPr>
              <a:defRPr sz="2025" b="1">
                <a:solidFill>
                  <a:srgbClr val="4179B7"/>
                </a:solidFill>
              </a:defRPr>
            </a:pPr>
            <a:r>
              <a:rPr sz="2025" b="1">
                <a:solidFill>
                  <a:srgbClr val="4179B7"/>
                </a:solidFill>
              </a:rPr>
              <a:t>C1 : plus lourds</a:t>
            </a:r>
          </a:p>
        </p:txBody>
      </p:sp>
      <p:sp>
        <p:nvSpPr>
          <p:cNvPr id="8" name="Rectangle 7">
            <a:extLst>
              <a:ext uri="{FF2B5EF4-FFF2-40B4-BE49-F238E27FC236}">
                <a16:creationId xmlns:a16="http://schemas.microsoft.com/office/drawing/2014/main" id="{E27A48AA-07F1-46E3-A34B-410CD73CDF1E}"/>
              </a:ext>
            </a:extLst>
          </p:cNvPr>
          <p:cNvSpPr>
            <a:spLocks noGrp="1"/>
          </p:cNvSpPr>
          <p:nvPr/>
        </p:nvSpPr>
        <p:spPr>
          <a:xfrm>
            <a:off x="8239125" y="5019675"/>
            <a:ext cx="3333750" cy="523875"/>
          </a:xfrm>
          <a:prstGeom prst="rect">
            <a:avLst/>
          </a:prstGeom>
          <a:noFill/>
          <a:ln w="0">
            <a:noFill/>
          </a:ln>
        </p:spPr>
        <p:txBody>
          <a:bodyPr/>
          <a:lstStyle>
            <a:defPPr>
              <a:defRPr sz="2025" b="1">
                <a:solidFill>
                  <a:srgbClr val="DE8736"/>
                </a:solidFill>
              </a:defRPr>
            </a:defPPr>
            <a:lvl1pPr>
              <a:defRPr sz="2025" b="1">
                <a:solidFill>
                  <a:srgbClr val="DE8736"/>
                </a:solidFill>
              </a:defRPr>
            </a:lvl1pPr>
            <a:lvl2pPr>
              <a:defRPr sz="2025" b="1">
                <a:solidFill>
                  <a:srgbClr val="DE8736"/>
                </a:solidFill>
              </a:defRPr>
            </a:lvl2pPr>
            <a:lvl3pPr>
              <a:defRPr sz="2025" b="1">
                <a:solidFill>
                  <a:srgbClr val="DE8736"/>
                </a:solidFill>
              </a:defRPr>
            </a:lvl3pPr>
            <a:lvl4pPr>
              <a:defRPr sz="2025" b="1">
                <a:solidFill>
                  <a:srgbClr val="DE8736"/>
                </a:solidFill>
              </a:defRPr>
            </a:lvl4pPr>
            <a:lvl5pPr>
              <a:defRPr sz="2025" b="1">
                <a:solidFill>
                  <a:srgbClr val="DE8736"/>
                </a:solidFill>
              </a:defRPr>
            </a:lvl5pPr>
            <a:lvl6pPr>
              <a:defRPr sz="2025" b="1">
                <a:solidFill>
                  <a:srgbClr val="DE8736"/>
                </a:solidFill>
              </a:defRPr>
            </a:lvl6pPr>
            <a:lvl7pPr>
              <a:defRPr sz="2025" b="1">
                <a:solidFill>
                  <a:srgbClr val="DE8736"/>
                </a:solidFill>
              </a:defRPr>
            </a:lvl7pPr>
            <a:lvl8pPr>
              <a:defRPr sz="2025" b="1">
                <a:solidFill>
                  <a:srgbClr val="DE8736"/>
                </a:solidFill>
              </a:defRPr>
            </a:lvl8pPr>
            <a:lvl9pPr>
              <a:defRPr sz="2025" b="1">
                <a:solidFill>
                  <a:srgbClr val="DE8736"/>
                </a:solidFill>
              </a:defRPr>
            </a:lvl9pPr>
          </a:lstStyle>
          <a:p>
            <a:pPr>
              <a:defRPr sz="2025" b="1">
                <a:solidFill>
                  <a:srgbClr val="DE8736"/>
                </a:solidFill>
              </a:defRPr>
            </a:pPr>
            <a:r>
              <a:rPr sz="2025" b="1">
                <a:solidFill>
                  <a:srgbClr val="DE8736"/>
                </a:solidFill>
              </a:rPr>
              <a:t>C2 : plus puissants</a:t>
            </a:r>
          </a:p>
        </p:txBody>
      </p:sp>
      <p:sp>
        <p:nvSpPr>
          <p:cNvPr id="9" name="Rectangle 8">
            <a:extLst>
              <a:ext uri="{FF2B5EF4-FFF2-40B4-BE49-F238E27FC236}">
                <a16:creationId xmlns:a16="http://schemas.microsoft.com/office/drawing/2014/main" id="{6E9760A2-3889-4FDE-BE4B-3DC782F2EEBF}"/>
              </a:ext>
            </a:extLst>
          </p:cNvPr>
          <p:cNvSpPr>
            <a:spLocks noGrp="1"/>
          </p:cNvSpPr>
          <p:nvPr/>
        </p:nvSpPr>
        <p:spPr>
          <a:xfrm>
            <a:off x="647700" y="5657850"/>
            <a:ext cx="10858500" cy="552450"/>
          </a:xfrm>
          <a:prstGeom prst="rect">
            <a:avLst/>
          </a:prstGeom>
          <a:noFill/>
          <a:ln w="0">
            <a:noFill/>
          </a:ln>
        </p:spPr>
        <p:txBody>
          <a:bodyPr/>
          <a:lstStyle>
            <a:defPPr>
              <a:defRPr sz="1950" b="1">
                <a:solidFill>
                  <a:srgbClr val="008C85"/>
                </a:solidFill>
              </a:defRPr>
            </a:defPPr>
            <a:lvl1pPr>
              <a:defRPr sz="1950" b="1">
                <a:solidFill>
                  <a:srgbClr val="008C85"/>
                </a:solidFill>
              </a:defRPr>
            </a:lvl1pPr>
            <a:lvl2pPr>
              <a:defRPr sz="1950" b="1">
                <a:solidFill>
                  <a:srgbClr val="008C85"/>
                </a:solidFill>
              </a:defRPr>
            </a:lvl2pPr>
            <a:lvl3pPr>
              <a:defRPr sz="1950" b="1">
                <a:solidFill>
                  <a:srgbClr val="008C85"/>
                </a:solidFill>
              </a:defRPr>
            </a:lvl3pPr>
            <a:lvl4pPr>
              <a:defRPr sz="1950" b="1">
                <a:solidFill>
                  <a:srgbClr val="008C85"/>
                </a:solidFill>
              </a:defRPr>
            </a:lvl4pPr>
            <a:lvl5pPr>
              <a:defRPr sz="1950" b="1">
                <a:solidFill>
                  <a:srgbClr val="008C85"/>
                </a:solidFill>
              </a:defRPr>
            </a:lvl5pPr>
            <a:lvl6pPr>
              <a:defRPr sz="1950" b="1">
                <a:solidFill>
                  <a:srgbClr val="008C85"/>
                </a:solidFill>
              </a:defRPr>
            </a:lvl6pPr>
            <a:lvl7pPr>
              <a:defRPr sz="1950" b="1">
                <a:solidFill>
                  <a:srgbClr val="008C85"/>
                </a:solidFill>
              </a:defRPr>
            </a:lvl7pPr>
            <a:lvl8pPr>
              <a:defRPr sz="1950" b="1">
                <a:solidFill>
                  <a:srgbClr val="008C85"/>
                </a:solidFill>
              </a:defRPr>
            </a:lvl8pPr>
            <a:lvl9pPr>
              <a:defRPr sz="1950" b="1">
                <a:solidFill>
                  <a:srgbClr val="008C85"/>
                </a:solidFill>
              </a:defRPr>
            </a:lvl9pPr>
          </a:lstStyle>
          <a:p>
            <a:pPr>
              <a:defRPr sz="1950" b="1">
                <a:solidFill>
                  <a:srgbClr val="008C85"/>
                </a:solidFill>
              </a:defRPr>
            </a:pPr>
            <a:r>
              <a:rPr sz="1950" b="1">
                <a:solidFill>
                  <a:srgbClr val="008C85"/>
                </a:solidFill>
              </a:rPr>
              <a:t>Les moyennes résument des distributions qui peuvent se chevaucher</a:t>
            </a:r>
          </a:p>
        </p:txBody>
      </p:sp>
      <p:sp>
        <p:nvSpPr>
          <p:cNvPr id="12" name="presenter-badge">
            <a:extLst>
              <a:ext uri="{FF2B5EF4-FFF2-40B4-BE49-F238E27FC236}">
                <a16:creationId xmlns:a16="http://schemas.microsoft.com/office/drawing/2014/main" id="{8AADAE6C-A173-F4FD-9FC0-97F93BC6096F}"/>
              </a:ext>
            </a:extLst>
          </p:cNvPr>
          <p:cNvSpPr>
            <a:spLocks noGrp="1"/>
          </p:cNvSpPr>
          <p:nvPr/>
        </p:nvSpPr>
        <p:spPr>
          <a:xfrm>
            <a:off x="9429750" y="6286500"/>
            <a:ext cx="1428750" cy="323850"/>
          </a:xfrm>
          <a:prstGeom prst="roundRect">
            <a:avLst>
              <a:gd name="adj" fmla="val 50000"/>
            </a:avLst>
          </a:prstGeom>
          <a:solidFill>
            <a:srgbClr val="A75517"/>
          </a:solidFill>
          <a:ln w="0">
            <a:noFill/>
          </a:ln>
        </p:spPr>
        <p:txBody>
          <a:bodyPr lIns="0" tIns="0" rIns="0" bIns="0" anchor="ctr"/>
          <a:lstStyle>
            <a:defPPr algn="ctr">
              <a:defRPr sz="1500" b="1">
                <a:solidFill>
                  <a:srgbClr val="FFFFFF"/>
                </a:solidFill>
              </a:defRPr>
            </a:defPPr>
            <a:lvl1pPr algn="ctr">
              <a:defRPr sz="1500" b="1">
                <a:solidFill>
                  <a:srgbClr val="FFFFFF"/>
                </a:solidFill>
              </a:defRPr>
            </a:lvl1pPr>
            <a:lvl2pPr algn="ctr">
              <a:defRPr sz="1500" b="1">
                <a:solidFill>
                  <a:srgbClr val="FFFFFF"/>
                </a:solidFill>
              </a:defRPr>
            </a:lvl2pPr>
            <a:lvl3pPr algn="ctr">
              <a:defRPr sz="1500" b="1">
                <a:solidFill>
                  <a:srgbClr val="FFFFFF"/>
                </a:solidFill>
              </a:defRPr>
            </a:lvl3pPr>
            <a:lvl4pPr algn="ctr">
              <a:defRPr sz="1500" b="1">
                <a:solidFill>
                  <a:srgbClr val="FFFFFF"/>
                </a:solidFill>
              </a:defRPr>
            </a:lvl4pPr>
            <a:lvl5pPr algn="ctr">
              <a:defRPr sz="1500" b="1">
                <a:solidFill>
                  <a:srgbClr val="FFFFFF"/>
                </a:solidFill>
              </a:defRPr>
            </a:lvl5pPr>
            <a:lvl6pPr algn="ctr">
              <a:defRPr sz="1500" b="1">
                <a:solidFill>
                  <a:srgbClr val="FFFFFF"/>
                </a:solidFill>
              </a:defRPr>
            </a:lvl6pPr>
            <a:lvl7pPr algn="ctr">
              <a:defRPr sz="1500" b="1">
                <a:solidFill>
                  <a:srgbClr val="FFFFFF"/>
                </a:solidFill>
              </a:defRPr>
            </a:lvl7pPr>
            <a:lvl8pPr algn="ctr">
              <a:defRPr sz="1500" b="1">
                <a:solidFill>
                  <a:srgbClr val="FFFFFF"/>
                </a:solidFill>
              </a:defRPr>
            </a:lvl8pPr>
            <a:lvl9pPr algn="ctr">
              <a:defRPr sz="1500" b="1">
                <a:solidFill>
                  <a:srgbClr val="FFFFFF"/>
                </a:solidFill>
              </a:defRPr>
            </a:lvl9pPr>
          </a:lstStyle>
          <a:p>
            <a:pPr algn="ctr">
              <a:defRPr sz="1500" b="1">
                <a:solidFill>
                  <a:srgbClr val="FFFFFF"/>
                </a:solidFill>
              </a:defRPr>
            </a:pPr>
            <a:r>
              <a:rPr sz="1500" b="1">
                <a:solidFill>
                  <a:srgbClr val="FFFFFF"/>
                </a:solidFill>
              </a:rPr>
              <a:t>Nathan</a:t>
            </a:r>
          </a:p>
        </p:txBody>
      </p:sp>
    </p:spTree>
    <p:extLst>
      <p:ext uri="{BB962C8B-B14F-4D97-AF65-F5344CB8AC3E}">
        <p14:creationId xmlns:p14="http://schemas.microsoft.com/office/powerpoint/2010/main" val="11761093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AFCFB"/>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ED561E0-2552-42EA-98D9-602B7C9951A7}"/>
              </a:ext>
            </a:extLst>
          </p:cNvPr>
          <p:cNvSpPr>
            <a:spLocks noGrp="1"/>
          </p:cNvSpPr>
          <p:nvPr/>
        </p:nvSpPr>
        <p:spPr>
          <a:xfrm>
            <a:off x="619125" y="457200"/>
            <a:ext cx="10953750" cy="857250"/>
          </a:xfrm>
          <a:prstGeom prst="rect">
            <a:avLst/>
          </a:prstGeom>
          <a:noFill/>
          <a:ln w="0">
            <a:noFill/>
          </a:ln>
        </p:spPr>
        <p:txBody>
          <a:bodyPr/>
          <a:lstStyle>
            <a:defPPr>
              <a:defRPr sz="3225" b="1">
                <a:solidFill>
                  <a:srgbClr val="17363A"/>
                </a:solidFill>
              </a:defRPr>
            </a:defPPr>
            <a:lvl1pPr>
              <a:defRPr sz="3225" b="1">
                <a:solidFill>
                  <a:srgbClr val="17363A"/>
                </a:solidFill>
              </a:defRPr>
            </a:lvl1pPr>
            <a:lvl2pPr>
              <a:defRPr sz="3225" b="1">
                <a:solidFill>
                  <a:srgbClr val="17363A"/>
                </a:solidFill>
              </a:defRPr>
            </a:lvl2pPr>
            <a:lvl3pPr>
              <a:defRPr sz="3225" b="1">
                <a:solidFill>
                  <a:srgbClr val="17363A"/>
                </a:solidFill>
              </a:defRPr>
            </a:lvl3pPr>
            <a:lvl4pPr>
              <a:defRPr sz="3225" b="1">
                <a:solidFill>
                  <a:srgbClr val="17363A"/>
                </a:solidFill>
              </a:defRPr>
            </a:lvl4pPr>
            <a:lvl5pPr>
              <a:defRPr sz="3225" b="1">
                <a:solidFill>
                  <a:srgbClr val="17363A"/>
                </a:solidFill>
              </a:defRPr>
            </a:lvl5pPr>
            <a:lvl6pPr>
              <a:defRPr sz="3225" b="1">
                <a:solidFill>
                  <a:srgbClr val="17363A"/>
                </a:solidFill>
              </a:defRPr>
            </a:lvl6pPr>
            <a:lvl7pPr>
              <a:defRPr sz="3225" b="1">
                <a:solidFill>
                  <a:srgbClr val="17363A"/>
                </a:solidFill>
              </a:defRPr>
            </a:lvl7pPr>
            <a:lvl8pPr>
              <a:defRPr sz="3225" b="1">
                <a:solidFill>
                  <a:srgbClr val="17363A"/>
                </a:solidFill>
              </a:defRPr>
            </a:lvl8pPr>
            <a:lvl9pPr>
              <a:defRPr sz="3225" b="1">
                <a:solidFill>
                  <a:srgbClr val="17363A"/>
                </a:solidFill>
              </a:defRPr>
            </a:lvl9pPr>
          </a:lstStyle>
          <a:p>
            <a:pPr>
              <a:defRPr sz="3225" b="1">
                <a:solidFill>
                  <a:srgbClr val="17363A"/>
                </a:solidFill>
              </a:defRPr>
            </a:pPr>
            <a:r>
              <a:rPr sz="3225" b="1">
                <a:solidFill>
                  <a:srgbClr val="17363A"/>
                </a:solidFill>
              </a:rPr>
              <a:t>Une vue des clusters en deux dimensions</a:t>
            </a:r>
          </a:p>
        </p:txBody>
      </p:sp>
      <p:sp>
        <p:nvSpPr>
          <p:cNvPr id="3" name="Rectangle 2">
            <a:extLst>
              <a:ext uri="{FF2B5EF4-FFF2-40B4-BE49-F238E27FC236}">
                <a16:creationId xmlns:a16="http://schemas.microsoft.com/office/drawing/2014/main" id="{54B8CF76-6721-4DF7-A262-A58C7142AE42}"/>
              </a:ext>
            </a:extLst>
          </p:cNvPr>
          <p:cNvSpPr>
            <a:spLocks noGrp="1"/>
          </p:cNvSpPr>
          <p:nvPr/>
        </p:nvSpPr>
        <p:spPr>
          <a:xfrm>
            <a:off x="628650" y="6362700"/>
            <a:ext cx="8096250" cy="228600"/>
          </a:xfrm>
          <a:prstGeom prst="rect">
            <a:avLst/>
          </a:prstGeom>
          <a:noFill/>
          <a:ln w="0">
            <a:noFill/>
          </a:ln>
        </p:spPr>
        <p:txBody>
          <a:bodyPr/>
          <a:lstStyle>
            <a:defPPr>
              <a:defRPr sz="1275" b="0">
                <a:solidFill>
                  <a:srgbClr val="5A6E71"/>
                </a:solidFill>
              </a:defRPr>
            </a:defPPr>
            <a:lvl1pPr>
              <a:defRPr sz="1275" b="0">
                <a:solidFill>
                  <a:srgbClr val="5A6E71"/>
                </a:solidFill>
              </a:defRPr>
            </a:lvl1pPr>
            <a:lvl2pPr>
              <a:defRPr sz="1275" b="0">
                <a:solidFill>
                  <a:srgbClr val="5A6E71"/>
                </a:solidFill>
              </a:defRPr>
            </a:lvl2pPr>
            <a:lvl3pPr>
              <a:defRPr sz="1275" b="0">
                <a:solidFill>
                  <a:srgbClr val="5A6E71"/>
                </a:solidFill>
              </a:defRPr>
            </a:lvl3pPr>
            <a:lvl4pPr>
              <a:defRPr sz="1275" b="0">
                <a:solidFill>
                  <a:srgbClr val="5A6E71"/>
                </a:solidFill>
              </a:defRPr>
            </a:lvl4pPr>
            <a:lvl5pPr>
              <a:defRPr sz="1275" b="0">
                <a:solidFill>
                  <a:srgbClr val="5A6E71"/>
                </a:solidFill>
              </a:defRPr>
            </a:lvl5pPr>
            <a:lvl6pPr>
              <a:defRPr sz="1275" b="0">
                <a:solidFill>
                  <a:srgbClr val="5A6E71"/>
                </a:solidFill>
              </a:defRPr>
            </a:lvl6pPr>
            <a:lvl7pPr>
              <a:defRPr sz="1275" b="0">
                <a:solidFill>
                  <a:srgbClr val="5A6E71"/>
                </a:solidFill>
              </a:defRPr>
            </a:lvl7pPr>
            <a:lvl8pPr>
              <a:defRPr sz="1275" b="0">
                <a:solidFill>
                  <a:srgbClr val="5A6E71"/>
                </a:solidFill>
              </a:defRPr>
            </a:lvl8pPr>
            <a:lvl9pPr>
              <a:defRPr sz="1275" b="0">
                <a:solidFill>
                  <a:srgbClr val="5A6E71"/>
                </a:solidFill>
              </a:defRPr>
            </a:lvl9pPr>
          </a:lstStyle>
          <a:p>
            <a:pPr>
              <a:defRPr sz="1275" b="0">
                <a:solidFill>
                  <a:srgbClr val="5A6E71"/>
                </a:solidFill>
              </a:defRPr>
            </a:pPr>
            <a:r>
              <a:rPr sz="1275" b="0">
                <a:solidFill>
                  <a:srgbClr val="5A6E71"/>
                </a:solidFill>
              </a:rPr>
              <a:t>03   K-MEANS   /   16 MIN</a:t>
            </a:r>
          </a:p>
        </p:txBody>
      </p:sp>
      <p:sp>
        <p:nvSpPr>
          <p:cNvPr id="4" name="Rectangle 3">
            <a:extLst>
              <a:ext uri="{FF2B5EF4-FFF2-40B4-BE49-F238E27FC236}">
                <a16:creationId xmlns:a16="http://schemas.microsoft.com/office/drawing/2014/main" id="{79734870-0EB0-4305-9651-E79F79029212}"/>
              </a:ext>
            </a:extLst>
          </p:cNvPr>
          <p:cNvSpPr>
            <a:spLocks noGrp="1"/>
          </p:cNvSpPr>
          <p:nvPr/>
        </p:nvSpPr>
        <p:spPr>
          <a:xfrm>
            <a:off x="11029950" y="6362700"/>
            <a:ext cx="571500" cy="228600"/>
          </a:xfrm>
          <a:prstGeom prst="rect">
            <a:avLst/>
          </a:prstGeom>
          <a:noFill/>
          <a:ln w="0">
            <a:noFill/>
          </a:ln>
        </p:spPr>
        <p:txBody>
          <a:bodyPr/>
          <a:lstStyle>
            <a:defPPr>
              <a:defRPr sz="1275" b="0">
                <a:solidFill>
                  <a:srgbClr val="5A6E71"/>
                </a:solidFill>
              </a:defRPr>
            </a:defPPr>
            <a:lvl1pPr>
              <a:defRPr sz="1275" b="0">
                <a:solidFill>
                  <a:srgbClr val="5A6E71"/>
                </a:solidFill>
              </a:defRPr>
            </a:lvl1pPr>
            <a:lvl2pPr>
              <a:defRPr sz="1275" b="0">
                <a:solidFill>
                  <a:srgbClr val="5A6E71"/>
                </a:solidFill>
              </a:defRPr>
            </a:lvl2pPr>
            <a:lvl3pPr>
              <a:defRPr sz="1275" b="0">
                <a:solidFill>
                  <a:srgbClr val="5A6E71"/>
                </a:solidFill>
              </a:defRPr>
            </a:lvl3pPr>
            <a:lvl4pPr>
              <a:defRPr sz="1275" b="0">
                <a:solidFill>
                  <a:srgbClr val="5A6E71"/>
                </a:solidFill>
              </a:defRPr>
            </a:lvl4pPr>
            <a:lvl5pPr>
              <a:defRPr sz="1275" b="0">
                <a:solidFill>
                  <a:srgbClr val="5A6E71"/>
                </a:solidFill>
              </a:defRPr>
            </a:lvl5pPr>
            <a:lvl6pPr>
              <a:defRPr sz="1275" b="0">
                <a:solidFill>
                  <a:srgbClr val="5A6E71"/>
                </a:solidFill>
              </a:defRPr>
            </a:lvl6pPr>
            <a:lvl7pPr>
              <a:defRPr sz="1275" b="0">
                <a:solidFill>
                  <a:srgbClr val="5A6E71"/>
                </a:solidFill>
              </a:defRPr>
            </a:lvl7pPr>
            <a:lvl8pPr>
              <a:defRPr sz="1275" b="0">
                <a:solidFill>
                  <a:srgbClr val="5A6E71"/>
                </a:solidFill>
              </a:defRPr>
            </a:lvl8pPr>
            <a:lvl9pPr>
              <a:defRPr sz="1275" b="0">
                <a:solidFill>
                  <a:srgbClr val="5A6E71"/>
                </a:solidFill>
              </a:defRPr>
            </a:lvl9pPr>
          </a:lstStyle>
          <a:p>
            <a:pPr>
              <a:defRPr sz="1275" b="0">
                <a:solidFill>
                  <a:srgbClr val="5A6E71"/>
                </a:solidFill>
              </a:defRPr>
            </a:pPr>
            <a:r>
              <a:rPr sz="1275" b="0">
                <a:solidFill>
                  <a:srgbClr val="5A6E71"/>
                </a:solidFill>
              </a:rPr>
              <a:t>16</a:t>
            </a:r>
          </a:p>
        </p:txBody>
      </p:sp>
      <p:sp>
        <p:nvSpPr>
          <p:cNvPr id="5" name="Rectangle 4">
            <a:extLst>
              <a:ext uri="{FF2B5EF4-FFF2-40B4-BE49-F238E27FC236}">
                <a16:creationId xmlns:a16="http://schemas.microsoft.com/office/drawing/2014/main" id="{6BADD1A2-9C74-4A12-BFA1-D22EA31485C2}"/>
              </a:ext>
            </a:extLst>
          </p:cNvPr>
          <p:cNvSpPr>
            <a:spLocks noGrp="1"/>
          </p:cNvSpPr>
          <p:nvPr/>
        </p:nvSpPr>
        <p:spPr>
          <a:xfrm>
            <a:off x="647700" y="1438275"/>
            <a:ext cx="10858500" cy="476250"/>
          </a:xfrm>
          <a:prstGeom prst="rect">
            <a:avLst/>
          </a:prstGeom>
          <a:noFill/>
          <a:ln w="0">
            <a:noFill/>
          </a:ln>
        </p:spPr>
        <p:txBody>
          <a:bodyPr/>
          <a:lstStyle>
            <a:defPPr>
              <a:defRPr sz="1800" b="0">
                <a:solidFill>
                  <a:srgbClr val="5A6E71"/>
                </a:solidFill>
              </a:defRPr>
            </a:defPPr>
            <a:lvl1pPr>
              <a:defRPr sz="1800" b="0">
                <a:solidFill>
                  <a:srgbClr val="5A6E71"/>
                </a:solidFill>
              </a:defRPr>
            </a:lvl1pPr>
            <a:lvl2pPr>
              <a:defRPr sz="1800" b="0">
                <a:solidFill>
                  <a:srgbClr val="5A6E71"/>
                </a:solidFill>
              </a:defRPr>
            </a:lvl2pPr>
            <a:lvl3pPr>
              <a:defRPr sz="1800" b="0">
                <a:solidFill>
                  <a:srgbClr val="5A6E71"/>
                </a:solidFill>
              </a:defRPr>
            </a:lvl3pPr>
            <a:lvl4pPr>
              <a:defRPr sz="1800" b="0">
                <a:solidFill>
                  <a:srgbClr val="5A6E71"/>
                </a:solidFill>
              </a:defRPr>
            </a:lvl4pPr>
            <a:lvl5pPr>
              <a:defRPr sz="1800" b="0">
                <a:solidFill>
                  <a:srgbClr val="5A6E71"/>
                </a:solidFill>
              </a:defRPr>
            </a:lvl5pPr>
            <a:lvl6pPr>
              <a:defRPr sz="1800" b="0">
                <a:solidFill>
                  <a:srgbClr val="5A6E71"/>
                </a:solidFill>
              </a:defRPr>
            </a:lvl6pPr>
            <a:lvl7pPr>
              <a:defRPr sz="1800" b="0">
                <a:solidFill>
                  <a:srgbClr val="5A6E71"/>
                </a:solidFill>
              </a:defRPr>
            </a:lvl7pPr>
            <a:lvl8pPr>
              <a:defRPr sz="1800" b="0">
                <a:solidFill>
                  <a:srgbClr val="5A6E71"/>
                </a:solidFill>
              </a:defRPr>
            </a:lvl8pPr>
            <a:lvl9pPr>
              <a:defRPr sz="1800" b="0">
                <a:solidFill>
                  <a:srgbClr val="5A6E71"/>
                </a:solidFill>
              </a:defRPr>
            </a:lvl9pPr>
          </a:lstStyle>
          <a:p>
            <a:pPr>
              <a:defRPr sz="1800" b="0">
                <a:solidFill>
                  <a:srgbClr val="5A6E71"/>
                </a:solidFill>
              </a:defRPr>
            </a:pPr>
            <a:r>
              <a:rPr sz="1800" b="0">
                <a:solidFill>
                  <a:srgbClr val="5A6E71"/>
                </a:solidFill>
              </a:rPr>
              <a:t>ACP : projection synthétique</a:t>
            </a:r>
          </a:p>
        </p:txBody>
      </p:sp>
      <p:sp>
        <p:nvSpPr>
          <p:cNvPr id="6" name="Rectangle 5">
            <a:extLst>
              <a:ext uri="{FF2B5EF4-FFF2-40B4-BE49-F238E27FC236}">
                <a16:creationId xmlns:a16="http://schemas.microsoft.com/office/drawing/2014/main" id="{95EB7826-F24E-4F2B-8A0C-D7E88155C54C}"/>
              </a:ext>
            </a:extLst>
          </p:cNvPr>
          <p:cNvSpPr>
            <a:spLocks noGrp="1"/>
          </p:cNvSpPr>
          <p:nvPr/>
        </p:nvSpPr>
        <p:spPr>
          <a:xfrm>
            <a:off x="7620000" y="1438275"/>
            <a:ext cx="4095750" cy="476250"/>
          </a:xfrm>
          <a:prstGeom prst="rect">
            <a:avLst/>
          </a:prstGeom>
          <a:noFill/>
          <a:ln w="0">
            <a:noFill/>
          </a:ln>
        </p:spPr>
        <p:txBody>
          <a:bodyPr/>
          <a:lstStyle>
            <a:defPPr>
              <a:defRPr sz="1500" b="0">
                <a:solidFill>
                  <a:srgbClr val="5A6E71"/>
                </a:solidFill>
              </a:defRPr>
            </a:defPPr>
            <a:lvl1pPr>
              <a:defRPr sz="1500" b="0">
                <a:solidFill>
                  <a:srgbClr val="5A6E71"/>
                </a:solidFill>
              </a:defRPr>
            </a:lvl1pPr>
            <a:lvl2pPr>
              <a:defRPr sz="1500" b="0">
                <a:solidFill>
                  <a:srgbClr val="5A6E71"/>
                </a:solidFill>
              </a:defRPr>
            </a:lvl2pPr>
            <a:lvl3pPr>
              <a:defRPr sz="1500" b="0">
                <a:solidFill>
                  <a:srgbClr val="5A6E71"/>
                </a:solidFill>
              </a:defRPr>
            </a:lvl3pPr>
            <a:lvl4pPr>
              <a:defRPr sz="1500" b="0">
                <a:solidFill>
                  <a:srgbClr val="5A6E71"/>
                </a:solidFill>
              </a:defRPr>
            </a:lvl4pPr>
            <a:lvl5pPr>
              <a:defRPr sz="1500" b="0">
                <a:solidFill>
                  <a:srgbClr val="5A6E71"/>
                </a:solidFill>
              </a:defRPr>
            </a:lvl5pPr>
            <a:lvl6pPr>
              <a:defRPr sz="1500" b="0">
                <a:solidFill>
                  <a:srgbClr val="5A6E71"/>
                </a:solidFill>
              </a:defRPr>
            </a:lvl6pPr>
            <a:lvl7pPr>
              <a:defRPr sz="1500" b="0">
                <a:solidFill>
                  <a:srgbClr val="5A6E71"/>
                </a:solidFill>
              </a:defRPr>
            </a:lvl7pPr>
            <a:lvl8pPr>
              <a:defRPr sz="1500" b="0">
                <a:solidFill>
                  <a:srgbClr val="5A6E71"/>
                </a:solidFill>
              </a:defRPr>
            </a:lvl8pPr>
            <a:lvl9pPr>
              <a:defRPr sz="1500" b="0">
                <a:solidFill>
                  <a:srgbClr val="5A6E71"/>
                </a:solidFill>
              </a:defRPr>
            </a:lvl9pPr>
          </a:lstStyle>
          <a:p>
            <a:pPr>
              <a:defRPr sz="1500" b="0">
                <a:solidFill>
                  <a:srgbClr val="5A6E71"/>
                </a:solidFill>
              </a:defRPr>
            </a:pPr>
            <a:r>
              <a:rPr sz="1500" b="0">
                <a:solidFill>
                  <a:srgbClr val="5A6E71"/>
                </a:solidFill>
              </a:rPr>
              <a:t>Tirage équilibré : 220 / groupe</a:t>
            </a:r>
          </a:p>
        </p:txBody>
      </p:sp>
      <p:graphicFrame>
        <p:nvGraphicFramePr>
          <p:cNvPr id="7" name="Chart">
            <a:extLst>
              <a:ext uri="{FF2B5EF4-FFF2-40B4-BE49-F238E27FC236}">
                <a16:creationId xmlns:a16="http://schemas.microsoft.com/office/drawing/2014/main" id="{EBF8DFAB-AF34-4BB6-A3AC-6EEFFA972207}"/>
              </a:ext>
            </a:extLst>
          </p:cNvPr>
          <p:cNvGraphicFramePr/>
          <p:nvPr/>
        </p:nvGraphicFramePr>
        <p:xfrm>
          <a:off x="619125" y="1809750"/>
          <a:ext cx="10953750" cy="3714750"/>
        </p:xfrm>
        <a:graphic>
          <a:graphicData uri="http://schemas.openxmlformats.org/drawingml/2006/chart">
            <c:chart xmlns:c="http://schemas.openxmlformats.org/drawingml/2006/chart" xmlns:r="http://schemas.openxmlformats.org/officeDocument/2006/relationships" r:id="rId3"/>
          </a:graphicData>
        </a:graphic>
      </p:graphicFrame>
      <p:sp>
        <p:nvSpPr>
          <p:cNvPr id="8" name="Rectangle 7">
            <a:extLst>
              <a:ext uri="{FF2B5EF4-FFF2-40B4-BE49-F238E27FC236}">
                <a16:creationId xmlns:a16="http://schemas.microsoft.com/office/drawing/2014/main" id="{5626A45B-8322-4086-A75D-3B955DB61C86}"/>
              </a:ext>
            </a:extLst>
          </p:cNvPr>
          <p:cNvSpPr>
            <a:spLocks noGrp="1"/>
          </p:cNvSpPr>
          <p:nvPr/>
        </p:nvSpPr>
        <p:spPr>
          <a:xfrm>
            <a:off x="647700" y="5657850"/>
            <a:ext cx="10858500" cy="552450"/>
          </a:xfrm>
          <a:prstGeom prst="rect">
            <a:avLst/>
          </a:prstGeom>
          <a:noFill/>
          <a:ln w="0">
            <a:noFill/>
          </a:ln>
        </p:spPr>
        <p:txBody>
          <a:bodyPr/>
          <a:lstStyle>
            <a:defPPr>
              <a:defRPr sz="1950" b="1">
                <a:solidFill>
                  <a:srgbClr val="008C85"/>
                </a:solidFill>
              </a:defRPr>
            </a:defPPr>
            <a:lvl1pPr>
              <a:defRPr sz="1950" b="1">
                <a:solidFill>
                  <a:srgbClr val="008C85"/>
                </a:solidFill>
              </a:defRPr>
            </a:lvl1pPr>
            <a:lvl2pPr>
              <a:defRPr sz="1950" b="1">
                <a:solidFill>
                  <a:srgbClr val="008C85"/>
                </a:solidFill>
              </a:defRPr>
            </a:lvl2pPr>
            <a:lvl3pPr>
              <a:defRPr sz="1950" b="1">
                <a:solidFill>
                  <a:srgbClr val="008C85"/>
                </a:solidFill>
              </a:defRPr>
            </a:lvl3pPr>
            <a:lvl4pPr>
              <a:defRPr sz="1950" b="1">
                <a:solidFill>
                  <a:srgbClr val="008C85"/>
                </a:solidFill>
              </a:defRPr>
            </a:lvl4pPr>
            <a:lvl5pPr>
              <a:defRPr sz="1950" b="1">
                <a:solidFill>
                  <a:srgbClr val="008C85"/>
                </a:solidFill>
              </a:defRPr>
            </a:lvl5pPr>
            <a:lvl6pPr>
              <a:defRPr sz="1950" b="1">
                <a:solidFill>
                  <a:srgbClr val="008C85"/>
                </a:solidFill>
              </a:defRPr>
            </a:lvl6pPr>
            <a:lvl7pPr>
              <a:defRPr sz="1950" b="1">
                <a:solidFill>
                  <a:srgbClr val="008C85"/>
                </a:solidFill>
              </a:defRPr>
            </a:lvl7pPr>
            <a:lvl8pPr>
              <a:defRPr sz="1950" b="1">
                <a:solidFill>
                  <a:srgbClr val="008C85"/>
                </a:solidFill>
              </a:defRPr>
            </a:lvl8pPr>
            <a:lvl9pPr>
              <a:defRPr sz="1950" b="1">
                <a:solidFill>
                  <a:srgbClr val="008C85"/>
                </a:solidFill>
              </a:defRPr>
            </a:lvl9pPr>
          </a:lstStyle>
          <a:p>
            <a:pPr>
              <a:defRPr sz="1950" b="1">
                <a:solidFill>
                  <a:srgbClr val="008C85"/>
                </a:solidFill>
              </a:defRPr>
            </a:pPr>
            <a:r>
              <a:rPr sz="1950" b="1">
                <a:solidFill>
                  <a:srgbClr val="008C85"/>
                </a:solidFill>
              </a:rPr>
              <a:t>93,3 % de variance conservée. La projection reste descriptive</a:t>
            </a:r>
          </a:p>
        </p:txBody>
      </p:sp>
      <p:sp>
        <p:nvSpPr>
          <p:cNvPr id="12" name="presenter-badge">
            <a:extLst>
              <a:ext uri="{FF2B5EF4-FFF2-40B4-BE49-F238E27FC236}">
                <a16:creationId xmlns:a16="http://schemas.microsoft.com/office/drawing/2014/main" id="{41A4D8F9-A04A-72C3-70D6-5AB33BBAF027}"/>
              </a:ext>
            </a:extLst>
          </p:cNvPr>
          <p:cNvSpPr>
            <a:spLocks noGrp="1"/>
          </p:cNvSpPr>
          <p:nvPr/>
        </p:nvSpPr>
        <p:spPr>
          <a:xfrm>
            <a:off x="9429750" y="6286500"/>
            <a:ext cx="1428750" cy="323850"/>
          </a:xfrm>
          <a:prstGeom prst="roundRect">
            <a:avLst>
              <a:gd name="adj" fmla="val 50000"/>
            </a:avLst>
          </a:prstGeom>
          <a:solidFill>
            <a:srgbClr val="A75517"/>
          </a:solidFill>
          <a:ln w="0">
            <a:noFill/>
          </a:ln>
        </p:spPr>
        <p:txBody>
          <a:bodyPr lIns="0" tIns="0" rIns="0" bIns="0" anchor="ctr"/>
          <a:lstStyle>
            <a:defPPr algn="ctr">
              <a:defRPr sz="1500" b="1">
                <a:solidFill>
                  <a:srgbClr val="FFFFFF"/>
                </a:solidFill>
              </a:defRPr>
            </a:defPPr>
            <a:lvl1pPr algn="ctr">
              <a:defRPr sz="1500" b="1">
                <a:solidFill>
                  <a:srgbClr val="FFFFFF"/>
                </a:solidFill>
              </a:defRPr>
            </a:lvl1pPr>
            <a:lvl2pPr algn="ctr">
              <a:defRPr sz="1500" b="1">
                <a:solidFill>
                  <a:srgbClr val="FFFFFF"/>
                </a:solidFill>
              </a:defRPr>
            </a:lvl2pPr>
            <a:lvl3pPr algn="ctr">
              <a:defRPr sz="1500" b="1">
                <a:solidFill>
                  <a:srgbClr val="FFFFFF"/>
                </a:solidFill>
              </a:defRPr>
            </a:lvl3pPr>
            <a:lvl4pPr algn="ctr">
              <a:defRPr sz="1500" b="1">
                <a:solidFill>
                  <a:srgbClr val="FFFFFF"/>
                </a:solidFill>
              </a:defRPr>
            </a:lvl4pPr>
            <a:lvl5pPr algn="ctr">
              <a:defRPr sz="1500" b="1">
                <a:solidFill>
                  <a:srgbClr val="FFFFFF"/>
                </a:solidFill>
              </a:defRPr>
            </a:lvl5pPr>
            <a:lvl6pPr algn="ctr">
              <a:defRPr sz="1500" b="1">
                <a:solidFill>
                  <a:srgbClr val="FFFFFF"/>
                </a:solidFill>
              </a:defRPr>
            </a:lvl6pPr>
            <a:lvl7pPr algn="ctr">
              <a:defRPr sz="1500" b="1">
                <a:solidFill>
                  <a:srgbClr val="FFFFFF"/>
                </a:solidFill>
              </a:defRPr>
            </a:lvl7pPr>
            <a:lvl8pPr algn="ctr">
              <a:defRPr sz="1500" b="1">
                <a:solidFill>
                  <a:srgbClr val="FFFFFF"/>
                </a:solidFill>
              </a:defRPr>
            </a:lvl8pPr>
            <a:lvl9pPr algn="ctr">
              <a:defRPr sz="1500" b="1">
                <a:solidFill>
                  <a:srgbClr val="FFFFFF"/>
                </a:solidFill>
              </a:defRPr>
            </a:lvl9pPr>
          </a:lstStyle>
          <a:p>
            <a:pPr algn="ctr">
              <a:defRPr sz="1500" b="1">
                <a:solidFill>
                  <a:srgbClr val="FFFFFF"/>
                </a:solidFill>
              </a:defRPr>
            </a:pPr>
            <a:r>
              <a:rPr sz="1500" b="1">
                <a:solidFill>
                  <a:srgbClr val="FFFFFF"/>
                </a:solidFill>
              </a:rPr>
              <a:t>Nathan</a:t>
            </a:r>
          </a:p>
        </p:txBody>
      </p:sp>
    </p:spTree>
    <p:extLst>
      <p:ext uri="{BB962C8B-B14F-4D97-AF65-F5344CB8AC3E}">
        <p14:creationId xmlns:p14="http://schemas.microsoft.com/office/powerpoint/2010/main" val="138897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AFCFB"/>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8FF211C-9FB4-4C89-AFDF-A0F45E5F1A48}"/>
              </a:ext>
            </a:extLst>
          </p:cNvPr>
          <p:cNvSpPr>
            <a:spLocks noGrp="1"/>
          </p:cNvSpPr>
          <p:nvPr/>
        </p:nvSpPr>
        <p:spPr>
          <a:xfrm>
            <a:off x="619125" y="457200"/>
            <a:ext cx="10953750" cy="857250"/>
          </a:xfrm>
          <a:prstGeom prst="rect">
            <a:avLst/>
          </a:prstGeom>
          <a:noFill/>
          <a:ln w="0">
            <a:noFill/>
          </a:ln>
        </p:spPr>
        <p:txBody>
          <a:bodyPr/>
          <a:lstStyle>
            <a:defPPr>
              <a:defRPr sz="3225" b="1">
                <a:solidFill>
                  <a:srgbClr val="17363A"/>
                </a:solidFill>
              </a:defRPr>
            </a:defPPr>
            <a:lvl1pPr>
              <a:defRPr sz="3225" b="1">
                <a:solidFill>
                  <a:srgbClr val="17363A"/>
                </a:solidFill>
              </a:defRPr>
            </a:lvl1pPr>
            <a:lvl2pPr>
              <a:defRPr sz="3225" b="1">
                <a:solidFill>
                  <a:srgbClr val="17363A"/>
                </a:solidFill>
              </a:defRPr>
            </a:lvl2pPr>
            <a:lvl3pPr>
              <a:defRPr sz="3225" b="1">
                <a:solidFill>
                  <a:srgbClr val="17363A"/>
                </a:solidFill>
              </a:defRPr>
            </a:lvl3pPr>
            <a:lvl4pPr>
              <a:defRPr sz="3225" b="1">
                <a:solidFill>
                  <a:srgbClr val="17363A"/>
                </a:solidFill>
              </a:defRPr>
            </a:lvl4pPr>
            <a:lvl5pPr>
              <a:defRPr sz="3225" b="1">
                <a:solidFill>
                  <a:srgbClr val="17363A"/>
                </a:solidFill>
              </a:defRPr>
            </a:lvl5pPr>
            <a:lvl6pPr>
              <a:defRPr sz="3225" b="1">
                <a:solidFill>
                  <a:srgbClr val="17363A"/>
                </a:solidFill>
              </a:defRPr>
            </a:lvl6pPr>
            <a:lvl7pPr>
              <a:defRPr sz="3225" b="1">
                <a:solidFill>
                  <a:srgbClr val="17363A"/>
                </a:solidFill>
              </a:defRPr>
            </a:lvl7pPr>
            <a:lvl8pPr>
              <a:defRPr sz="3225" b="1">
                <a:solidFill>
                  <a:srgbClr val="17363A"/>
                </a:solidFill>
              </a:defRPr>
            </a:lvl8pPr>
            <a:lvl9pPr>
              <a:defRPr sz="3225" b="1">
                <a:solidFill>
                  <a:srgbClr val="17363A"/>
                </a:solidFill>
              </a:defRPr>
            </a:lvl9pPr>
          </a:lstStyle>
          <a:p>
            <a:pPr>
              <a:defRPr sz="3225" b="1">
                <a:solidFill>
                  <a:srgbClr val="17363A"/>
                </a:solidFill>
              </a:defRPr>
            </a:pPr>
            <a:r>
              <a:rPr sz="3225" b="1">
                <a:solidFill>
                  <a:srgbClr val="17363A"/>
                </a:solidFill>
              </a:rPr>
              <a:t>Les motorisations dans chaque groupe</a:t>
            </a:r>
          </a:p>
        </p:txBody>
      </p:sp>
      <p:sp>
        <p:nvSpPr>
          <p:cNvPr id="3" name="Rectangle 2">
            <a:extLst>
              <a:ext uri="{FF2B5EF4-FFF2-40B4-BE49-F238E27FC236}">
                <a16:creationId xmlns:a16="http://schemas.microsoft.com/office/drawing/2014/main" id="{E914E685-2FC6-44DC-9973-5F419CE85DC6}"/>
              </a:ext>
            </a:extLst>
          </p:cNvPr>
          <p:cNvSpPr>
            <a:spLocks noGrp="1"/>
          </p:cNvSpPr>
          <p:nvPr/>
        </p:nvSpPr>
        <p:spPr>
          <a:xfrm>
            <a:off x="628650" y="6362700"/>
            <a:ext cx="8096250" cy="228600"/>
          </a:xfrm>
          <a:prstGeom prst="rect">
            <a:avLst/>
          </a:prstGeom>
          <a:noFill/>
          <a:ln w="0">
            <a:noFill/>
          </a:ln>
        </p:spPr>
        <p:txBody>
          <a:bodyPr/>
          <a:lstStyle>
            <a:defPPr>
              <a:defRPr sz="1275" b="0">
                <a:solidFill>
                  <a:srgbClr val="5A6E71"/>
                </a:solidFill>
              </a:defRPr>
            </a:defPPr>
            <a:lvl1pPr>
              <a:defRPr sz="1275" b="0">
                <a:solidFill>
                  <a:srgbClr val="5A6E71"/>
                </a:solidFill>
              </a:defRPr>
            </a:lvl1pPr>
            <a:lvl2pPr>
              <a:defRPr sz="1275" b="0">
                <a:solidFill>
                  <a:srgbClr val="5A6E71"/>
                </a:solidFill>
              </a:defRPr>
            </a:lvl2pPr>
            <a:lvl3pPr>
              <a:defRPr sz="1275" b="0">
                <a:solidFill>
                  <a:srgbClr val="5A6E71"/>
                </a:solidFill>
              </a:defRPr>
            </a:lvl3pPr>
            <a:lvl4pPr>
              <a:defRPr sz="1275" b="0">
                <a:solidFill>
                  <a:srgbClr val="5A6E71"/>
                </a:solidFill>
              </a:defRPr>
            </a:lvl4pPr>
            <a:lvl5pPr>
              <a:defRPr sz="1275" b="0">
                <a:solidFill>
                  <a:srgbClr val="5A6E71"/>
                </a:solidFill>
              </a:defRPr>
            </a:lvl5pPr>
            <a:lvl6pPr>
              <a:defRPr sz="1275" b="0">
                <a:solidFill>
                  <a:srgbClr val="5A6E71"/>
                </a:solidFill>
              </a:defRPr>
            </a:lvl6pPr>
            <a:lvl7pPr>
              <a:defRPr sz="1275" b="0">
                <a:solidFill>
                  <a:srgbClr val="5A6E71"/>
                </a:solidFill>
              </a:defRPr>
            </a:lvl7pPr>
            <a:lvl8pPr>
              <a:defRPr sz="1275" b="0">
                <a:solidFill>
                  <a:srgbClr val="5A6E71"/>
                </a:solidFill>
              </a:defRPr>
            </a:lvl8pPr>
            <a:lvl9pPr>
              <a:defRPr sz="1275" b="0">
                <a:solidFill>
                  <a:srgbClr val="5A6E71"/>
                </a:solidFill>
              </a:defRPr>
            </a:lvl9pPr>
          </a:lstStyle>
          <a:p>
            <a:pPr>
              <a:defRPr sz="1275" b="0">
                <a:solidFill>
                  <a:srgbClr val="5A6E71"/>
                </a:solidFill>
              </a:defRPr>
            </a:pPr>
            <a:r>
              <a:rPr sz="1275" b="0">
                <a:solidFill>
                  <a:srgbClr val="5A6E71"/>
                </a:solidFill>
              </a:rPr>
              <a:t>03   K-MEANS   /   16 MIN</a:t>
            </a:r>
          </a:p>
        </p:txBody>
      </p:sp>
      <p:sp>
        <p:nvSpPr>
          <p:cNvPr id="4" name="Rectangle 3">
            <a:extLst>
              <a:ext uri="{FF2B5EF4-FFF2-40B4-BE49-F238E27FC236}">
                <a16:creationId xmlns:a16="http://schemas.microsoft.com/office/drawing/2014/main" id="{51A0EA82-4E1A-4CB4-8FFA-F92E40EC1FEE}"/>
              </a:ext>
            </a:extLst>
          </p:cNvPr>
          <p:cNvSpPr>
            <a:spLocks noGrp="1"/>
          </p:cNvSpPr>
          <p:nvPr/>
        </p:nvSpPr>
        <p:spPr>
          <a:xfrm>
            <a:off x="11029950" y="6362700"/>
            <a:ext cx="571500" cy="228600"/>
          </a:xfrm>
          <a:prstGeom prst="rect">
            <a:avLst/>
          </a:prstGeom>
          <a:noFill/>
          <a:ln w="0">
            <a:noFill/>
          </a:ln>
        </p:spPr>
        <p:txBody>
          <a:bodyPr/>
          <a:lstStyle>
            <a:defPPr>
              <a:defRPr sz="1275" b="0">
                <a:solidFill>
                  <a:srgbClr val="5A6E71"/>
                </a:solidFill>
              </a:defRPr>
            </a:defPPr>
            <a:lvl1pPr>
              <a:defRPr sz="1275" b="0">
                <a:solidFill>
                  <a:srgbClr val="5A6E71"/>
                </a:solidFill>
              </a:defRPr>
            </a:lvl1pPr>
            <a:lvl2pPr>
              <a:defRPr sz="1275" b="0">
                <a:solidFill>
                  <a:srgbClr val="5A6E71"/>
                </a:solidFill>
              </a:defRPr>
            </a:lvl2pPr>
            <a:lvl3pPr>
              <a:defRPr sz="1275" b="0">
                <a:solidFill>
                  <a:srgbClr val="5A6E71"/>
                </a:solidFill>
              </a:defRPr>
            </a:lvl3pPr>
            <a:lvl4pPr>
              <a:defRPr sz="1275" b="0">
                <a:solidFill>
                  <a:srgbClr val="5A6E71"/>
                </a:solidFill>
              </a:defRPr>
            </a:lvl4pPr>
            <a:lvl5pPr>
              <a:defRPr sz="1275" b="0">
                <a:solidFill>
                  <a:srgbClr val="5A6E71"/>
                </a:solidFill>
              </a:defRPr>
            </a:lvl5pPr>
            <a:lvl6pPr>
              <a:defRPr sz="1275" b="0">
                <a:solidFill>
                  <a:srgbClr val="5A6E71"/>
                </a:solidFill>
              </a:defRPr>
            </a:lvl6pPr>
            <a:lvl7pPr>
              <a:defRPr sz="1275" b="0">
                <a:solidFill>
                  <a:srgbClr val="5A6E71"/>
                </a:solidFill>
              </a:defRPr>
            </a:lvl7pPr>
            <a:lvl8pPr>
              <a:defRPr sz="1275" b="0">
                <a:solidFill>
                  <a:srgbClr val="5A6E71"/>
                </a:solidFill>
              </a:defRPr>
            </a:lvl8pPr>
            <a:lvl9pPr>
              <a:defRPr sz="1275" b="0">
                <a:solidFill>
                  <a:srgbClr val="5A6E71"/>
                </a:solidFill>
              </a:defRPr>
            </a:lvl9pPr>
          </a:lstStyle>
          <a:p>
            <a:pPr>
              <a:defRPr sz="1275" b="0">
                <a:solidFill>
                  <a:srgbClr val="5A6E71"/>
                </a:solidFill>
              </a:defRPr>
            </a:pPr>
            <a:r>
              <a:rPr sz="1275" b="0">
                <a:solidFill>
                  <a:srgbClr val="5A6E71"/>
                </a:solidFill>
              </a:rPr>
              <a:t>17</a:t>
            </a:r>
          </a:p>
        </p:txBody>
      </p:sp>
      <p:sp>
        <p:nvSpPr>
          <p:cNvPr id="5" name="Rectangle 4">
            <a:extLst>
              <a:ext uri="{FF2B5EF4-FFF2-40B4-BE49-F238E27FC236}">
                <a16:creationId xmlns:a16="http://schemas.microsoft.com/office/drawing/2014/main" id="{FDD45057-939A-4522-BBBC-55F5324FE724}"/>
              </a:ext>
            </a:extLst>
          </p:cNvPr>
          <p:cNvSpPr>
            <a:spLocks noGrp="1"/>
          </p:cNvSpPr>
          <p:nvPr/>
        </p:nvSpPr>
        <p:spPr>
          <a:xfrm>
            <a:off x="647700" y="1438275"/>
            <a:ext cx="10858500" cy="476250"/>
          </a:xfrm>
          <a:prstGeom prst="rect">
            <a:avLst/>
          </a:prstGeom>
          <a:noFill/>
          <a:ln w="0">
            <a:noFill/>
          </a:ln>
        </p:spPr>
        <p:txBody>
          <a:bodyPr/>
          <a:lstStyle>
            <a:defPPr>
              <a:defRPr sz="1800" b="0">
                <a:solidFill>
                  <a:srgbClr val="5A6E71"/>
                </a:solidFill>
              </a:defRPr>
            </a:defPPr>
            <a:lvl1pPr>
              <a:defRPr sz="1800" b="0">
                <a:solidFill>
                  <a:srgbClr val="5A6E71"/>
                </a:solidFill>
              </a:defRPr>
            </a:lvl1pPr>
            <a:lvl2pPr>
              <a:defRPr sz="1800" b="0">
                <a:solidFill>
                  <a:srgbClr val="5A6E71"/>
                </a:solidFill>
              </a:defRPr>
            </a:lvl2pPr>
            <a:lvl3pPr>
              <a:defRPr sz="1800" b="0">
                <a:solidFill>
                  <a:srgbClr val="5A6E71"/>
                </a:solidFill>
              </a:defRPr>
            </a:lvl3pPr>
            <a:lvl4pPr>
              <a:defRPr sz="1800" b="0">
                <a:solidFill>
                  <a:srgbClr val="5A6E71"/>
                </a:solidFill>
              </a:defRPr>
            </a:lvl4pPr>
            <a:lvl5pPr>
              <a:defRPr sz="1800" b="0">
                <a:solidFill>
                  <a:srgbClr val="5A6E71"/>
                </a:solidFill>
              </a:defRPr>
            </a:lvl5pPr>
            <a:lvl6pPr>
              <a:defRPr sz="1800" b="0">
                <a:solidFill>
                  <a:srgbClr val="5A6E71"/>
                </a:solidFill>
              </a:defRPr>
            </a:lvl6pPr>
            <a:lvl7pPr>
              <a:defRPr sz="1800" b="0">
                <a:solidFill>
                  <a:srgbClr val="5A6E71"/>
                </a:solidFill>
              </a:defRPr>
            </a:lvl7pPr>
            <a:lvl8pPr>
              <a:defRPr sz="1800" b="0">
                <a:solidFill>
                  <a:srgbClr val="5A6E71"/>
                </a:solidFill>
              </a:defRPr>
            </a:lvl8pPr>
            <a:lvl9pPr>
              <a:defRPr sz="1800" b="0">
                <a:solidFill>
                  <a:srgbClr val="5A6E71"/>
                </a:solidFill>
              </a:defRPr>
            </a:lvl9pPr>
          </a:lstStyle>
          <a:p>
            <a:pPr>
              <a:defRPr sz="1800" b="0">
                <a:solidFill>
                  <a:srgbClr val="5A6E71"/>
                </a:solidFill>
              </a:defRPr>
            </a:pPr>
            <a:r>
              <a:rPr sz="1800" b="0">
                <a:solidFill>
                  <a:srgbClr val="5A6E71"/>
                </a:solidFill>
              </a:rPr>
              <a:t>Composition du catalogue au sein de chaque cluster</a:t>
            </a:r>
          </a:p>
        </p:txBody>
      </p:sp>
      <p:graphicFrame>
        <p:nvGraphicFramePr>
          <p:cNvPr id="6" name="Chart">
            <a:extLst>
              <a:ext uri="{FF2B5EF4-FFF2-40B4-BE49-F238E27FC236}">
                <a16:creationId xmlns:a16="http://schemas.microsoft.com/office/drawing/2014/main" id="{F3F6E56F-C30E-4253-8300-4A3497C2846A}"/>
              </a:ext>
            </a:extLst>
          </p:cNvPr>
          <p:cNvGraphicFramePr/>
          <p:nvPr/>
        </p:nvGraphicFramePr>
        <p:xfrm>
          <a:off x="619125" y="1952625"/>
          <a:ext cx="10953750" cy="3476625"/>
        </p:xfrm>
        <a:graphic>
          <a:graphicData uri="http://schemas.openxmlformats.org/drawingml/2006/chart">
            <c:chart xmlns:c="http://schemas.openxmlformats.org/drawingml/2006/chart" xmlns:r="http://schemas.openxmlformats.org/officeDocument/2006/relationships" r:id="rId3"/>
          </a:graphicData>
        </a:graphic>
      </p:graphicFrame>
      <p:sp>
        <p:nvSpPr>
          <p:cNvPr id="7" name="Rectangle 6">
            <a:extLst>
              <a:ext uri="{FF2B5EF4-FFF2-40B4-BE49-F238E27FC236}">
                <a16:creationId xmlns:a16="http://schemas.microsoft.com/office/drawing/2014/main" id="{36388738-8A96-4338-B936-D114FFD9835E}"/>
              </a:ext>
            </a:extLst>
          </p:cNvPr>
          <p:cNvSpPr>
            <a:spLocks noGrp="1"/>
          </p:cNvSpPr>
          <p:nvPr/>
        </p:nvSpPr>
        <p:spPr>
          <a:xfrm>
            <a:off x="647700" y="5657850"/>
            <a:ext cx="10858500" cy="552450"/>
          </a:xfrm>
          <a:prstGeom prst="rect">
            <a:avLst/>
          </a:prstGeom>
          <a:noFill/>
          <a:ln w="0">
            <a:noFill/>
          </a:ln>
        </p:spPr>
        <p:txBody>
          <a:bodyPr/>
          <a:lstStyle>
            <a:defPPr>
              <a:defRPr sz="1950" b="1">
                <a:solidFill>
                  <a:srgbClr val="008C85"/>
                </a:solidFill>
              </a:defRPr>
            </a:defPPr>
            <a:lvl1pPr>
              <a:defRPr sz="1950" b="1">
                <a:solidFill>
                  <a:srgbClr val="008C85"/>
                </a:solidFill>
              </a:defRPr>
            </a:lvl1pPr>
            <a:lvl2pPr>
              <a:defRPr sz="1950" b="1">
                <a:solidFill>
                  <a:srgbClr val="008C85"/>
                </a:solidFill>
              </a:defRPr>
            </a:lvl2pPr>
            <a:lvl3pPr>
              <a:defRPr sz="1950" b="1">
                <a:solidFill>
                  <a:srgbClr val="008C85"/>
                </a:solidFill>
              </a:defRPr>
            </a:lvl3pPr>
            <a:lvl4pPr>
              <a:defRPr sz="1950" b="1">
                <a:solidFill>
                  <a:srgbClr val="008C85"/>
                </a:solidFill>
              </a:defRPr>
            </a:lvl4pPr>
            <a:lvl5pPr>
              <a:defRPr sz="1950" b="1">
                <a:solidFill>
                  <a:srgbClr val="008C85"/>
                </a:solidFill>
              </a:defRPr>
            </a:lvl5pPr>
            <a:lvl6pPr>
              <a:defRPr sz="1950" b="1">
                <a:solidFill>
                  <a:srgbClr val="008C85"/>
                </a:solidFill>
              </a:defRPr>
            </a:lvl6pPr>
            <a:lvl7pPr>
              <a:defRPr sz="1950" b="1">
                <a:solidFill>
                  <a:srgbClr val="008C85"/>
                </a:solidFill>
              </a:defRPr>
            </a:lvl7pPr>
            <a:lvl8pPr>
              <a:defRPr sz="1950" b="1">
                <a:solidFill>
                  <a:srgbClr val="008C85"/>
                </a:solidFill>
              </a:defRPr>
            </a:lvl8pPr>
            <a:lvl9pPr>
              <a:defRPr sz="1950" b="1">
                <a:solidFill>
                  <a:srgbClr val="008C85"/>
                </a:solidFill>
              </a:defRPr>
            </a:lvl9pPr>
          </a:lstStyle>
          <a:p>
            <a:pPr>
              <a:defRPr sz="1950" b="1">
                <a:solidFill>
                  <a:srgbClr val="008C85"/>
                </a:solidFill>
              </a:defRPr>
            </a:pPr>
            <a:r>
              <a:rPr sz="1950" b="1">
                <a:solidFill>
                  <a:srgbClr val="008C85"/>
                </a:solidFill>
              </a:rPr>
              <a:t>Les catégories décrivent les groupes après leur construction</a:t>
            </a:r>
          </a:p>
        </p:txBody>
      </p:sp>
      <p:sp>
        <p:nvSpPr>
          <p:cNvPr id="8" name="presenter-badge">
            <a:extLst>
              <a:ext uri="{FF2B5EF4-FFF2-40B4-BE49-F238E27FC236}">
                <a16:creationId xmlns:a16="http://schemas.microsoft.com/office/drawing/2014/main" id="{30C66C03-CEA6-4B04-87F4-8364898B700A}"/>
              </a:ext>
            </a:extLst>
          </p:cNvPr>
          <p:cNvSpPr>
            <a:spLocks noGrp="1"/>
          </p:cNvSpPr>
          <p:nvPr/>
        </p:nvSpPr>
        <p:spPr>
          <a:xfrm>
            <a:off x="9429750" y="6286500"/>
            <a:ext cx="1428750" cy="323850"/>
          </a:xfrm>
          <a:prstGeom prst="roundRect">
            <a:avLst>
              <a:gd name="adj" fmla="val 50000"/>
            </a:avLst>
          </a:prstGeom>
          <a:solidFill>
            <a:srgbClr val="A75517"/>
          </a:solidFill>
          <a:ln w="0">
            <a:noFill/>
          </a:ln>
        </p:spPr>
        <p:txBody>
          <a:bodyPr lIns="0" tIns="0" rIns="0" bIns="0" anchor="ctr"/>
          <a:lstStyle>
            <a:defPPr algn="ctr">
              <a:defRPr sz="1500" b="1">
                <a:solidFill>
                  <a:srgbClr val="FFFFFF"/>
                </a:solidFill>
              </a:defRPr>
            </a:defPPr>
            <a:lvl1pPr algn="ctr">
              <a:defRPr sz="1500" b="1">
                <a:solidFill>
                  <a:srgbClr val="FFFFFF"/>
                </a:solidFill>
              </a:defRPr>
            </a:lvl1pPr>
            <a:lvl2pPr algn="ctr">
              <a:defRPr sz="1500" b="1">
                <a:solidFill>
                  <a:srgbClr val="FFFFFF"/>
                </a:solidFill>
              </a:defRPr>
            </a:lvl2pPr>
            <a:lvl3pPr algn="ctr">
              <a:defRPr sz="1500" b="1">
                <a:solidFill>
                  <a:srgbClr val="FFFFFF"/>
                </a:solidFill>
              </a:defRPr>
            </a:lvl3pPr>
            <a:lvl4pPr algn="ctr">
              <a:defRPr sz="1500" b="1">
                <a:solidFill>
                  <a:srgbClr val="FFFFFF"/>
                </a:solidFill>
              </a:defRPr>
            </a:lvl4pPr>
            <a:lvl5pPr algn="ctr">
              <a:defRPr sz="1500" b="1">
                <a:solidFill>
                  <a:srgbClr val="FFFFFF"/>
                </a:solidFill>
              </a:defRPr>
            </a:lvl5pPr>
            <a:lvl6pPr algn="ctr">
              <a:defRPr sz="1500" b="1">
                <a:solidFill>
                  <a:srgbClr val="FFFFFF"/>
                </a:solidFill>
              </a:defRPr>
            </a:lvl6pPr>
            <a:lvl7pPr algn="ctr">
              <a:defRPr sz="1500" b="1">
                <a:solidFill>
                  <a:srgbClr val="FFFFFF"/>
                </a:solidFill>
              </a:defRPr>
            </a:lvl7pPr>
            <a:lvl8pPr algn="ctr">
              <a:defRPr sz="1500" b="1">
                <a:solidFill>
                  <a:srgbClr val="FFFFFF"/>
                </a:solidFill>
              </a:defRPr>
            </a:lvl8pPr>
            <a:lvl9pPr algn="ctr">
              <a:defRPr sz="1500" b="1">
                <a:solidFill>
                  <a:srgbClr val="FFFFFF"/>
                </a:solidFill>
              </a:defRPr>
            </a:lvl9pPr>
          </a:lstStyle>
          <a:p>
            <a:pPr algn="ctr">
              <a:defRPr sz="1500" b="1">
                <a:solidFill>
                  <a:srgbClr val="FFFFFF"/>
                </a:solidFill>
              </a:defRPr>
            </a:pPr>
            <a:r>
              <a:rPr sz="1500" b="1">
                <a:solidFill>
                  <a:srgbClr val="FFFFFF"/>
                </a:solidFill>
              </a:rPr>
              <a:t>Nathan</a:t>
            </a:r>
          </a:p>
        </p:txBody>
      </p:sp>
    </p:spTree>
    <p:extLst>
      <p:ext uri="{BB962C8B-B14F-4D97-AF65-F5344CB8AC3E}">
        <p14:creationId xmlns:p14="http://schemas.microsoft.com/office/powerpoint/2010/main" val="17134336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AFCFB"/>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4F94771-ED57-472D-94E3-87D28B07CC73}"/>
              </a:ext>
            </a:extLst>
          </p:cNvPr>
          <p:cNvSpPr>
            <a:spLocks noGrp="1"/>
          </p:cNvSpPr>
          <p:nvPr/>
        </p:nvSpPr>
        <p:spPr>
          <a:xfrm>
            <a:off x="619125" y="457200"/>
            <a:ext cx="10953750" cy="857250"/>
          </a:xfrm>
          <a:prstGeom prst="rect">
            <a:avLst/>
          </a:prstGeom>
          <a:noFill/>
          <a:ln w="0">
            <a:noFill/>
          </a:ln>
        </p:spPr>
        <p:txBody>
          <a:bodyPr/>
          <a:lstStyle>
            <a:defPPr>
              <a:defRPr sz="3225" b="1">
                <a:solidFill>
                  <a:srgbClr val="17363A"/>
                </a:solidFill>
              </a:defRPr>
            </a:defPPr>
            <a:lvl1pPr>
              <a:defRPr sz="3225" b="1">
                <a:solidFill>
                  <a:srgbClr val="17363A"/>
                </a:solidFill>
              </a:defRPr>
            </a:lvl1pPr>
            <a:lvl2pPr>
              <a:defRPr sz="3225" b="1">
                <a:solidFill>
                  <a:srgbClr val="17363A"/>
                </a:solidFill>
              </a:defRPr>
            </a:lvl2pPr>
            <a:lvl3pPr>
              <a:defRPr sz="3225" b="1">
                <a:solidFill>
                  <a:srgbClr val="17363A"/>
                </a:solidFill>
              </a:defRPr>
            </a:lvl3pPr>
            <a:lvl4pPr>
              <a:defRPr sz="3225" b="1">
                <a:solidFill>
                  <a:srgbClr val="17363A"/>
                </a:solidFill>
              </a:defRPr>
            </a:lvl4pPr>
            <a:lvl5pPr>
              <a:defRPr sz="3225" b="1">
                <a:solidFill>
                  <a:srgbClr val="17363A"/>
                </a:solidFill>
              </a:defRPr>
            </a:lvl5pPr>
            <a:lvl6pPr>
              <a:defRPr sz="3225" b="1">
                <a:solidFill>
                  <a:srgbClr val="17363A"/>
                </a:solidFill>
              </a:defRPr>
            </a:lvl6pPr>
            <a:lvl7pPr>
              <a:defRPr sz="3225" b="1">
                <a:solidFill>
                  <a:srgbClr val="17363A"/>
                </a:solidFill>
              </a:defRPr>
            </a:lvl7pPr>
            <a:lvl8pPr>
              <a:defRPr sz="3225" b="1">
                <a:solidFill>
                  <a:srgbClr val="17363A"/>
                </a:solidFill>
              </a:defRPr>
            </a:lvl8pPr>
            <a:lvl9pPr>
              <a:defRPr sz="3225" b="1">
                <a:solidFill>
                  <a:srgbClr val="17363A"/>
                </a:solidFill>
              </a:defRPr>
            </a:lvl9pPr>
          </a:lstStyle>
          <a:p>
            <a:pPr>
              <a:defRPr sz="3225" b="1">
                <a:solidFill>
                  <a:srgbClr val="17363A"/>
                </a:solidFill>
              </a:defRPr>
            </a:pPr>
            <a:r>
              <a:rPr sz="3225" b="1">
                <a:solidFill>
                  <a:srgbClr val="17363A"/>
                </a:solidFill>
              </a:rPr>
              <a:t>La stabilité selon l’initialisation</a:t>
            </a:r>
          </a:p>
        </p:txBody>
      </p:sp>
      <p:sp>
        <p:nvSpPr>
          <p:cNvPr id="3" name="Rectangle 2">
            <a:extLst>
              <a:ext uri="{FF2B5EF4-FFF2-40B4-BE49-F238E27FC236}">
                <a16:creationId xmlns:a16="http://schemas.microsoft.com/office/drawing/2014/main" id="{88E85C36-DC8F-4587-B419-F1488F2B33C3}"/>
              </a:ext>
            </a:extLst>
          </p:cNvPr>
          <p:cNvSpPr>
            <a:spLocks noGrp="1"/>
          </p:cNvSpPr>
          <p:nvPr/>
        </p:nvSpPr>
        <p:spPr>
          <a:xfrm>
            <a:off x="628650" y="6362700"/>
            <a:ext cx="8096250" cy="228600"/>
          </a:xfrm>
          <a:prstGeom prst="rect">
            <a:avLst/>
          </a:prstGeom>
          <a:noFill/>
          <a:ln w="0">
            <a:noFill/>
          </a:ln>
        </p:spPr>
        <p:txBody>
          <a:bodyPr/>
          <a:lstStyle>
            <a:defPPr>
              <a:defRPr sz="1275" b="0">
                <a:solidFill>
                  <a:srgbClr val="5A6E71"/>
                </a:solidFill>
              </a:defRPr>
            </a:defPPr>
            <a:lvl1pPr>
              <a:defRPr sz="1275" b="0">
                <a:solidFill>
                  <a:srgbClr val="5A6E71"/>
                </a:solidFill>
              </a:defRPr>
            </a:lvl1pPr>
            <a:lvl2pPr>
              <a:defRPr sz="1275" b="0">
                <a:solidFill>
                  <a:srgbClr val="5A6E71"/>
                </a:solidFill>
              </a:defRPr>
            </a:lvl2pPr>
            <a:lvl3pPr>
              <a:defRPr sz="1275" b="0">
                <a:solidFill>
                  <a:srgbClr val="5A6E71"/>
                </a:solidFill>
              </a:defRPr>
            </a:lvl3pPr>
            <a:lvl4pPr>
              <a:defRPr sz="1275" b="0">
                <a:solidFill>
                  <a:srgbClr val="5A6E71"/>
                </a:solidFill>
              </a:defRPr>
            </a:lvl4pPr>
            <a:lvl5pPr>
              <a:defRPr sz="1275" b="0">
                <a:solidFill>
                  <a:srgbClr val="5A6E71"/>
                </a:solidFill>
              </a:defRPr>
            </a:lvl5pPr>
            <a:lvl6pPr>
              <a:defRPr sz="1275" b="0">
                <a:solidFill>
                  <a:srgbClr val="5A6E71"/>
                </a:solidFill>
              </a:defRPr>
            </a:lvl6pPr>
            <a:lvl7pPr>
              <a:defRPr sz="1275" b="0">
                <a:solidFill>
                  <a:srgbClr val="5A6E71"/>
                </a:solidFill>
              </a:defRPr>
            </a:lvl7pPr>
            <a:lvl8pPr>
              <a:defRPr sz="1275" b="0">
                <a:solidFill>
                  <a:srgbClr val="5A6E71"/>
                </a:solidFill>
              </a:defRPr>
            </a:lvl8pPr>
            <a:lvl9pPr>
              <a:defRPr sz="1275" b="0">
                <a:solidFill>
                  <a:srgbClr val="5A6E71"/>
                </a:solidFill>
              </a:defRPr>
            </a:lvl9pPr>
          </a:lstStyle>
          <a:p>
            <a:pPr>
              <a:defRPr sz="1275" b="0">
                <a:solidFill>
                  <a:srgbClr val="5A6E71"/>
                </a:solidFill>
              </a:defRPr>
            </a:pPr>
            <a:r>
              <a:rPr sz="1275" b="0">
                <a:solidFill>
                  <a:srgbClr val="5A6E71"/>
                </a:solidFill>
              </a:rPr>
              <a:t>03   K-MEANS   /   16 MIN</a:t>
            </a:r>
          </a:p>
        </p:txBody>
      </p:sp>
      <p:sp>
        <p:nvSpPr>
          <p:cNvPr id="4" name="Rectangle 3">
            <a:extLst>
              <a:ext uri="{FF2B5EF4-FFF2-40B4-BE49-F238E27FC236}">
                <a16:creationId xmlns:a16="http://schemas.microsoft.com/office/drawing/2014/main" id="{64290EB7-08E6-493E-BB54-19B09A6B1EA0}"/>
              </a:ext>
            </a:extLst>
          </p:cNvPr>
          <p:cNvSpPr>
            <a:spLocks noGrp="1"/>
          </p:cNvSpPr>
          <p:nvPr/>
        </p:nvSpPr>
        <p:spPr>
          <a:xfrm>
            <a:off x="11029950" y="6362700"/>
            <a:ext cx="571500" cy="228600"/>
          </a:xfrm>
          <a:prstGeom prst="rect">
            <a:avLst/>
          </a:prstGeom>
          <a:noFill/>
          <a:ln w="0">
            <a:noFill/>
          </a:ln>
        </p:spPr>
        <p:txBody>
          <a:bodyPr/>
          <a:lstStyle>
            <a:defPPr>
              <a:defRPr sz="1275" b="0">
                <a:solidFill>
                  <a:srgbClr val="5A6E71"/>
                </a:solidFill>
              </a:defRPr>
            </a:defPPr>
            <a:lvl1pPr>
              <a:defRPr sz="1275" b="0">
                <a:solidFill>
                  <a:srgbClr val="5A6E71"/>
                </a:solidFill>
              </a:defRPr>
            </a:lvl1pPr>
            <a:lvl2pPr>
              <a:defRPr sz="1275" b="0">
                <a:solidFill>
                  <a:srgbClr val="5A6E71"/>
                </a:solidFill>
              </a:defRPr>
            </a:lvl2pPr>
            <a:lvl3pPr>
              <a:defRPr sz="1275" b="0">
                <a:solidFill>
                  <a:srgbClr val="5A6E71"/>
                </a:solidFill>
              </a:defRPr>
            </a:lvl3pPr>
            <a:lvl4pPr>
              <a:defRPr sz="1275" b="0">
                <a:solidFill>
                  <a:srgbClr val="5A6E71"/>
                </a:solidFill>
              </a:defRPr>
            </a:lvl4pPr>
            <a:lvl5pPr>
              <a:defRPr sz="1275" b="0">
                <a:solidFill>
                  <a:srgbClr val="5A6E71"/>
                </a:solidFill>
              </a:defRPr>
            </a:lvl5pPr>
            <a:lvl6pPr>
              <a:defRPr sz="1275" b="0">
                <a:solidFill>
                  <a:srgbClr val="5A6E71"/>
                </a:solidFill>
              </a:defRPr>
            </a:lvl6pPr>
            <a:lvl7pPr>
              <a:defRPr sz="1275" b="0">
                <a:solidFill>
                  <a:srgbClr val="5A6E71"/>
                </a:solidFill>
              </a:defRPr>
            </a:lvl7pPr>
            <a:lvl8pPr>
              <a:defRPr sz="1275" b="0">
                <a:solidFill>
                  <a:srgbClr val="5A6E71"/>
                </a:solidFill>
              </a:defRPr>
            </a:lvl8pPr>
            <a:lvl9pPr>
              <a:defRPr sz="1275" b="0">
                <a:solidFill>
                  <a:srgbClr val="5A6E71"/>
                </a:solidFill>
              </a:defRPr>
            </a:lvl9pPr>
          </a:lstStyle>
          <a:p>
            <a:pPr>
              <a:defRPr sz="1275" b="0">
                <a:solidFill>
                  <a:srgbClr val="5A6E71"/>
                </a:solidFill>
              </a:defRPr>
            </a:pPr>
            <a:r>
              <a:rPr sz="1275" b="0">
                <a:solidFill>
                  <a:srgbClr val="5A6E71"/>
                </a:solidFill>
              </a:rPr>
              <a:t>18</a:t>
            </a:r>
          </a:p>
        </p:txBody>
      </p:sp>
      <p:sp>
        <p:nvSpPr>
          <p:cNvPr id="5" name="Rectangle 4">
            <a:extLst>
              <a:ext uri="{FF2B5EF4-FFF2-40B4-BE49-F238E27FC236}">
                <a16:creationId xmlns:a16="http://schemas.microsoft.com/office/drawing/2014/main" id="{D894D21C-9634-4A97-9D54-2B9DD849A294}"/>
              </a:ext>
            </a:extLst>
          </p:cNvPr>
          <p:cNvSpPr>
            <a:spLocks noGrp="1"/>
          </p:cNvSpPr>
          <p:nvPr/>
        </p:nvSpPr>
        <p:spPr>
          <a:xfrm>
            <a:off x="647700" y="1438275"/>
            <a:ext cx="10858500" cy="476250"/>
          </a:xfrm>
          <a:prstGeom prst="rect">
            <a:avLst/>
          </a:prstGeom>
          <a:noFill/>
          <a:ln w="0">
            <a:noFill/>
          </a:ln>
        </p:spPr>
        <p:txBody>
          <a:bodyPr/>
          <a:lstStyle>
            <a:defPPr>
              <a:defRPr sz="1800" b="0">
                <a:solidFill>
                  <a:srgbClr val="5A6E71"/>
                </a:solidFill>
              </a:defRPr>
            </a:defPPr>
            <a:lvl1pPr>
              <a:defRPr sz="1800" b="0">
                <a:solidFill>
                  <a:srgbClr val="5A6E71"/>
                </a:solidFill>
              </a:defRPr>
            </a:lvl1pPr>
            <a:lvl2pPr>
              <a:defRPr sz="1800" b="0">
                <a:solidFill>
                  <a:srgbClr val="5A6E71"/>
                </a:solidFill>
              </a:defRPr>
            </a:lvl2pPr>
            <a:lvl3pPr>
              <a:defRPr sz="1800" b="0">
                <a:solidFill>
                  <a:srgbClr val="5A6E71"/>
                </a:solidFill>
              </a:defRPr>
            </a:lvl3pPr>
            <a:lvl4pPr>
              <a:defRPr sz="1800" b="0">
                <a:solidFill>
                  <a:srgbClr val="5A6E71"/>
                </a:solidFill>
              </a:defRPr>
            </a:lvl4pPr>
            <a:lvl5pPr>
              <a:defRPr sz="1800" b="0">
                <a:solidFill>
                  <a:srgbClr val="5A6E71"/>
                </a:solidFill>
              </a:defRPr>
            </a:lvl5pPr>
            <a:lvl6pPr>
              <a:defRPr sz="1800" b="0">
                <a:solidFill>
                  <a:srgbClr val="5A6E71"/>
                </a:solidFill>
              </a:defRPr>
            </a:lvl6pPr>
            <a:lvl7pPr>
              <a:defRPr sz="1800" b="0">
                <a:solidFill>
                  <a:srgbClr val="5A6E71"/>
                </a:solidFill>
              </a:defRPr>
            </a:lvl7pPr>
            <a:lvl8pPr>
              <a:defRPr sz="1800" b="0">
                <a:solidFill>
                  <a:srgbClr val="5A6E71"/>
                </a:solidFill>
              </a:defRPr>
            </a:lvl8pPr>
            <a:lvl9pPr>
              <a:defRPr sz="1800" b="0">
                <a:solidFill>
                  <a:srgbClr val="5A6E71"/>
                </a:solidFill>
              </a:defRPr>
            </a:lvl9pPr>
          </a:lstStyle>
          <a:p>
            <a:pPr>
              <a:defRPr sz="1800" b="0">
                <a:solidFill>
                  <a:srgbClr val="5A6E71"/>
                </a:solidFill>
              </a:defRPr>
            </a:pPr>
            <a:r>
              <a:rPr sz="1800" b="0">
                <a:solidFill>
                  <a:srgbClr val="5A6E71"/>
                </a:solidFill>
              </a:rPr>
              <a:t>ARI : accord corrigé du hasard</a:t>
            </a:r>
          </a:p>
        </p:txBody>
      </p:sp>
      <p:graphicFrame>
        <p:nvGraphicFramePr>
          <p:cNvPr id="6" name="Chart">
            <a:extLst>
              <a:ext uri="{FF2B5EF4-FFF2-40B4-BE49-F238E27FC236}">
                <a16:creationId xmlns:a16="http://schemas.microsoft.com/office/drawing/2014/main" id="{DF5ACBE6-4E1E-4E72-8B9D-82ED859EAEF2}"/>
              </a:ext>
            </a:extLst>
          </p:cNvPr>
          <p:cNvGraphicFramePr/>
          <p:nvPr/>
        </p:nvGraphicFramePr>
        <p:xfrm>
          <a:off x="619125" y="1905000"/>
          <a:ext cx="10953750" cy="3476625"/>
        </p:xfrm>
        <a:graphic>
          <a:graphicData uri="http://schemas.openxmlformats.org/drawingml/2006/chart">
            <c:chart xmlns:c="http://schemas.openxmlformats.org/drawingml/2006/chart" xmlns:r="http://schemas.openxmlformats.org/officeDocument/2006/relationships" r:id="rId3"/>
          </a:graphicData>
        </a:graphic>
      </p:graphicFrame>
      <p:sp>
        <p:nvSpPr>
          <p:cNvPr id="7" name="Rectangle 6">
            <a:extLst>
              <a:ext uri="{FF2B5EF4-FFF2-40B4-BE49-F238E27FC236}">
                <a16:creationId xmlns:a16="http://schemas.microsoft.com/office/drawing/2014/main" id="{ABC9019F-791E-493A-AD3D-2CFCDDF660C9}"/>
              </a:ext>
            </a:extLst>
          </p:cNvPr>
          <p:cNvSpPr>
            <a:spLocks noGrp="1"/>
          </p:cNvSpPr>
          <p:nvPr/>
        </p:nvSpPr>
        <p:spPr>
          <a:xfrm>
            <a:off x="647700" y="5657850"/>
            <a:ext cx="10858500" cy="552450"/>
          </a:xfrm>
          <a:prstGeom prst="rect">
            <a:avLst/>
          </a:prstGeom>
          <a:noFill/>
          <a:ln w="0">
            <a:noFill/>
          </a:ln>
        </p:spPr>
        <p:txBody>
          <a:bodyPr/>
          <a:lstStyle>
            <a:defPPr>
              <a:defRPr sz="1950" b="1">
                <a:solidFill>
                  <a:srgbClr val="008C85"/>
                </a:solidFill>
              </a:defRPr>
            </a:defPPr>
            <a:lvl1pPr>
              <a:defRPr sz="1950" b="1">
                <a:solidFill>
                  <a:srgbClr val="008C85"/>
                </a:solidFill>
              </a:defRPr>
            </a:lvl1pPr>
            <a:lvl2pPr>
              <a:defRPr sz="1950" b="1">
                <a:solidFill>
                  <a:srgbClr val="008C85"/>
                </a:solidFill>
              </a:defRPr>
            </a:lvl2pPr>
            <a:lvl3pPr>
              <a:defRPr sz="1950" b="1">
                <a:solidFill>
                  <a:srgbClr val="008C85"/>
                </a:solidFill>
              </a:defRPr>
            </a:lvl3pPr>
            <a:lvl4pPr>
              <a:defRPr sz="1950" b="1">
                <a:solidFill>
                  <a:srgbClr val="008C85"/>
                </a:solidFill>
              </a:defRPr>
            </a:lvl4pPr>
            <a:lvl5pPr>
              <a:defRPr sz="1950" b="1">
                <a:solidFill>
                  <a:srgbClr val="008C85"/>
                </a:solidFill>
              </a:defRPr>
            </a:lvl5pPr>
            <a:lvl6pPr>
              <a:defRPr sz="1950" b="1">
                <a:solidFill>
                  <a:srgbClr val="008C85"/>
                </a:solidFill>
              </a:defRPr>
            </a:lvl6pPr>
            <a:lvl7pPr>
              <a:defRPr sz="1950" b="1">
                <a:solidFill>
                  <a:srgbClr val="008C85"/>
                </a:solidFill>
              </a:defRPr>
            </a:lvl7pPr>
            <a:lvl8pPr>
              <a:defRPr sz="1950" b="1">
                <a:solidFill>
                  <a:srgbClr val="008C85"/>
                </a:solidFill>
              </a:defRPr>
            </a:lvl8pPr>
            <a:lvl9pPr>
              <a:defRPr sz="1950" b="1">
                <a:solidFill>
                  <a:srgbClr val="008C85"/>
                </a:solidFill>
              </a:defRPr>
            </a:lvl9pPr>
          </a:lstStyle>
          <a:p>
            <a:pPr>
              <a:defRPr sz="1950" b="1">
                <a:solidFill>
                  <a:srgbClr val="008C85"/>
                </a:solidFill>
              </a:defRPr>
            </a:pPr>
            <a:r>
              <a:rPr sz="1950" b="1">
                <a:solidFill>
                  <a:srgbClr val="008C85"/>
                </a:solidFill>
              </a:rPr>
              <a:t>ARI ≥ 0,9948 sur ces essais. La population reste déterminante</a:t>
            </a:r>
          </a:p>
        </p:txBody>
      </p:sp>
      <p:sp>
        <p:nvSpPr>
          <p:cNvPr id="8" name="presenter-badge">
            <a:extLst>
              <a:ext uri="{FF2B5EF4-FFF2-40B4-BE49-F238E27FC236}">
                <a16:creationId xmlns:a16="http://schemas.microsoft.com/office/drawing/2014/main" id="{77E3A8DD-5A14-4339-8C7D-8ED2AAF797AD}"/>
              </a:ext>
            </a:extLst>
          </p:cNvPr>
          <p:cNvSpPr>
            <a:spLocks noGrp="1"/>
          </p:cNvSpPr>
          <p:nvPr/>
        </p:nvSpPr>
        <p:spPr>
          <a:xfrm>
            <a:off x="9429750" y="6286500"/>
            <a:ext cx="1428750" cy="323850"/>
          </a:xfrm>
          <a:prstGeom prst="roundRect">
            <a:avLst>
              <a:gd name="adj" fmla="val 50000"/>
            </a:avLst>
          </a:prstGeom>
          <a:solidFill>
            <a:srgbClr val="A75517"/>
          </a:solidFill>
          <a:ln w="0">
            <a:noFill/>
          </a:ln>
        </p:spPr>
        <p:txBody>
          <a:bodyPr lIns="0" tIns="0" rIns="0" bIns="0" anchor="ctr"/>
          <a:lstStyle>
            <a:defPPr algn="ctr">
              <a:defRPr sz="1500" b="1">
                <a:solidFill>
                  <a:srgbClr val="FFFFFF"/>
                </a:solidFill>
              </a:defRPr>
            </a:defPPr>
            <a:lvl1pPr algn="ctr">
              <a:defRPr sz="1500" b="1">
                <a:solidFill>
                  <a:srgbClr val="FFFFFF"/>
                </a:solidFill>
              </a:defRPr>
            </a:lvl1pPr>
            <a:lvl2pPr algn="ctr">
              <a:defRPr sz="1500" b="1">
                <a:solidFill>
                  <a:srgbClr val="FFFFFF"/>
                </a:solidFill>
              </a:defRPr>
            </a:lvl2pPr>
            <a:lvl3pPr algn="ctr">
              <a:defRPr sz="1500" b="1">
                <a:solidFill>
                  <a:srgbClr val="FFFFFF"/>
                </a:solidFill>
              </a:defRPr>
            </a:lvl3pPr>
            <a:lvl4pPr algn="ctr">
              <a:defRPr sz="1500" b="1">
                <a:solidFill>
                  <a:srgbClr val="FFFFFF"/>
                </a:solidFill>
              </a:defRPr>
            </a:lvl4pPr>
            <a:lvl5pPr algn="ctr">
              <a:defRPr sz="1500" b="1">
                <a:solidFill>
                  <a:srgbClr val="FFFFFF"/>
                </a:solidFill>
              </a:defRPr>
            </a:lvl5pPr>
            <a:lvl6pPr algn="ctr">
              <a:defRPr sz="1500" b="1">
                <a:solidFill>
                  <a:srgbClr val="FFFFFF"/>
                </a:solidFill>
              </a:defRPr>
            </a:lvl6pPr>
            <a:lvl7pPr algn="ctr">
              <a:defRPr sz="1500" b="1">
                <a:solidFill>
                  <a:srgbClr val="FFFFFF"/>
                </a:solidFill>
              </a:defRPr>
            </a:lvl7pPr>
            <a:lvl8pPr algn="ctr">
              <a:defRPr sz="1500" b="1">
                <a:solidFill>
                  <a:srgbClr val="FFFFFF"/>
                </a:solidFill>
              </a:defRPr>
            </a:lvl8pPr>
            <a:lvl9pPr algn="ctr">
              <a:defRPr sz="1500" b="1">
                <a:solidFill>
                  <a:srgbClr val="FFFFFF"/>
                </a:solidFill>
              </a:defRPr>
            </a:lvl9pPr>
          </a:lstStyle>
          <a:p>
            <a:pPr algn="ctr">
              <a:defRPr sz="1500" b="1">
                <a:solidFill>
                  <a:srgbClr val="FFFFFF"/>
                </a:solidFill>
              </a:defRPr>
            </a:pPr>
            <a:r>
              <a:rPr sz="1500" b="1">
                <a:solidFill>
                  <a:srgbClr val="FFFFFF"/>
                </a:solidFill>
              </a:rPr>
              <a:t>Nathan</a:t>
            </a:r>
          </a:p>
        </p:txBody>
      </p:sp>
    </p:spTree>
    <p:extLst>
      <p:ext uri="{BB962C8B-B14F-4D97-AF65-F5344CB8AC3E}">
        <p14:creationId xmlns:p14="http://schemas.microsoft.com/office/powerpoint/2010/main" val="9854939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AFCFB"/>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C60F938-A070-4523-8B66-B849CADB705E}"/>
              </a:ext>
            </a:extLst>
          </p:cNvPr>
          <p:cNvSpPr>
            <a:spLocks noGrp="1"/>
          </p:cNvSpPr>
          <p:nvPr/>
        </p:nvSpPr>
        <p:spPr>
          <a:xfrm>
            <a:off x="619125" y="457200"/>
            <a:ext cx="10953750" cy="857250"/>
          </a:xfrm>
          <a:prstGeom prst="rect">
            <a:avLst/>
          </a:prstGeom>
          <a:noFill/>
          <a:ln w="0">
            <a:noFill/>
          </a:ln>
        </p:spPr>
        <p:txBody>
          <a:bodyPr/>
          <a:lstStyle>
            <a:defPPr>
              <a:defRPr sz="3225" b="1">
                <a:solidFill>
                  <a:srgbClr val="17363A"/>
                </a:solidFill>
              </a:defRPr>
            </a:defPPr>
            <a:lvl1pPr>
              <a:defRPr sz="3225" b="1">
                <a:solidFill>
                  <a:srgbClr val="17363A"/>
                </a:solidFill>
              </a:defRPr>
            </a:lvl1pPr>
            <a:lvl2pPr>
              <a:defRPr sz="3225" b="1">
                <a:solidFill>
                  <a:srgbClr val="17363A"/>
                </a:solidFill>
              </a:defRPr>
            </a:lvl2pPr>
            <a:lvl3pPr>
              <a:defRPr sz="3225" b="1">
                <a:solidFill>
                  <a:srgbClr val="17363A"/>
                </a:solidFill>
              </a:defRPr>
            </a:lvl3pPr>
            <a:lvl4pPr>
              <a:defRPr sz="3225" b="1">
                <a:solidFill>
                  <a:srgbClr val="17363A"/>
                </a:solidFill>
              </a:defRPr>
            </a:lvl4pPr>
            <a:lvl5pPr>
              <a:defRPr sz="3225" b="1">
                <a:solidFill>
                  <a:srgbClr val="17363A"/>
                </a:solidFill>
              </a:defRPr>
            </a:lvl5pPr>
            <a:lvl6pPr>
              <a:defRPr sz="3225" b="1">
                <a:solidFill>
                  <a:srgbClr val="17363A"/>
                </a:solidFill>
              </a:defRPr>
            </a:lvl6pPr>
            <a:lvl7pPr>
              <a:defRPr sz="3225" b="1">
                <a:solidFill>
                  <a:srgbClr val="17363A"/>
                </a:solidFill>
              </a:defRPr>
            </a:lvl7pPr>
            <a:lvl8pPr>
              <a:defRPr sz="3225" b="1">
                <a:solidFill>
                  <a:srgbClr val="17363A"/>
                </a:solidFill>
              </a:defRPr>
            </a:lvl8pPr>
            <a:lvl9pPr>
              <a:defRPr sz="3225" b="1">
                <a:solidFill>
                  <a:srgbClr val="17363A"/>
                </a:solidFill>
              </a:defRPr>
            </a:lvl9pPr>
          </a:lstStyle>
          <a:p>
            <a:pPr>
              <a:defRPr sz="3225" b="1">
                <a:solidFill>
                  <a:srgbClr val="17363A"/>
                </a:solidFill>
              </a:defRPr>
            </a:pPr>
            <a:r>
              <a:rPr sz="3225" b="1">
                <a:solidFill>
                  <a:srgbClr val="17363A"/>
                </a:solidFill>
              </a:rPr>
              <a:t>Le poids des familles dominantes</a:t>
            </a:r>
          </a:p>
        </p:txBody>
      </p:sp>
      <p:sp>
        <p:nvSpPr>
          <p:cNvPr id="3" name="Rectangle 2">
            <a:extLst>
              <a:ext uri="{FF2B5EF4-FFF2-40B4-BE49-F238E27FC236}">
                <a16:creationId xmlns:a16="http://schemas.microsoft.com/office/drawing/2014/main" id="{0E794826-5758-4CFD-9A98-C516CCB215EF}"/>
              </a:ext>
            </a:extLst>
          </p:cNvPr>
          <p:cNvSpPr>
            <a:spLocks noGrp="1"/>
          </p:cNvSpPr>
          <p:nvPr/>
        </p:nvSpPr>
        <p:spPr>
          <a:xfrm>
            <a:off x="628650" y="6362700"/>
            <a:ext cx="8096250" cy="228600"/>
          </a:xfrm>
          <a:prstGeom prst="rect">
            <a:avLst/>
          </a:prstGeom>
          <a:noFill/>
          <a:ln w="0">
            <a:noFill/>
          </a:ln>
        </p:spPr>
        <p:txBody>
          <a:bodyPr/>
          <a:lstStyle>
            <a:defPPr>
              <a:defRPr sz="1275" b="0">
                <a:solidFill>
                  <a:srgbClr val="5A6E71"/>
                </a:solidFill>
              </a:defRPr>
            </a:defPPr>
            <a:lvl1pPr>
              <a:defRPr sz="1275" b="0">
                <a:solidFill>
                  <a:srgbClr val="5A6E71"/>
                </a:solidFill>
              </a:defRPr>
            </a:lvl1pPr>
            <a:lvl2pPr>
              <a:defRPr sz="1275" b="0">
                <a:solidFill>
                  <a:srgbClr val="5A6E71"/>
                </a:solidFill>
              </a:defRPr>
            </a:lvl2pPr>
            <a:lvl3pPr>
              <a:defRPr sz="1275" b="0">
                <a:solidFill>
                  <a:srgbClr val="5A6E71"/>
                </a:solidFill>
              </a:defRPr>
            </a:lvl3pPr>
            <a:lvl4pPr>
              <a:defRPr sz="1275" b="0">
                <a:solidFill>
                  <a:srgbClr val="5A6E71"/>
                </a:solidFill>
              </a:defRPr>
            </a:lvl4pPr>
            <a:lvl5pPr>
              <a:defRPr sz="1275" b="0">
                <a:solidFill>
                  <a:srgbClr val="5A6E71"/>
                </a:solidFill>
              </a:defRPr>
            </a:lvl5pPr>
            <a:lvl6pPr>
              <a:defRPr sz="1275" b="0">
                <a:solidFill>
                  <a:srgbClr val="5A6E71"/>
                </a:solidFill>
              </a:defRPr>
            </a:lvl6pPr>
            <a:lvl7pPr>
              <a:defRPr sz="1275" b="0">
                <a:solidFill>
                  <a:srgbClr val="5A6E71"/>
                </a:solidFill>
              </a:defRPr>
            </a:lvl7pPr>
            <a:lvl8pPr>
              <a:defRPr sz="1275" b="0">
                <a:solidFill>
                  <a:srgbClr val="5A6E71"/>
                </a:solidFill>
              </a:defRPr>
            </a:lvl8pPr>
            <a:lvl9pPr>
              <a:defRPr sz="1275" b="0">
                <a:solidFill>
                  <a:srgbClr val="5A6E71"/>
                </a:solidFill>
              </a:defRPr>
            </a:lvl9pPr>
          </a:lstStyle>
          <a:p>
            <a:pPr>
              <a:defRPr sz="1275" b="0">
                <a:solidFill>
                  <a:srgbClr val="5A6E71"/>
                </a:solidFill>
              </a:defRPr>
            </a:pPr>
            <a:r>
              <a:rPr sz="1275" b="0">
                <a:solidFill>
                  <a:srgbClr val="5A6E71"/>
                </a:solidFill>
              </a:rPr>
              <a:t>03   K-MEANS   /   16 MIN</a:t>
            </a:r>
          </a:p>
        </p:txBody>
      </p:sp>
      <p:sp>
        <p:nvSpPr>
          <p:cNvPr id="4" name="Rectangle 3">
            <a:extLst>
              <a:ext uri="{FF2B5EF4-FFF2-40B4-BE49-F238E27FC236}">
                <a16:creationId xmlns:a16="http://schemas.microsoft.com/office/drawing/2014/main" id="{E8850B96-72D1-4860-BE9F-B4E9F2EA224F}"/>
              </a:ext>
            </a:extLst>
          </p:cNvPr>
          <p:cNvSpPr>
            <a:spLocks noGrp="1"/>
          </p:cNvSpPr>
          <p:nvPr/>
        </p:nvSpPr>
        <p:spPr>
          <a:xfrm>
            <a:off x="11029950" y="6362700"/>
            <a:ext cx="571500" cy="228600"/>
          </a:xfrm>
          <a:prstGeom prst="rect">
            <a:avLst/>
          </a:prstGeom>
          <a:noFill/>
          <a:ln w="0">
            <a:noFill/>
          </a:ln>
        </p:spPr>
        <p:txBody>
          <a:bodyPr/>
          <a:lstStyle>
            <a:defPPr>
              <a:defRPr sz="1275" b="0">
                <a:solidFill>
                  <a:srgbClr val="5A6E71"/>
                </a:solidFill>
              </a:defRPr>
            </a:defPPr>
            <a:lvl1pPr>
              <a:defRPr sz="1275" b="0">
                <a:solidFill>
                  <a:srgbClr val="5A6E71"/>
                </a:solidFill>
              </a:defRPr>
            </a:lvl1pPr>
            <a:lvl2pPr>
              <a:defRPr sz="1275" b="0">
                <a:solidFill>
                  <a:srgbClr val="5A6E71"/>
                </a:solidFill>
              </a:defRPr>
            </a:lvl2pPr>
            <a:lvl3pPr>
              <a:defRPr sz="1275" b="0">
                <a:solidFill>
                  <a:srgbClr val="5A6E71"/>
                </a:solidFill>
              </a:defRPr>
            </a:lvl3pPr>
            <a:lvl4pPr>
              <a:defRPr sz="1275" b="0">
                <a:solidFill>
                  <a:srgbClr val="5A6E71"/>
                </a:solidFill>
              </a:defRPr>
            </a:lvl4pPr>
            <a:lvl5pPr>
              <a:defRPr sz="1275" b="0">
                <a:solidFill>
                  <a:srgbClr val="5A6E71"/>
                </a:solidFill>
              </a:defRPr>
            </a:lvl5pPr>
            <a:lvl6pPr>
              <a:defRPr sz="1275" b="0">
                <a:solidFill>
                  <a:srgbClr val="5A6E71"/>
                </a:solidFill>
              </a:defRPr>
            </a:lvl6pPr>
            <a:lvl7pPr>
              <a:defRPr sz="1275" b="0">
                <a:solidFill>
                  <a:srgbClr val="5A6E71"/>
                </a:solidFill>
              </a:defRPr>
            </a:lvl7pPr>
            <a:lvl8pPr>
              <a:defRPr sz="1275" b="0">
                <a:solidFill>
                  <a:srgbClr val="5A6E71"/>
                </a:solidFill>
              </a:defRPr>
            </a:lvl8pPr>
            <a:lvl9pPr>
              <a:defRPr sz="1275" b="0">
                <a:solidFill>
                  <a:srgbClr val="5A6E71"/>
                </a:solidFill>
              </a:defRPr>
            </a:lvl9pPr>
          </a:lstStyle>
          <a:p>
            <a:pPr>
              <a:defRPr sz="1275" b="0">
                <a:solidFill>
                  <a:srgbClr val="5A6E71"/>
                </a:solidFill>
              </a:defRPr>
            </a:pPr>
            <a:r>
              <a:rPr sz="1275" b="0">
                <a:solidFill>
                  <a:srgbClr val="5A6E71"/>
                </a:solidFill>
              </a:rPr>
              <a:t>19</a:t>
            </a:r>
          </a:p>
        </p:txBody>
      </p:sp>
      <p:graphicFrame>
        <p:nvGraphicFramePr>
          <p:cNvPr id="5" name="Chart">
            <a:extLst>
              <a:ext uri="{FF2B5EF4-FFF2-40B4-BE49-F238E27FC236}">
                <a16:creationId xmlns:a16="http://schemas.microsoft.com/office/drawing/2014/main" id="{FB940E65-228C-4F86-A404-6F20BFDFE098}"/>
              </a:ext>
            </a:extLst>
          </p:cNvPr>
          <p:cNvGraphicFramePr/>
          <p:nvPr/>
        </p:nvGraphicFramePr>
        <p:xfrm>
          <a:off x="619125" y="1857375"/>
          <a:ext cx="10953750" cy="3619500"/>
        </p:xfrm>
        <a:graphic>
          <a:graphicData uri="http://schemas.openxmlformats.org/drawingml/2006/chart">
            <c:chart xmlns:c="http://schemas.openxmlformats.org/drawingml/2006/chart" xmlns:r="http://schemas.openxmlformats.org/officeDocument/2006/relationships" r:id="rId3"/>
          </a:graphicData>
        </a:graphic>
      </p:graphicFrame>
      <p:sp>
        <p:nvSpPr>
          <p:cNvPr id="6" name="Rectangle 5">
            <a:extLst>
              <a:ext uri="{FF2B5EF4-FFF2-40B4-BE49-F238E27FC236}">
                <a16:creationId xmlns:a16="http://schemas.microsoft.com/office/drawing/2014/main" id="{8E72A22D-7B07-46E7-B534-AE7CB7E10F99}"/>
              </a:ext>
            </a:extLst>
          </p:cNvPr>
          <p:cNvSpPr>
            <a:spLocks noGrp="1"/>
          </p:cNvSpPr>
          <p:nvPr/>
        </p:nvSpPr>
        <p:spPr>
          <a:xfrm>
            <a:off x="647700" y="5657850"/>
            <a:ext cx="10858500" cy="552450"/>
          </a:xfrm>
          <a:prstGeom prst="rect">
            <a:avLst/>
          </a:prstGeom>
          <a:noFill/>
          <a:ln w="0">
            <a:noFill/>
          </a:ln>
        </p:spPr>
        <p:txBody>
          <a:bodyPr/>
          <a:lstStyle>
            <a:defPPr>
              <a:defRPr sz="1950" b="1">
                <a:solidFill>
                  <a:srgbClr val="008C85"/>
                </a:solidFill>
              </a:defRPr>
            </a:defPPr>
            <a:lvl1pPr>
              <a:defRPr sz="1950" b="1">
                <a:solidFill>
                  <a:srgbClr val="008C85"/>
                </a:solidFill>
              </a:defRPr>
            </a:lvl1pPr>
            <a:lvl2pPr>
              <a:defRPr sz="1950" b="1">
                <a:solidFill>
                  <a:srgbClr val="008C85"/>
                </a:solidFill>
              </a:defRPr>
            </a:lvl2pPr>
            <a:lvl3pPr>
              <a:defRPr sz="1950" b="1">
                <a:solidFill>
                  <a:srgbClr val="008C85"/>
                </a:solidFill>
              </a:defRPr>
            </a:lvl3pPr>
            <a:lvl4pPr>
              <a:defRPr sz="1950" b="1">
                <a:solidFill>
                  <a:srgbClr val="008C85"/>
                </a:solidFill>
              </a:defRPr>
            </a:lvl4pPr>
            <a:lvl5pPr>
              <a:defRPr sz="1950" b="1">
                <a:solidFill>
                  <a:srgbClr val="008C85"/>
                </a:solidFill>
              </a:defRPr>
            </a:lvl5pPr>
            <a:lvl6pPr>
              <a:defRPr sz="1950" b="1">
                <a:solidFill>
                  <a:srgbClr val="008C85"/>
                </a:solidFill>
              </a:defRPr>
            </a:lvl6pPr>
            <a:lvl7pPr>
              <a:defRPr sz="1950" b="1">
                <a:solidFill>
                  <a:srgbClr val="008C85"/>
                </a:solidFill>
              </a:defRPr>
            </a:lvl7pPr>
            <a:lvl8pPr>
              <a:defRPr sz="1950" b="1">
                <a:solidFill>
                  <a:srgbClr val="008C85"/>
                </a:solidFill>
              </a:defRPr>
            </a:lvl8pPr>
            <a:lvl9pPr>
              <a:defRPr sz="1950" b="1">
                <a:solidFill>
                  <a:srgbClr val="008C85"/>
                </a:solidFill>
              </a:defRPr>
            </a:lvl9pPr>
          </a:lstStyle>
          <a:p>
            <a:pPr>
              <a:defRPr sz="1950" b="1">
                <a:solidFill>
                  <a:srgbClr val="008C85"/>
                </a:solidFill>
              </a:defRPr>
            </a:pPr>
            <a:r>
              <a:rPr sz="1950" b="1">
                <a:solidFill>
                  <a:srgbClr val="008C85"/>
                </a:solidFill>
              </a:rPr>
              <a:t>Une solution stable à l’initialisation reste sensible à l’échantillon</a:t>
            </a:r>
          </a:p>
        </p:txBody>
      </p:sp>
      <p:sp>
        <p:nvSpPr>
          <p:cNvPr id="7" name="presenter-badge">
            <a:extLst>
              <a:ext uri="{FF2B5EF4-FFF2-40B4-BE49-F238E27FC236}">
                <a16:creationId xmlns:a16="http://schemas.microsoft.com/office/drawing/2014/main" id="{C30A8165-98B3-424C-AB64-F914E6892E72}"/>
              </a:ext>
            </a:extLst>
          </p:cNvPr>
          <p:cNvSpPr>
            <a:spLocks noGrp="1"/>
          </p:cNvSpPr>
          <p:nvPr/>
        </p:nvSpPr>
        <p:spPr>
          <a:xfrm>
            <a:off x="9429750" y="6286500"/>
            <a:ext cx="1428750" cy="323850"/>
          </a:xfrm>
          <a:prstGeom prst="roundRect">
            <a:avLst>
              <a:gd name="adj" fmla="val 50000"/>
            </a:avLst>
          </a:prstGeom>
          <a:solidFill>
            <a:srgbClr val="A75517"/>
          </a:solidFill>
          <a:ln w="0">
            <a:noFill/>
          </a:ln>
        </p:spPr>
        <p:txBody>
          <a:bodyPr lIns="0" tIns="0" rIns="0" bIns="0" anchor="ctr"/>
          <a:lstStyle>
            <a:defPPr algn="ctr">
              <a:defRPr sz="1500" b="1">
                <a:solidFill>
                  <a:srgbClr val="FFFFFF"/>
                </a:solidFill>
              </a:defRPr>
            </a:defPPr>
            <a:lvl1pPr algn="ctr">
              <a:defRPr sz="1500" b="1">
                <a:solidFill>
                  <a:srgbClr val="FFFFFF"/>
                </a:solidFill>
              </a:defRPr>
            </a:lvl1pPr>
            <a:lvl2pPr algn="ctr">
              <a:defRPr sz="1500" b="1">
                <a:solidFill>
                  <a:srgbClr val="FFFFFF"/>
                </a:solidFill>
              </a:defRPr>
            </a:lvl2pPr>
            <a:lvl3pPr algn="ctr">
              <a:defRPr sz="1500" b="1">
                <a:solidFill>
                  <a:srgbClr val="FFFFFF"/>
                </a:solidFill>
              </a:defRPr>
            </a:lvl3pPr>
            <a:lvl4pPr algn="ctr">
              <a:defRPr sz="1500" b="1">
                <a:solidFill>
                  <a:srgbClr val="FFFFFF"/>
                </a:solidFill>
              </a:defRPr>
            </a:lvl4pPr>
            <a:lvl5pPr algn="ctr">
              <a:defRPr sz="1500" b="1">
                <a:solidFill>
                  <a:srgbClr val="FFFFFF"/>
                </a:solidFill>
              </a:defRPr>
            </a:lvl5pPr>
            <a:lvl6pPr algn="ctr">
              <a:defRPr sz="1500" b="1">
                <a:solidFill>
                  <a:srgbClr val="FFFFFF"/>
                </a:solidFill>
              </a:defRPr>
            </a:lvl6pPr>
            <a:lvl7pPr algn="ctr">
              <a:defRPr sz="1500" b="1">
                <a:solidFill>
                  <a:srgbClr val="FFFFFF"/>
                </a:solidFill>
              </a:defRPr>
            </a:lvl7pPr>
            <a:lvl8pPr algn="ctr">
              <a:defRPr sz="1500" b="1">
                <a:solidFill>
                  <a:srgbClr val="FFFFFF"/>
                </a:solidFill>
              </a:defRPr>
            </a:lvl8pPr>
            <a:lvl9pPr algn="ctr">
              <a:defRPr sz="1500" b="1">
                <a:solidFill>
                  <a:srgbClr val="FFFFFF"/>
                </a:solidFill>
              </a:defRPr>
            </a:lvl9pPr>
          </a:lstStyle>
          <a:p>
            <a:pPr algn="ctr">
              <a:defRPr sz="1500" b="1">
                <a:solidFill>
                  <a:srgbClr val="FFFFFF"/>
                </a:solidFill>
              </a:defRPr>
            </a:pPr>
            <a:r>
              <a:rPr sz="1500" b="1">
                <a:solidFill>
                  <a:srgbClr val="FFFFFF"/>
                </a:solidFill>
              </a:rPr>
              <a:t>Nathan</a:t>
            </a:r>
          </a:p>
        </p:txBody>
      </p:sp>
    </p:spTree>
    <p:extLst>
      <p:ext uri="{BB962C8B-B14F-4D97-AF65-F5344CB8AC3E}">
        <p14:creationId xmlns:p14="http://schemas.microsoft.com/office/powerpoint/2010/main" val="10837245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AFCFB"/>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4243A7B-3456-46B2-A472-3E627DFC72E3}"/>
              </a:ext>
            </a:extLst>
          </p:cNvPr>
          <p:cNvSpPr>
            <a:spLocks noGrp="1"/>
          </p:cNvSpPr>
          <p:nvPr/>
        </p:nvSpPr>
        <p:spPr>
          <a:xfrm>
            <a:off x="619125" y="457200"/>
            <a:ext cx="10953750" cy="857250"/>
          </a:xfrm>
          <a:prstGeom prst="rect">
            <a:avLst/>
          </a:prstGeom>
          <a:noFill/>
          <a:ln w="0">
            <a:noFill/>
          </a:ln>
        </p:spPr>
        <p:txBody>
          <a:bodyPr/>
          <a:lstStyle>
            <a:defPPr>
              <a:defRPr sz="3225" b="1">
                <a:solidFill>
                  <a:srgbClr val="17363A"/>
                </a:solidFill>
              </a:defRPr>
            </a:defPPr>
            <a:lvl1pPr>
              <a:defRPr sz="3225" b="1">
                <a:solidFill>
                  <a:srgbClr val="17363A"/>
                </a:solidFill>
              </a:defRPr>
            </a:lvl1pPr>
            <a:lvl2pPr>
              <a:defRPr sz="3225" b="1">
                <a:solidFill>
                  <a:srgbClr val="17363A"/>
                </a:solidFill>
              </a:defRPr>
            </a:lvl2pPr>
            <a:lvl3pPr>
              <a:defRPr sz="3225" b="1">
                <a:solidFill>
                  <a:srgbClr val="17363A"/>
                </a:solidFill>
              </a:defRPr>
            </a:lvl3pPr>
            <a:lvl4pPr>
              <a:defRPr sz="3225" b="1">
                <a:solidFill>
                  <a:srgbClr val="17363A"/>
                </a:solidFill>
              </a:defRPr>
            </a:lvl4pPr>
            <a:lvl5pPr>
              <a:defRPr sz="3225" b="1">
                <a:solidFill>
                  <a:srgbClr val="17363A"/>
                </a:solidFill>
              </a:defRPr>
            </a:lvl5pPr>
            <a:lvl6pPr>
              <a:defRPr sz="3225" b="1">
                <a:solidFill>
                  <a:srgbClr val="17363A"/>
                </a:solidFill>
              </a:defRPr>
            </a:lvl6pPr>
            <a:lvl7pPr>
              <a:defRPr sz="3225" b="1">
                <a:solidFill>
                  <a:srgbClr val="17363A"/>
                </a:solidFill>
              </a:defRPr>
            </a:lvl7pPr>
            <a:lvl8pPr>
              <a:defRPr sz="3225" b="1">
                <a:solidFill>
                  <a:srgbClr val="17363A"/>
                </a:solidFill>
              </a:defRPr>
            </a:lvl8pPr>
            <a:lvl9pPr>
              <a:defRPr sz="3225" b="1">
                <a:solidFill>
                  <a:srgbClr val="17363A"/>
                </a:solidFill>
              </a:defRPr>
            </a:lvl9pPr>
          </a:lstStyle>
          <a:p>
            <a:pPr>
              <a:defRPr sz="3225" b="1">
                <a:solidFill>
                  <a:srgbClr val="17363A"/>
                </a:solidFill>
              </a:defRPr>
            </a:pPr>
            <a:r>
              <a:rPr sz="3225" b="1">
                <a:solidFill>
                  <a:srgbClr val="17363A"/>
                </a:solidFill>
              </a:rPr>
              <a:t>L’utilité environnementale de la segmentation</a:t>
            </a:r>
          </a:p>
        </p:txBody>
      </p:sp>
      <p:sp>
        <p:nvSpPr>
          <p:cNvPr id="3" name="Rectangle 2">
            <a:extLst>
              <a:ext uri="{FF2B5EF4-FFF2-40B4-BE49-F238E27FC236}">
                <a16:creationId xmlns:a16="http://schemas.microsoft.com/office/drawing/2014/main" id="{472BA488-3B40-49AC-9210-ABCF7DAA8874}"/>
              </a:ext>
            </a:extLst>
          </p:cNvPr>
          <p:cNvSpPr>
            <a:spLocks noGrp="1"/>
          </p:cNvSpPr>
          <p:nvPr/>
        </p:nvSpPr>
        <p:spPr>
          <a:xfrm>
            <a:off x="628650" y="6362700"/>
            <a:ext cx="8096250" cy="228600"/>
          </a:xfrm>
          <a:prstGeom prst="rect">
            <a:avLst/>
          </a:prstGeom>
          <a:noFill/>
          <a:ln w="0">
            <a:noFill/>
          </a:ln>
        </p:spPr>
        <p:txBody>
          <a:bodyPr/>
          <a:lstStyle>
            <a:defPPr>
              <a:defRPr sz="1275" b="0">
                <a:solidFill>
                  <a:srgbClr val="5A6E71"/>
                </a:solidFill>
              </a:defRPr>
            </a:defPPr>
            <a:lvl1pPr>
              <a:defRPr sz="1275" b="0">
                <a:solidFill>
                  <a:srgbClr val="5A6E71"/>
                </a:solidFill>
              </a:defRPr>
            </a:lvl1pPr>
            <a:lvl2pPr>
              <a:defRPr sz="1275" b="0">
                <a:solidFill>
                  <a:srgbClr val="5A6E71"/>
                </a:solidFill>
              </a:defRPr>
            </a:lvl2pPr>
            <a:lvl3pPr>
              <a:defRPr sz="1275" b="0">
                <a:solidFill>
                  <a:srgbClr val="5A6E71"/>
                </a:solidFill>
              </a:defRPr>
            </a:lvl3pPr>
            <a:lvl4pPr>
              <a:defRPr sz="1275" b="0">
                <a:solidFill>
                  <a:srgbClr val="5A6E71"/>
                </a:solidFill>
              </a:defRPr>
            </a:lvl4pPr>
            <a:lvl5pPr>
              <a:defRPr sz="1275" b="0">
                <a:solidFill>
                  <a:srgbClr val="5A6E71"/>
                </a:solidFill>
              </a:defRPr>
            </a:lvl5pPr>
            <a:lvl6pPr>
              <a:defRPr sz="1275" b="0">
                <a:solidFill>
                  <a:srgbClr val="5A6E71"/>
                </a:solidFill>
              </a:defRPr>
            </a:lvl6pPr>
            <a:lvl7pPr>
              <a:defRPr sz="1275" b="0">
                <a:solidFill>
                  <a:srgbClr val="5A6E71"/>
                </a:solidFill>
              </a:defRPr>
            </a:lvl7pPr>
            <a:lvl8pPr>
              <a:defRPr sz="1275" b="0">
                <a:solidFill>
                  <a:srgbClr val="5A6E71"/>
                </a:solidFill>
              </a:defRPr>
            </a:lvl8pPr>
            <a:lvl9pPr>
              <a:defRPr sz="1275" b="0">
                <a:solidFill>
                  <a:srgbClr val="5A6E71"/>
                </a:solidFill>
              </a:defRPr>
            </a:lvl9pPr>
          </a:lstStyle>
          <a:p>
            <a:pPr>
              <a:defRPr sz="1275" b="0">
                <a:solidFill>
                  <a:srgbClr val="5A6E71"/>
                </a:solidFill>
              </a:defRPr>
            </a:pPr>
            <a:r>
              <a:rPr sz="1275" b="0">
                <a:solidFill>
                  <a:srgbClr val="5A6E71"/>
                </a:solidFill>
              </a:rPr>
              <a:t>03   K-MEANS   /   16 MIN</a:t>
            </a:r>
          </a:p>
        </p:txBody>
      </p:sp>
      <p:sp>
        <p:nvSpPr>
          <p:cNvPr id="4" name="Rectangle 3">
            <a:extLst>
              <a:ext uri="{FF2B5EF4-FFF2-40B4-BE49-F238E27FC236}">
                <a16:creationId xmlns:a16="http://schemas.microsoft.com/office/drawing/2014/main" id="{44EC812B-EEC6-4EFC-9FCF-6435B7001EA7}"/>
              </a:ext>
            </a:extLst>
          </p:cNvPr>
          <p:cNvSpPr>
            <a:spLocks noGrp="1"/>
          </p:cNvSpPr>
          <p:nvPr/>
        </p:nvSpPr>
        <p:spPr>
          <a:xfrm>
            <a:off x="11029950" y="6362700"/>
            <a:ext cx="571500" cy="228600"/>
          </a:xfrm>
          <a:prstGeom prst="rect">
            <a:avLst/>
          </a:prstGeom>
          <a:noFill/>
          <a:ln w="0">
            <a:noFill/>
          </a:ln>
        </p:spPr>
        <p:txBody>
          <a:bodyPr/>
          <a:lstStyle>
            <a:defPPr>
              <a:defRPr sz="1275" b="0">
                <a:solidFill>
                  <a:srgbClr val="5A6E71"/>
                </a:solidFill>
              </a:defRPr>
            </a:defPPr>
            <a:lvl1pPr>
              <a:defRPr sz="1275" b="0">
                <a:solidFill>
                  <a:srgbClr val="5A6E71"/>
                </a:solidFill>
              </a:defRPr>
            </a:lvl1pPr>
            <a:lvl2pPr>
              <a:defRPr sz="1275" b="0">
                <a:solidFill>
                  <a:srgbClr val="5A6E71"/>
                </a:solidFill>
              </a:defRPr>
            </a:lvl2pPr>
            <a:lvl3pPr>
              <a:defRPr sz="1275" b="0">
                <a:solidFill>
                  <a:srgbClr val="5A6E71"/>
                </a:solidFill>
              </a:defRPr>
            </a:lvl3pPr>
            <a:lvl4pPr>
              <a:defRPr sz="1275" b="0">
                <a:solidFill>
                  <a:srgbClr val="5A6E71"/>
                </a:solidFill>
              </a:defRPr>
            </a:lvl4pPr>
            <a:lvl5pPr>
              <a:defRPr sz="1275" b="0">
                <a:solidFill>
                  <a:srgbClr val="5A6E71"/>
                </a:solidFill>
              </a:defRPr>
            </a:lvl5pPr>
            <a:lvl6pPr>
              <a:defRPr sz="1275" b="0">
                <a:solidFill>
                  <a:srgbClr val="5A6E71"/>
                </a:solidFill>
              </a:defRPr>
            </a:lvl6pPr>
            <a:lvl7pPr>
              <a:defRPr sz="1275" b="0">
                <a:solidFill>
                  <a:srgbClr val="5A6E71"/>
                </a:solidFill>
              </a:defRPr>
            </a:lvl7pPr>
            <a:lvl8pPr>
              <a:defRPr sz="1275" b="0">
                <a:solidFill>
                  <a:srgbClr val="5A6E71"/>
                </a:solidFill>
              </a:defRPr>
            </a:lvl8pPr>
            <a:lvl9pPr>
              <a:defRPr sz="1275" b="0">
                <a:solidFill>
                  <a:srgbClr val="5A6E71"/>
                </a:solidFill>
              </a:defRPr>
            </a:lvl9pPr>
          </a:lstStyle>
          <a:p>
            <a:pPr>
              <a:defRPr sz="1275" b="0">
                <a:solidFill>
                  <a:srgbClr val="5A6E71"/>
                </a:solidFill>
              </a:defRPr>
            </a:pPr>
            <a:r>
              <a:rPr sz="1275" b="0">
                <a:solidFill>
                  <a:srgbClr val="5A6E71"/>
                </a:solidFill>
              </a:rPr>
              <a:t>20</a:t>
            </a:r>
          </a:p>
        </p:txBody>
      </p:sp>
      <p:graphicFrame>
        <p:nvGraphicFramePr>
          <p:cNvPr id="5" name="Chart">
            <a:extLst>
              <a:ext uri="{FF2B5EF4-FFF2-40B4-BE49-F238E27FC236}">
                <a16:creationId xmlns:a16="http://schemas.microsoft.com/office/drawing/2014/main" id="{A9E9EDC7-CAB6-473F-92CF-0D5B336B60A3}"/>
              </a:ext>
            </a:extLst>
          </p:cNvPr>
          <p:cNvGraphicFramePr/>
          <p:nvPr/>
        </p:nvGraphicFramePr>
        <p:xfrm>
          <a:off x="619125" y="1809750"/>
          <a:ext cx="7239000" cy="3667125"/>
        </p:xfrm>
        <a:graphic>
          <a:graphicData uri="http://schemas.openxmlformats.org/drawingml/2006/chart">
            <c:chart xmlns:c="http://schemas.openxmlformats.org/drawingml/2006/chart" xmlns:r="http://schemas.openxmlformats.org/officeDocument/2006/relationships" r:id="rId3"/>
          </a:graphicData>
        </a:graphic>
      </p:graphicFrame>
      <p:sp>
        <p:nvSpPr>
          <p:cNvPr id="6" name="Rectangle 5">
            <a:extLst>
              <a:ext uri="{FF2B5EF4-FFF2-40B4-BE49-F238E27FC236}">
                <a16:creationId xmlns:a16="http://schemas.microsoft.com/office/drawing/2014/main" id="{9A38BCFB-69F4-4E40-94A8-D0B127203E25}"/>
              </a:ext>
            </a:extLst>
          </p:cNvPr>
          <p:cNvSpPr>
            <a:spLocks noGrp="1"/>
          </p:cNvSpPr>
          <p:nvPr/>
        </p:nvSpPr>
        <p:spPr>
          <a:xfrm>
            <a:off x="8429625" y="2143125"/>
            <a:ext cx="2952750" cy="857250"/>
          </a:xfrm>
          <a:prstGeom prst="rect">
            <a:avLst/>
          </a:prstGeom>
          <a:noFill/>
          <a:ln w="0">
            <a:noFill/>
          </a:ln>
        </p:spPr>
        <p:txBody>
          <a:bodyPr/>
          <a:lstStyle>
            <a:defPPr>
              <a:defRPr sz="2325" b="1">
                <a:solidFill>
                  <a:srgbClr val="17363A"/>
                </a:solidFill>
              </a:defRPr>
            </a:defPPr>
            <a:lvl1pPr>
              <a:defRPr sz="2325" b="1">
                <a:solidFill>
                  <a:srgbClr val="17363A"/>
                </a:solidFill>
              </a:defRPr>
            </a:lvl1pPr>
            <a:lvl2pPr>
              <a:defRPr sz="2325" b="1">
                <a:solidFill>
                  <a:srgbClr val="17363A"/>
                </a:solidFill>
              </a:defRPr>
            </a:lvl2pPr>
            <a:lvl3pPr>
              <a:defRPr sz="2325" b="1">
                <a:solidFill>
                  <a:srgbClr val="17363A"/>
                </a:solidFill>
              </a:defRPr>
            </a:lvl3pPr>
            <a:lvl4pPr>
              <a:defRPr sz="2325" b="1">
                <a:solidFill>
                  <a:srgbClr val="17363A"/>
                </a:solidFill>
              </a:defRPr>
            </a:lvl4pPr>
            <a:lvl5pPr>
              <a:defRPr sz="2325" b="1">
                <a:solidFill>
                  <a:srgbClr val="17363A"/>
                </a:solidFill>
              </a:defRPr>
            </a:lvl5pPr>
            <a:lvl6pPr>
              <a:defRPr sz="2325" b="1">
                <a:solidFill>
                  <a:srgbClr val="17363A"/>
                </a:solidFill>
              </a:defRPr>
            </a:lvl6pPr>
            <a:lvl7pPr>
              <a:defRPr sz="2325" b="1">
                <a:solidFill>
                  <a:srgbClr val="17363A"/>
                </a:solidFill>
              </a:defRPr>
            </a:lvl7pPr>
            <a:lvl8pPr>
              <a:defRPr sz="2325" b="1">
                <a:solidFill>
                  <a:srgbClr val="17363A"/>
                </a:solidFill>
              </a:defRPr>
            </a:lvl8pPr>
            <a:lvl9pPr>
              <a:defRPr sz="2325" b="1">
                <a:solidFill>
                  <a:srgbClr val="17363A"/>
                </a:solidFill>
              </a:defRPr>
            </a:lvl9pPr>
          </a:lstStyle>
          <a:p>
            <a:pPr>
              <a:defRPr sz="2325" b="1">
                <a:solidFill>
                  <a:srgbClr val="17363A"/>
                </a:solidFill>
              </a:defRPr>
            </a:pPr>
            <a:r>
              <a:rPr sz="2325" b="1">
                <a:solidFill>
                  <a:srgbClr val="17363A"/>
                </a:solidFill>
              </a:rPr>
              <a:t>Comparer des profils</a:t>
            </a:r>
          </a:p>
        </p:txBody>
      </p:sp>
      <p:sp>
        <p:nvSpPr>
          <p:cNvPr id="7" name="Rectangle 6">
            <a:extLst>
              <a:ext uri="{FF2B5EF4-FFF2-40B4-BE49-F238E27FC236}">
                <a16:creationId xmlns:a16="http://schemas.microsoft.com/office/drawing/2014/main" id="{08D5438C-031D-46EA-B4CD-C7B2BDFB7C81}"/>
              </a:ext>
            </a:extLst>
          </p:cNvPr>
          <p:cNvSpPr>
            <a:spLocks noGrp="1"/>
          </p:cNvSpPr>
          <p:nvPr/>
        </p:nvSpPr>
        <p:spPr>
          <a:xfrm>
            <a:off x="8429625" y="3543300"/>
            <a:ext cx="2952750" cy="857250"/>
          </a:xfrm>
          <a:prstGeom prst="rect">
            <a:avLst/>
          </a:prstGeom>
          <a:noFill/>
          <a:ln w="0">
            <a:noFill/>
          </a:ln>
        </p:spPr>
        <p:txBody>
          <a:bodyPr/>
          <a:lstStyle>
            <a:defPPr>
              <a:defRPr sz="2325" b="1">
                <a:solidFill>
                  <a:srgbClr val="008C85"/>
                </a:solidFill>
              </a:defRPr>
            </a:defPPr>
            <a:lvl1pPr>
              <a:defRPr sz="2325" b="1">
                <a:solidFill>
                  <a:srgbClr val="008C85"/>
                </a:solidFill>
              </a:defRPr>
            </a:lvl1pPr>
            <a:lvl2pPr>
              <a:defRPr sz="2325" b="1">
                <a:solidFill>
                  <a:srgbClr val="008C85"/>
                </a:solidFill>
              </a:defRPr>
            </a:lvl2pPr>
            <a:lvl3pPr>
              <a:defRPr sz="2325" b="1">
                <a:solidFill>
                  <a:srgbClr val="008C85"/>
                </a:solidFill>
              </a:defRPr>
            </a:lvl3pPr>
            <a:lvl4pPr>
              <a:defRPr sz="2325" b="1">
                <a:solidFill>
                  <a:srgbClr val="008C85"/>
                </a:solidFill>
              </a:defRPr>
            </a:lvl4pPr>
            <a:lvl5pPr>
              <a:defRPr sz="2325" b="1">
                <a:solidFill>
                  <a:srgbClr val="008C85"/>
                </a:solidFill>
              </a:defRPr>
            </a:lvl5pPr>
            <a:lvl6pPr>
              <a:defRPr sz="2325" b="1">
                <a:solidFill>
                  <a:srgbClr val="008C85"/>
                </a:solidFill>
              </a:defRPr>
            </a:lvl6pPr>
            <a:lvl7pPr>
              <a:defRPr sz="2325" b="1">
                <a:solidFill>
                  <a:srgbClr val="008C85"/>
                </a:solidFill>
              </a:defRPr>
            </a:lvl7pPr>
            <a:lvl8pPr>
              <a:defRPr sz="2325" b="1">
                <a:solidFill>
                  <a:srgbClr val="008C85"/>
                </a:solidFill>
              </a:defRPr>
            </a:lvl8pPr>
            <a:lvl9pPr>
              <a:defRPr sz="2325" b="1">
                <a:solidFill>
                  <a:srgbClr val="008C85"/>
                </a:solidFill>
              </a:defRPr>
            </a:lvl9pPr>
          </a:lstStyle>
          <a:p>
            <a:pPr>
              <a:defRPr sz="2325" b="1">
                <a:solidFill>
                  <a:srgbClr val="008C85"/>
                </a:solidFill>
              </a:defRPr>
            </a:pPr>
            <a:r>
              <a:rPr sz="2325" b="1">
                <a:solidFill>
                  <a:srgbClr val="008C85"/>
                </a:solidFill>
              </a:rPr>
              <a:t>Prioriser un audit</a:t>
            </a:r>
          </a:p>
        </p:txBody>
      </p:sp>
      <p:sp>
        <p:nvSpPr>
          <p:cNvPr id="8" name="Rectangle 7">
            <a:extLst>
              <a:ext uri="{FF2B5EF4-FFF2-40B4-BE49-F238E27FC236}">
                <a16:creationId xmlns:a16="http://schemas.microsoft.com/office/drawing/2014/main" id="{59674B2F-0256-4789-B174-EA095608401A}"/>
              </a:ext>
            </a:extLst>
          </p:cNvPr>
          <p:cNvSpPr>
            <a:spLocks noGrp="1"/>
          </p:cNvSpPr>
          <p:nvPr/>
        </p:nvSpPr>
        <p:spPr>
          <a:xfrm>
            <a:off x="647700" y="5657850"/>
            <a:ext cx="10858500" cy="552450"/>
          </a:xfrm>
          <a:prstGeom prst="rect">
            <a:avLst/>
          </a:prstGeom>
          <a:noFill/>
          <a:ln w="0">
            <a:noFill/>
          </a:ln>
        </p:spPr>
        <p:txBody>
          <a:bodyPr/>
          <a:lstStyle>
            <a:defPPr>
              <a:defRPr sz="1950" b="1">
                <a:solidFill>
                  <a:srgbClr val="008C85"/>
                </a:solidFill>
              </a:defRPr>
            </a:defPPr>
            <a:lvl1pPr>
              <a:defRPr sz="1950" b="1">
                <a:solidFill>
                  <a:srgbClr val="008C85"/>
                </a:solidFill>
              </a:defRPr>
            </a:lvl1pPr>
            <a:lvl2pPr>
              <a:defRPr sz="1950" b="1">
                <a:solidFill>
                  <a:srgbClr val="008C85"/>
                </a:solidFill>
              </a:defRPr>
            </a:lvl2pPr>
            <a:lvl3pPr>
              <a:defRPr sz="1950" b="1">
                <a:solidFill>
                  <a:srgbClr val="008C85"/>
                </a:solidFill>
              </a:defRPr>
            </a:lvl3pPr>
            <a:lvl4pPr>
              <a:defRPr sz="1950" b="1">
                <a:solidFill>
                  <a:srgbClr val="008C85"/>
                </a:solidFill>
              </a:defRPr>
            </a:lvl4pPr>
            <a:lvl5pPr>
              <a:defRPr sz="1950" b="1">
                <a:solidFill>
                  <a:srgbClr val="008C85"/>
                </a:solidFill>
              </a:defRPr>
            </a:lvl5pPr>
            <a:lvl6pPr>
              <a:defRPr sz="1950" b="1">
                <a:solidFill>
                  <a:srgbClr val="008C85"/>
                </a:solidFill>
              </a:defRPr>
            </a:lvl6pPr>
            <a:lvl7pPr>
              <a:defRPr sz="1950" b="1">
                <a:solidFill>
                  <a:srgbClr val="008C85"/>
                </a:solidFill>
              </a:defRPr>
            </a:lvl7pPr>
            <a:lvl8pPr>
              <a:defRPr sz="1950" b="1">
                <a:solidFill>
                  <a:srgbClr val="008C85"/>
                </a:solidFill>
              </a:defRPr>
            </a:lvl8pPr>
            <a:lvl9pPr>
              <a:defRPr sz="1950" b="1">
                <a:solidFill>
                  <a:srgbClr val="008C85"/>
                </a:solidFill>
              </a:defRPr>
            </a:lvl9pPr>
          </a:lstStyle>
          <a:p>
            <a:pPr>
              <a:defRPr sz="1950" b="1">
                <a:solidFill>
                  <a:srgbClr val="008C85"/>
                </a:solidFill>
              </a:defRPr>
            </a:pPr>
            <a:r>
              <a:rPr sz="1950" b="1">
                <a:solidFill>
                  <a:srgbClr val="008C85"/>
                </a:solidFill>
              </a:rPr>
              <a:t>CO₂ inclus : l’écart d’émissions participe à la construction des groupes</a:t>
            </a:r>
          </a:p>
        </p:txBody>
      </p:sp>
      <p:sp>
        <p:nvSpPr>
          <p:cNvPr id="9" name="presenter-badge">
            <a:extLst>
              <a:ext uri="{FF2B5EF4-FFF2-40B4-BE49-F238E27FC236}">
                <a16:creationId xmlns:a16="http://schemas.microsoft.com/office/drawing/2014/main" id="{3C5BB6AA-FA78-47AB-9ECF-111718E6C95D}"/>
              </a:ext>
            </a:extLst>
          </p:cNvPr>
          <p:cNvSpPr>
            <a:spLocks noGrp="1"/>
          </p:cNvSpPr>
          <p:nvPr/>
        </p:nvSpPr>
        <p:spPr>
          <a:xfrm>
            <a:off x="9429750" y="6286500"/>
            <a:ext cx="1428750" cy="323850"/>
          </a:xfrm>
          <a:prstGeom prst="roundRect">
            <a:avLst>
              <a:gd name="adj" fmla="val 50000"/>
            </a:avLst>
          </a:prstGeom>
          <a:solidFill>
            <a:srgbClr val="A75517"/>
          </a:solidFill>
          <a:ln w="0">
            <a:noFill/>
          </a:ln>
        </p:spPr>
        <p:txBody>
          <a:bodyPr lIns="0" tIns="0" rIns="0" bIns="0" anchor="ctr"/>
          <a:lstStyle>
            <a:defPPr algn="ctr">
              <a:defRPr sz="1500" b="1">
                <a:solidFill>
                  <a:srgbClr val="FFFFFF"/>
                </a:solidFill>
              </a:defRPr>
            </a:defPPr>
            <a:lvl1pPr algn="ctr">
              <a:defRPr sz="1500" b="1">
                <a:solidFill>
                  <a:srgbClr val="FFFFFF"/>
                </a:solidFill>
              </a:defRPr>
            </a:lvl1pPr>
            <a:lvl2pPr algn="ctr">
              <a:defRPr sz="1500" b="1">
                <a:solidFill>
                  <a:srgbClr val="FFFFFF"/>
                </a:solidFill>
              </a:defRPr>
            </a:lvl2pPr>
            <a:lvl3pPr algn="ctr">
              <a:defRPr sz="1500" b="1">
                <a:solidFill>
                  <a:srgbClr val="FFFFFF"/>
                </a:solidFill>
              </a:defRPr>
            </a:lvl3pPr>
            <a:lvl4pPr algn="ctr">
              <a:defRPr sz="1500" b="1">
                <a:solidFill>
                  <a:srgbClr val="FFFFFF"/>
                </a:solidFill>
              </a:defRPr>
            </a:lvl4pPr>
            <a:lvl5pPr algn="ctr">
              <a:defRPr sz="1500" b="1">
                <a:solidFill>
                  <a:srgbClr val="FFFFFF"/>
                </a:solidFill>
              </a:defRPr>
            </a:lvl5pPr>
            <a:lvl6pPr algn="ctr">
              <a:defRPr sz="1500" b="1">
                <a:solidFill>
                  <a:srgbClr val="FFFFFF"/>
                </a:solidFill>
              </a:defRPr>
            </a:lvl6pPr>
            <a:lvl7pPr algn="ctr">
              <a:defRPr sz="1500" b="1">
                <a:solidFill>
                  <a:srgbClr val="FFFFFF"/>
                </a:solidFill>
              </a:defRPr>
            </a:lvl7pPr>
            <a:lvl8pPr algn="ctr">
              <a:defRPr sz="1500" b="1">
                <a:solidFill>
                  <a:srgbClr val="FFFFFF"/>
                </a:solidFill>
              </a:defRPr>
            </a:lvl8pPr>
            <a:lvl9pPr algn="ctr">
              <a:defRPr sz="1500" b="1">
                <a:solidFill>
                  <a:srgbClr val="FFFFFF"/>
                </a:solidFill>
              </a:defRPr>
            </a:lvl9pPr>
          </a:lstStyle>
          <a:p>
            <a:pPr algn="ctr">
              <a:defRPr sz="1500" b="1">
                <a:solidFill>
                  <a:srgbClr val="FFFFFF"/>
                </a:solidFill>
              </a:defRPr>
            </a:pPr>
            <a:r>
              <a:rPr sz="1500" b="1">
                <a:solidFill>
                  <a:srgbClr val="FFFFFF"/>
                </a:solidFill>
              </a:rPr>
              <a:t>Nathan</a:t>
            </a:r>
          </a:p>
        </p:txBody>
      </p:sp>
    </p:spTree>
    <p:extLst>
      <p:ext uri="{BB962C8B-B14F-4D97-AF65-F5344CB8AC3E}">
        <p14:creationId xmlns:p14="http://schemas.microsoft.com/office/powerpoint/2010/main" val="6537491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AFCFB"/>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9DB8A3C-D622-435C-B40F-0E2CB3EEFD91}"/>
              </a:ext>
            </a:extLst>
          </p:cNvPr>
          <p:cNvSpPr>
            <a:spLocks noGrp="1"/>
          </p:cNvSpPr>
          <p:nvPr/>
        </p:nvSpPr>
        <p:spPr>
          <a:xfrm>
            <a:off x="619125" y="457200"/>
            <a:ext cx="10953750" cy="857250"/>
          </a:xfrm>
          <a:prstGeom prst="rect">
            <a:avLst/>
          </a:prstGeom>
          <a:noFill/>
          <a:ln w="0">
            <a:noFill/>
          </a:ln>
        </p:spPr>
        <p:txBody>
          <a:bodyPr/>
          <a:lstStyle>
            <a:defPPr>
              <a:defRPr sz="3225" b="1">
                <a:solidFill>
                  <a:srgbClr val="17363A"/>
                </a:solidFill>
              </a:defRPr>
            </a:defPPr>
            <a:lvl1pPr>
              <a:defRPr sz="3225" b="1">
                <a:solidFill>
                  <a:srgbClr val="17363A"/>
                </a:solidFill>
              </a:defRPr>
            </a:lvl1pPr>
            <a:lvl2pPr>
              <a:defRPr sz="3225" b="1">
                <a:solidFill>
                  <a:srgbClr val="17363A"/>
                </a:solidFill>
              </a:defRPr>
            </a:lvl2pPr>
            <a:lvl3pPr>
              <a:defRPr sz="3225" b="1">
                <a:solidFill>
                  <a:srgbClr val="17363A"/>
                </a:solidFill>
              </a:defRPr>
            </a:lvl3pPr>
            <a:lvl4pPr>
              <a:defRPr sz="3225" b="1">
                <a:solidFill>
                  <a:srgbClr val="17363A"/>
                </a:solidFill>
              </a:defRPr>
            </a:lvl4pPr>
            <a:lvl5pPr>
              <a:defRPr sz="3225" b="1">
                <a:solidFill>
                  <a:srgbClr val="17363A"/>
                </a:solidFill>
              </a:defRPr>
            </a:lvl5pPr>
            <a:lvl6pPr>
              <a:defRPr sz="3225" b="1">
                <a:solidFill>
                  <a:srgbClr val="17363A"/>
                </a:solidFill>
              </a:defRPr>
            </a:lvl6pPr>
            <a:lvl7pPr>
              <a:defRPr sz="3225" b="1">
                <a:solidFill>
                  <a:srgbClr val="17363A"/>
                </a:solidFill>
              </a:defRPr>
            </a:lvl7pPr>
            <a:lvl8pPr>
              <a:defRPr sz="3225" b="1">
                <a:solidFill>
                  <a:srgbClr val="17363A"/>
                </a:solidFill>
              </a:defRPr>
            </a:lvl8pPr>
            <a:lvl9pPr>
              <a:defRPr sz="3225" b="1">
                <a:solidFill>
                  <a:srgbClr val="17363A"/>
                </a:solidFill>
              </a:defRPr>
            </a:lvl9pPr>
          </a:lstStyle>
          <a:p>
            <a:pPr>
              <a:defRPr sz="3225" b="1">
                <a:solidFill>
                  <a:srgbClr val="17363A"/>
                </a:solidFill>
              </a:defRPr>
            </a:pPr>
            <a:r>
              <a:rPr sz="3225" b="1">
                <a:solidFill>
                  <a:srgbClr val="17363A"/>
                </a:solidFill>
              </a:rPr>
              <a:t>L’usage change la lecture environnementale</a:t>
            </a:r>
          </a:p>
        </p:txBody>
      </p:sp>
      <p:sp>
        <p:nvSpPr>
          <p:cNvPr id="3" name="Rectangle 2">
            <a:extLst>
              <a:ext uri="{FF2B5EF4-FFF2-40B4-BE49-F238E27FC236}">
                <a16:creationId xmlns:a16="http://schemas.microsoft.com/office/drawing/2014/main" id="{50DA053C-54EA-4078-8E2D-FB4A5839E6E9}"/>
              </a:ext>
            </a:extLst>
          </p:cNvPr>
          <p:cNvSpPr>
            <a:spLocks noGrp="1"/>
          </p:cNvSpPr>
          <p:nvPr/>
        </p:nvSpPr>
        <p:spPr>
          <a:xfrm>
            <a:off x="628650" y="6362700"/>
            <a:ext cx="8096250" cy="228600"/>
          </a:xfrm>
          <a:prstGeom prst="rect">
            <a:avLst/>
          </a:prstGeom>
          <a:noFill/>
          <a:ln w="0">
            <a:noFill/>
          </a:ln>
        </p:spPr>
        <p:txBody>
          <a:bodyPr/>
          <a:lstStyle>
            <a:defPPr>
              <a:defRPr sz="1275" b="0">
                <a:solidFill>
                  <a:srgbClr val="5A6E71"/>
                </a:solidFill>
              </a:defRPr>
            </a:defPPr>
            <a:lvl1pPr>
              <a:defRPr sz="1275" b="0">
                <a:solidFill>
                  <a:srgbClr val="5A6E71"/>
                </a:solidFill>
              </a:defRPr>
            </a:lvl1pPr>
            <a:lvl2pPr>
              <a:defRPr sz="1275" b="0">
                <a:solidFill>
                  <a:srgbClr val="5A6E71"/>
                </a:solidFill>
              </a:defRPr>
            </a:lvl2pPr>
            <a:lvl3pPr>
              <a:defRPr sz="1275" b="0">
                <a:solidFill>
                  <a:srgbClr val="5A6E71"/>
                </a:solidFill>
              </a:defRPr>
            </a:lvl3pPr>
            <a:lvl4pPr>
              <a:defRPr sz="1275" b="0">
                <a:solidFill>
                  <a:srgbClr val="5A6E71"/>
                </a:solidFill>
              </a:defRPr>
            </a:lvl4pPr>
            <a:lvl5pPr>
              <a:defRPr sz="1275" b="0">
                <a:solidFill>
                  <a:srgbClr val="5A6E71"/>
                </a:solidFill>
              </a:defRPr>
            </a:lvl5pPr>
            <a:lvl6pPr>
              <a:defRPr sz="1275" b="0">
                <a:solidFill>
                  <a:srgbClr val="5A6E71"/>
                </a:solidFill>
              </a:defRPr>
            </a:lvl6pPr>
            <a:lvl7pPr>
              <a:defRPr sz="1275" b="0">
                <a:solidFill>
                  <a:srgbClr val="5A6E71"/>
                </a:solidFill>
              </a:defRPr>
            </a:lvl7pPr>
            <a:lvl8pPr>
              <a:defRPr sz="1275" b="0">
                <a:solidFill>
                  <a:srgbClr val="5A6E71"/>
                </a:solidFill>
              </a:defRPr>
            </a:lvl8pPr>
            <a:lvl9pPr>
              <a:defRPr sz="1275" b="0">
                <a:solidFill>
                  <a:srgbClr val="5A6E71"/>
                </a:solidFill>
              </a:defRPr>
            </a:lvl9pPr>
          </a:lstStyle>
          <a:p>
            <a:pPr>
              <a:defRPr sz="1275" b="0">
                <a:solidFill>
                  <a:srgbClr val="5A6E71"/>
                </a:solidFill>
              </a:defRPr>
            </a:pPr>
            <a:r>
              <a:rPr sz="1275" b="0">
                <a:solidFill>
                  <a:srgbClr val="5A6E71"/>
                </a:solidFill>
              </a:rPr>
              <a:t>04   RECUL ET CONCLUSION   /   5 MIN</a:t>
            </a:r>
          </a:p>
        </p:txBody>
      </p:sp>
      <p:sp>
        <p:nvSpPr>
          <p:cNvPr id="4" name="Rectangle 3">
            <a:extLst>
              <a:ext uri="{FF2B5EF4-FFF2-40B4-BE49-F238E27FC236}">
                <a16:creationId xmlns:a16="http://schemas.microsoft.com/office/drawing/2014/main" id="{CF868F1D-EBC0-42DE-B498-44FBA3B96DEF}"/>
              </a:ext>
            </a:extLst>
          </p:cNvPr>
          <p:cNvSpPr>
            <a:spLocks noGrp="1"/>
          </p:cNvSpPr>
          <p:nvPr/>
        </p:nvSpPr>
        <p:spPr>
          <a:xfrm>
            <a:off x="11029950" y="6362700"/>
            <a:ext cx="571500" cy="228600"/>
          </a:xfrm>
          <a:prstGeom prst="rect">
            <a:avLst/>
          </a:prstGeom>
          <a:noFill/>
          <a:ln w="0">
            <a:noFill/>
          </a:ln>
        </p:spPr>
        <p:txBody>
          <a:bodyPr/>
          <a:lstStyle>
            <a:defPPr>
              <a:defRPr sz="1275" b="0">
                <a:solidFill>
                  <a:srgbClr val="5A6E71"/>
                </a:solidFill>
              </a:defRPr>
            </a:defPPr>
            <a:lvl1pPr>
              <a:defRPr sz="1275" b="0">
                <a:solidFill>
                  <a:srgbClr val="5A6E71"/>
                </a:solidFill>
              </a:defRPr>
            </a:lvl1pPr>
            <a:lvl2pPr>
              <a:defRPr sz="1275" b="0">
                <a:solidFill>
                  <a:srgbClr val="5A6E71"/>
                </a:solidFill>
              </a:defRPr>
            </a:lvl2pPr>
            <a:lvl3pPr>
              <a:defRPr sz="1275" b="0">
                <a:solidFill>
                  <a:srgbClr val="5A6E71"/>
                </a:solidFill>
              </a:defRPr>
            </a:lvl3pPr>
            <a:lvl4pPr>
              <a:defRPr sz="1275" b="0">
                <a:solidFill>
                  <a:srgbClr val="5A6E71"/>
                </a:solidFill>
              </a:defRPr>
            </a:lvl4pPr>
            <a:lvl5pPr>
              <a:defRPr sz="1275" b="0">
                <a:solidFill>
                  <a:srgbClr val="5A6E71"/>
                </a:solidFill>
              </a:defRPr>
            </a:lvl5pPr>
            <a:lvl6pPr>
              <a:defRPr sz="1275" b="0">
                <a:solidFill>
                  <a:srgbClr val="5A6E71"/>
                </a:solidFill>
              </a:defRPr>
            </a:lvl6pPr>
            <a:lvl7pPr>
              <a:defRPr sz="1275" b="0">
                <a:solidFill>
                  <a:srgbClr val="5A6E71"/>
                </a:solidFill>
              </a:defRPr>
            </a:lvl7pPr>
            <a:lvl8pPr>
              <a:defRPr sz="1275" b="0">
                <a:solidFill>
                  <a:srgbClr val="5A6E71"/>
                </a:solidFill>
              </a:defRPr>
            </a:lvl8pPr>
            <a:lvl9pPr>
              <a:defRPr sz="1275" b="0">
                <a:solidFill>
                  <a:srgbClr val="5A6E71"/>
                </a:solidFill>
              </a:defRPr>
            </a:lvl9pPr>
          </a:lstStyle>
          <a:p>
            <a:pPr>
              <a:defRPr sz="1275" b="0">
                <a:solidFill>
                  <a:srgbClr val="5A6E71"/>
                </a:solidFill>
              </a:defRPr>
            </a:pPr>
            <a:r>
              <a:rPr sz="1275" b="0">
                <a:solidFill>
                  <a:srgbClr val="5A6E71"/>
                </a:solidFill>
              </a:rPr>
              <a:t>21</a:t>
            </a:r>
          </a:p>
        </p:txBody>
      </p:sp>
      <p:sp>
        <p:nvSpPr>
          <p:cNvPr id="5" name="Rectangle 4">
            <a:extLst>
              <a:ext uri="{FF2B5EF4-FFF2-40B4-BE49-F238E27FC236}">
                <a16:creationId xmlns:a16="http://schemas.microsoft.com/office/drawing/2014/main" id="{21CBF1EC-779A-4B3C-9920-214E554A92F8}"/>
              </a:ext>
            </a:extLst>
          </p:cNvPr>
          <p:cNvSpPr>
            <a:spLocks noGrp="1"/>
          </p:cNvSpPr>
          <p:nvPr/>
        </p:nvSpPr>
        <p:spPr>
          <a:xfrm>
            <a:off x="647700" y="1438275"/>
            <a:ext cx="10858500" cy="476250"/>
          </a:xfrm>
          <a:prstGeom prst="rect">
            <a:avLst/>
          </a:prstGeom>
          <a:noFill/>
          <a:ln w="0">
            <a:noFill/>
          </a:ln>
        </p:spPr>
        <p:txBody>
          <a:bodyPr/>
          <a:lstStyle>
            <a:defPPr>
              <a:defRPr sz="1800" b="0">
                <a:solidFill>
                  <a:srgbClr val="5A6E71"/>
                </a:solidFill>
              </a:defRPr>
            </a:defPPr>
            <a:lvl1pPr>
              <a:defRPr sz="1800" b="0">
                <a:solidFill>
                  <a:srgbClr val="5A6E71"/>
                </a:solidFill>
              </a:defRPr>
            </a:lvl1pPr>
            <a:lvl2pPr>
              <a:defRPr sz="1800" b="0">
                <a:solidFill>
                  <a:srgbClr val="5A6E71"/>
                </a:solidFill>
              </a:defRPr>
            </a:lvl2pPr>
            <a:lvl3pPr>
              <a:defRPr sz="1800" b="0">
                <a:solidFill>
                  <a:srgbClr val="5A6E71"/>
                </a:solidFill>
              </a:defRPr>
            </a:lvl3pPr>
            <a:lvl4pPr>
              <a:defRPr sz="1800" b="0">
                <a:solidFill>
                  <a:srgbClr val="5A6E71"/>
                </a:solidFill>
              </a:defRPr>
            </a:lvl4pPr>
            <a:lvl5pPr>
              <a:defRPr sz="1800" b="0">
                <a:solidFill>
                  <a:srgbClr val="5A6E71"/>
                </a:solidFill>
              </a:defRPr>
            </a:lvl5pPr>
            <a:lvl6pPr>
              <a:defRPr sz="1800" b="0">
                <a:solidFill>
                  <a:srgbClr val="5A6E71"/>
                </a:solidFill>
              </a:defRPr>
            </a:lvl6pPr>
            <a:lvl7pPr>
              <a:defRPr sz="1800" b="0">
                <a:solidFill>
                  <a:srgbClr val="5A6E71"/>
                </a:solidFill>
              </a:defRPr>
            </a:lvl7pPr>
            <a:lvl8pPr>
              <a:defRPr sz="1800" b="0">
                <a:solidFill>
                  <a:srgbClr val="5A6E71"/>
                </a:solidFill>
              </a:defRPr>
            </a:lvl8pPr>
            <a:lvl9pPr>
              <a:defRPr sz="1800" b="0">
                <a:solidFill>
                  <a:srgbClr val="5A6E71"/>
                </a:solidFill>
              </a:defRPr>
            </a:lvl9pPr>
          </a:lstStyle>
          <a:p>
            <a:pPr>
              <a:defRPr sz="1800" b="0">
                <a:solidFill>
                  <a:srgbClr val="5A6E71"/>
                </a:solidFill>
              </a:defRPr>
            </a:pPr>
            <a:r>
              <a:rPr sz="1800" b="0">
                <a:solidFill>
                  <a:srgbClr val="5A6E71"/>
                </a:solidFill>
              </a:rPr>
              <a:t>Scénario illustratif : émission déclarée × kilométrage</a:t>
            </a:r>
          </a:p>
        </p:txBody>
      </p:sp>
      <p:graphicFrame>
        <p:nvGraphicFramePr>
          <p:cNvPr id="6" name="Chart">
            <a:extLst>
              <a:ext uri="{FF2B5EF4-FFF2-40B4-BE49-F238E27FC236}">
                <a16:creationId xmlns:a16="http://schemas.microsoft.com/office/drawing/2014/main" id="{54F1011C-195F-4863-82F5-57C545678E08}"/>
              </a:ext>
            </a:extLst>
          </p:cNvPr>
          <p:cNvGraphicFramePr/>
          <p:nvPr/>
        </p:nvGraphicFramePr>
        <p:xfrm>
          <a:off x="619125" y="2000250"/>
          <a:ext cx="10953750" cy="3333750"/>
        </p:xfrm>
        <a:graphic>
          <a:graphicData uri="http://schemas.openxmlformats.org/drawingml/2006/chart">
            <c:chart xmlns:c="http://schemas.openxmlformats.org/drawingml/2006/chart" xmlns:r="http://schemas.openxmlformats.org/officeDocument/2006/relationships" r:id="rId3"/>
          </a:graphicData>
        </a:graphic>
      </p:graphicFrame>
      <p:sp>
        <p:nvSpPr>
          <p:cNvPr id="7" name="Rectangle 6">
            <a:extLst>
              <a:ext uri="{FF2B5EF4-FFF2-40B4-BE49-F238E27FC236}">
                <a16:creationId xmlns:a16="http://schemas.microsoft.com/office/drawing/2014/main" id="{16925260-A678-4825-A7BD-6100C302F9BC}"/>
              </a:ext>
            </a:extLst>
          </p:cNvPr>
          <p:cNvSpPr>
            <a:spLocks noGrp="1"/>
          </p:cNvSpPr>
          <p:nvPr/>
        </p:nvSpPr>
        <p:spPr>
          <a:xfrm>
            <a:off x="647700" y="5657850"/>
            <a:ext cx="10858500" cy="552450"/>
          </a:xfrm>
          <a:prstGeom prst="rect">
            <a:avLst/>
          </a:prstGeom>
          <a:noFill/>
          <a:ln w="0">
            <a:noFill/>
          </a:ln>
        </p:spPr>
        <p:txBody>
          <a:bodyPr/>
          <a:lstStyle>
            <a:defPPr>
              <a:defRPr sz="1950" b="1">
                <a:solidFill>
                  <a:srgbClr val="008C85"/>
                </a:solidFill>
              </a:defRPr>
            </a:defPPr>
            <a:lvl1pPr>
              <a:defRPr sz="1950" b="1">
                <a:solidFill>
                  <a:srgbClr val="008C85"/>
                </a:solidFill>
              </a:defRPr>
            </a:lvl1pPr>
            <a:lvl2pPr>
              <a:defRPr sz="1950" b="1">
                <a:solidFill>
                  <a:srgbClr val="008C85"/>
                </a:solidFill>
              </a:defRPr>
            </a:lvl2pPr>
            <a:lvl3pPr>
              <a:defRPr sz="1950" b="1">
                <a:solidFill>
                  <a:srgbClr val="008C85"/>
                </a:solidFill>
              </a:defRPr>
            </a:lvl3pPr>
            <a:lvl4pPr>
              <a:defRPr sz="1950" b="1">
                <a:solidFill>
                  <a:srgbClr val="008C85"/>
                </a:solidFill>
              </a:defRPr>
            </a:lvl4pPr>
            <a:lvl5pPr>
              <a:defRPr sz="1950" b="1">
                <a:solidFill>
                  <a:srgbClr val="008C85"/>
                </a:solidFill>
              </a:defRPr>
            </a:lvl5pPr>
            <a:lvl6pPr>
              <a:defRPr sz="1950" b="1">
                <a:solidFill>
                  <a:srgbClr val="008C85"/>
                </a:solidFill>
              </a:defRPr>
            </a:lvl6pPr>
            <a:lvl7pPr>
              <a:defRPr sz="1950" b="1">
                <a:solidFill>
                  <a:srgbClr val="008C85"/>
                </a:solidFill>
              </a:defRPr>
            </a:lvl7pPr>
            <a:lvl8pPr>
              <a:defRPr sz="1950" b="1">
                <a:solidFill>
                  <a:srgbClr val="008C85"/>
                </a:solidFill>
              </a:defRPr>
            </a:lvl8pPr>
            <a:lvl9pPr>
              <a:defRPr sz="1950" b="1">
                <a:solidFill>
                  <a:srgbClr val="008C85"/>
                </a:solidFill>
              </a:defRPr>
            </a:lvl9pPr>
          </a:lstStyle>
          <a:p>
            <a:pPr>
              <a:defRPr sz="1950" b="1">
                <a:solidFill>
                  <a:srgbClr val="008C85"/>
                </a:solidFill>
              </a:defRPr>
            </a:pPr>
            <a:r>
              <a:rPr sz="1950" b="1">
                <a:solidFill>
                  <a:srgbClr val="008C85"/>
                </a:solidFill>
              </a:rPr>
              <a:t>Kilométrages hypothétiques. Ni émissions réelles ni cycle de vie</a:t>
            </a:r>
          </a:p>
        </p:txBody>
      </p:sp>
      <p:sp>
        <p:nvSpPr>
          <p:cNvPr id="8" name="presenter-badge">
            <a:extLst>
              <a:ext uri="{FF2B5EF4-FFF2-40B4-BE49-F238E27FC236}">
                <a16:creationId xmlns:a16="http://schemas.microsoft.com/office/drawing/2014/main" id="{EF30EE58-691E-46A2-B3FF-9E01116668E7}"/>
              </a:ext>
            </a:extLst>
          </p:cNvPr>
          <p:cNvSpPr>
            <a:spLocks noGrp="1"/>
          </p:cNvSpPr>
          <p:nvPr/>
        </p:nvSpPr>
        <p:spPr>
          <a:xfrm>
            <a:off x="9429750" y="6286500"/>
            <a:ext cx="1428750" cy="323850"/>
          </a:xfrm>
          <a:prstGeom prst="roundRect">
            <a:avLst>
              <a:gd name="adj" fmla="val 50000"/>
            </a:avLst>
          </a:prstGeom>
          <a:solidFill>
            <a:srgbClr val="A75517"/>
          </a:solidFill>
          <a:ln w="0">
            <a:noFill/>
          </a:ln>
        </p:spPr>
        <p:txBody>
          <a:bodyPr lIns="0" tIns="0" rIns="0" bIns="0" anchor="ctr"/>
          <a:lstStyle>
            <a:defPPr algn="ctr">
              <a:defRPr sz="1500" b="1">
                <a:solidFill>
                  <a:srgbClr val="FFFFFF"/>
                </a:solidFill>
              </a:defRPr>
            </a:defPPr>
            <a:lvl1pPr algn="ctr">
              <a:defRPr sz="1500" b="1">
                <a:solidFill>
                  <a:srgbClr val="FFFFFF"/>
                </a:solidFill>
              </a:defRPr>
            </a:lvl1pPr>
            <a:lvl2pPr algn="ctr">
              <a:defRPr sz="1500" b="1">
                <a:solidFill>
                  <a:srgbClr val="FFFFFF"/>
                </a:solidFill>
              </a:defRPr>
            </a:lvl2pPr>
            <a:lvl3pPr algn="ctr">
              <a:defRPr sz="1500" b="1">
                <a:solidFill>
                  <a:srgbClr val="FFFFFF"/>
                </a:solidFill>
              </a:defRPr>
            </a:lvl3pPr>
            <a:lvl4pPr algn="ctr">
              <a:defRPr sz="1500" b="1">
                <a:solidFill>
                  <a:srgbClr val="FFFFFF"/>
                </a:solidFill>
              </a:defRPr>
            </a:lvl4pPr>
            <a:lvl5pPr algn="ctr">
              <a:defRPr sz="1500" b="1">
                <a:solidFill>
                  <a:srgbClr val="FFFFFF"/>
                </a:solidFill>
              </a:defRPr>
            </a:lvl5pPr>
            <a:lvl6pPr algn="ctr">
              <a:defRPr sz="1500" b="1">
                <a:solidFill>
                  <a:srgbClr val="FFFFFF"/>
                </a:solidFill>
              </a:defRPr>
            </a:lvl6pPr>
            <a:lvl7pPr algn="ctr">
              <a:defRPr sz="1500" b="1">
                <a:solidFill>
                  <a:srgbClr val="FFFFFF"/>
                </a:solidFill>
              </a:defRPr>
            </a:lvl7pPr>
            <a:lvl8pPr algn="ctr">
              <a:defRPr sz="1500" b="1">
                <a:solidFill>
                  <a:srgbClr val="FFFFFF"/>
                </a:solidFill>
              </a:defRPr>
            </a:lvl8pPr>
            <a:lvl9pPr algn="ctr">
              <a:defRPr sz="1500" b="1">
                <a:solidFill>
                  <a:srgbClr val="FFFFFF"/>
                </a:solidFill>
              </a:defRPr>
            </a:lvl9pPr>
          </a:lstStyle>
          <a:p>
            <a:pPr algn="ctr">
              <a:defRPr sz="1500" b="1">
                <a:solidFill>
                  <a:srgbClr val="FFFFFF"/>
                </a:solidFill>
              </a:defRPr>
            </a:pPr>
            <a:r>
              <a:rPr sz="1500" b="1">
                <a:solidFill>
                  <a:srgbClr val="FFFFFF"/>
                </a:solidFill>
              </a:rPr>
              <a:t>Nathan</a:t>
            </a:r>
          </a:p>
        </p:txBody>
      </p:sp>
    </p:spTree>
    <p:extLst>
      <p:ext uri="{BB962C8B-B14F-4D97-AF65-F5344CB8AC3E}">
        <p14:creationId xmlns:p14="http://schemas.microsoft.com/office/powerpoint/2010/main" val="76439490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AFCFB"/>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7EF433B-E90B-4834-B7B7-9AF1CECE8091}"/>
              </a:ext>
            </a:extLst>
          </p:cNvPr>
          <p:cNvSpPr>
            <a:spLocks noGrp="1"/>
          </p:cNvSpPr>
          <p:nvPr/>
        </p:nvSpPr>
        <p:spPr>
          <a:xfrm>
            <a:off x="619125" y="457200"/>
            <a:ext cx="10953750" cy="857250"/>
          </a:xfrm>
          <a:prstGeom prst="rect">
            <a:avLst/>
          </a:prstGeom>
          <a:noFill/>
          <a:ln w="0">
            <a:noFill/>
          </a:ln>
        </p:spPr>
        <p:txBody>
          <a:bodyPr/>
          <a:lstStyle>
            <a:defPPr>
              <a:defRPr sz="3225" b="1">
                <a:solidFill>
                  <a:srgbClr val="17363A"/>
                </a:solidFill>
              </a:defRPr>
            </a:defPPr>
            <a:lvl1pPr>
              <a:defRPr sz="3225" b="1">
                <a:solidFill>
                  <a:srgbClr val="17363A"/>
                </a:solidFill>
              </a:defRPr>
            </a:lvl1pPr>
            <a:lvl2pPr>
              <a:defRPr sz="3225" b="1">
                <a:solidFill>
                  <a:srgbClr val="17363A"/>
                </a:solidFill>
              </a:defRPr>
            </a:lvl2pPr>
            <a:lvl3pPr>
              <a:defRPr sz="3225" b="1">
                <a:solidFill>
                  <a:srgbClr val="17363A"/>
                </a:solidFill>
              </a:defRPr>
            </a:lvl3pPr>
            <a:lvl4pPr>
              <a:defRPr sz="3225" b="1">
                <a:solidFill>
                  <a:srgbClr val="17363A"/>
                </a:solidFill>
              </a:defRPr>
            </a:lvl4pPr>
            <a:lvl5pPr>
              <a:defRPr sz="3225" b="1">
                <a:solidFill>
                  <a:srgbClr val="17363A"/>
                </a:solidFill>
              </a:defRPr>
            </a:lvl5pPr>
            <a:lvl6pPr>
              <a:defRPr sz="3225" b="1">
                <a:solidFill>
                  <a:srgbClr val="17363A"/>
                </a:solidFill>
              </a:defRPr>
            </a:lvl6pPr>
            <a:lvl7pPr>
              <a:defRPr sz="3225" b="1">
                <a:solidFill>
                  <a:srgbClr val="17363A"/>
                </a:solidFill>
              </a:defRPr>
            </a:lvl7pPr>
            <a:lvl8pPr>
              <a:defRPr sz="3225" b="1">
                <a:solidFill>
                  <a:srgbClr val="17363A"/>
                </a:solidFill>
              </a:defRPr>
            </a:lvl8pPr>
            <a:lvl9pPr>
              <a:defRPr sz="3225" b="1">
                <a:solidFill>
                  <a:srgbClr val="17363A"/>
                </a:solidFill>
              </a:defRPr>
            </a:lvl9pPr>
          </a:lstStyle>
          <a:p>
            <a:pPr>
              <a:defRPr sz="3225" b="1">
                <a:solidFill>
                  <a:srgbClr val="17363A"/>
                </a:solidFill>
              </a:defRPr>
            </a:pPr>
            <a:r>
              <a:rPr sz="3225" b="1">
                <a:solidFill>
                  <a:srgbClr val="17363A"/>
                </a:solidFill>
              </a:rPr>
              <a:t>Les prochaines expériences</a:t>
            </a:r>
          </a:p>
        </p:txBody>
      </p:sp>
      <p:sp>
        <p:nvSpPr>
          <p:cNvPr id="3" name="Rectangle 2">
            <a:extLst>
              <a:ext uri="{FF2B5EF4-FFF2-40B4-BE49-F238E27FC236}">
                <a16:creationId xmlns:a16="http://schemas.microsoft.com/office/drawing/2014/main" id="{A4C7A411-4571-4D4C-B855-A7CBF3710F57}"/>
              </a:ext>
            </a:extLst>
          </p:cNvPr>
          <p:cNvSpPr>
            <a:spLocks noGrp="1"/>
          </p:cNvSpPr>
          <p:nvPr/>
        </p:nvSpPr>
        <p:spPr>
          <a:xfrm>
            <a:off x="628650" y="6362700"/>
            <a:ext cx="8096250" cy="228600"/>
          </a:xfrm>
          <a:prstGeom prst="rect">
            <a:avLst/>
          </a:prstGeom>
          <a:noFill/>
          <a:ln w="0">
            <a:noFill/>
          </a:ln>
        </p:spPr>
        <p:txBody>
          <a:bodyPr/>
          <a:lstStyle>
            <a:defPPr>
              <a:defRPr sz="1275" b="0">
                <a:solidFill>
                  <a:srgbClr val="5A6E71"/>
                </a:solidFill>
              </a:defRPr>
            </a:defPPr>
            <a:lvl1pPr>
              <a:defRPr sz="1275" b="0">
                <a:solidFill>
                  <a:srgbClr val="5A6E71"/>
                </a:solidFill>
              </a:defRPr>
            </a:lvl1pPr>
            <a:lvl2pPr>
              <a:defRPr sz="1275" b="0">
                <a:solidFill>
                  <a:srgbClr val="5A6E71"/>
                </a:solidFill>
              </a:defRPr>
            </a:lvl2pPr>
            <a:lvl3pPr>
              <a:defRPr sz="1275" b="0">
                <a:solidFill>
                  <a:srgbClr val="5A6E71"/>
                </a:solidFill>
              </a:defRPr>
            </a:lvl3pPr>
            <a:lvl4pPr>
              <a:defRPr sz="1275" b="0">
                <a:solidFill>
                  <a:srgbClr val="5A6E71"/>
                </a:solidFill>
              </a:defRPr>
            </a:lvl4pPr>
            <a:lvl5pPr>
              <a:defRPr sz="1275" b="0">
                <a:solidFill>
                  <a:srgbClr val="5A6E71"/>
                </a:solidFill>
              </a:defRPr>
            </a:lvl5pPr>
            <a:lvl6pPr>
              <a:defRPr sz="1275" b="0">
                <a:solidFill>
                  <a:srgbClr val="5A6E71"/>
                </a:solidFill>
              </a:defRPr>
            </a:lvl6pPr>
            <a:lvl7pPr>
              <a:defRPr sz="1275" b="0">
                <a:solidFill>
                  <a:srgbClr val="5A6E71"/>
                </a:solidFill>
              </a:defRPr>
            </a:lvl7pPr>
            <a:lvl8pPr>
              <a:defRPr sz="1275" b="0">
                <a:solidFill>
                  <a:srgbClr val="5A6E71"/>
                </a:solidFill>
              </a:defRPr>
            </a:lvl8pPr>
            <a:lvl9pPr>
              <a:defRPr sz="1275" b="0">
                <a:solidFill>
                  <a:srgbClr val="5A6E71"/>
                </a:solidFill>
              </a:defRPr>
            </a:lvl9pPr>
          </a:lstStyle>
          <a:p>
            <a:pPr>
              <a:defRPr sz="1275" b="0">
                <a:solidFill>
                  <a:srgbClr val="5A6E71"/>
                </a:solidFill>
              </a:defRPr>
            </a:pPr>
            <a:r>
              <a:rPr sz="1275" b="0">
                <a:solidFill>
                  <a:srgbClr val="5A6E71"/>
                </a:solidFill>
              </a:rPr>
              <a:t>04   RECUL ET CONCLUSION   /   5 MIN</a:t>
            </a:r>
          </a:p>
        </p:txBody>
      </p:sp>
      <p:sp>
        <p:nvSpPr>
          <p:cNvPr id="4" name="Rectangle 3">
            <a:extLst>
              <a:ext uri="{FF2B5EF4-FFF2-40B4-BE49-F238E27FC236}">
                <a16:creationId xmlns:a16="http://schemas.microsoft.com/office/drawing/2014/main" id="{E4BF99C6-F325-4D57-80A9-63929DEB2EF7}"/>
              </a:ext>
            </a:extLst>
          </p:cNvPr>
          <p:cNvSpPr>
            <a:spLocks noGrp="1"/>
          </p:cNvSpPr>
          <p:nvPr/>
        </p:nvSpPr>
        <p:spPr>
          <a:xfrm>
            <a:off x="11029950" y="6362700"/>
            <a:ext cx="571500" cy="228600"/>
          </a:xfrm>
          <a:prstGeom prst="rect">
            <a:avLst/>
          </a:prstGeom>
          <a:noFill/>
          <a:ln w="0">
            <a:noFill/>
          </a:ln>
        </p:spPr>
        <p:txBody>
          <a:bodyPr/>
          <a:lstStyle>
            <a:defPPr>
              <a:defRPr sz="1275" b="0">
                <a:solidFill>
                  <a:srgbClr val="5A6E71"/>
                </a:solidFill>
              </a:defRPr>
            </a:defPPr>
            <a:lvl1pPr>
              <a:defRPr sz="1275" b="0">
                <a:solidFill>
                  <a:srgbClr val="5A6E71"/>
                </a:solidFill>
              </a:defRPr>
            </a:lvl1pPr>
            <a:lvl2pPr>
              <a:defRPr sz="1275" b="0">
                <a:solidFill>
                  <a:srgbClr val="5A6E71"/>
                </a:solidFill>
              </a:defRPr>
            </a:lvl2pPr>
            <a:lvl3pPr>
              <a:defRPr sz="1275" b="0">
                <a:solidFill>
                  <a:srgbClr val="5A6E71"/>
                </a:solidFill>
              </a:defRPr>
            </a:lvl3pPr>
            <a:lvl4pPr>
              <a:defRPr sz="1275" b="0">
                <a:solidFill>
                  <a:srgbClr val="5A6E71"/>
                </a:solidFill>
              </a:defRPr>
            </a:lvl4pPr>
            <a:lvl5pPr>
              <a:defRPr sz="1275" b="0">
                <a:solidFill>
                  <a:srgbClr val="5A6E71"/>
                </a:solidFill>
              </a:defRPr>
            </a:lvl5pPr>
            <a:lvl6pPr>
              <a:defRPr sz="1275" b="0">
                <a:solidFill>
                  <a:srgbClr val="5A6E71"/>
                </a:solidFill>
              </a:defRPr>
            </a:lvl6pPr>
            <a:lvl7pPr>
              <a:defRPr sz="1275" b="0">
                <a:solidFill>
                  <a:srgbClr val="5A6E71"/>
                </a:solidFill>
              </a:defRPr>
            </a:lvl7pPr>
            <a:lvl8pPr>
              <a:defRPr sz="1275" b="0">
                <a:solidFill>
                  <a:srgbClr val="5A6E71"/>
                </a:solidFill>
              </a:defRPr>
            </a:lvl8pPr>
            <a:lvl9pPr>
              <a:defRPr sz="1275" b="0">
                <a:solidFill>
                  <a:srgbClr val="5A6E71"/>
                </a:solidFill>
              </a:defRPr>
            </a:lvl9pPr>
          </a:lstStyle>
          <a:p>
            <a:pPr>
              <a:defRPr sz="1275" b="0">
                <a:solidFill>
                  <a:srgbClr val="5A6E71"/>
                </a:solidFill>
              </a:defRPr>
            </a:pPr>
            <a:r>
              <a:rPr sz="1275" b="0">
                <a:solidFill>
                  <a:srgbClr val="5A6E71"/>
                </a:solidFill>
              </a:rPr>
              <a:t>22</a:t>
            </a:r>
          </a:p>
        </p:txBody>
      </p:sp>
      <p:graphicFrame>
        <p:nvGraphicFramePr>
          <p:cNvPr id="5" name="Tableau 4">
            <a:extLst>
              <a:ext uri="{FF2B5EF4-FFF2-40B4-BE49-F238E27FC236}">
                <a16:creationId xmlns:a16="http://schemas.microsoft.com/office/drawing/2014/main" id="{8D7C850C-745B-445C-91E6-17FE0A44F212}"/>
              </a:ext>
            </a:extLst>
          </p:cNvPr>
          <p:cNvGraphicFramePr/>
          <p:nvPr/>
        </p:nvGraphicFramePr>
        <p:xfrm>
          <a:off x="619125" y="1714500"/>
          <a:ext cx="10953750" cy="3619500"/>
        </p:xfrm>
        <a:graphic>
          <a:graphicData uri="http://schemas.openxmlformats.org/drawingml/2006/table">
            <a:tbl>
              <a:tblPr/>
              <a:tblGrid>
                <a:gridCol w="5048250">
                  <a:extLst>
                    <a:ext uri="{9D8B030D-6E8A-4147-A177-3AD203B41FA5}">
                      <a16:colId xmlns:a16="http://schemas.microsoft.com/office/drawing/2014/main" val="20000"/>
                    </a:ext>
                  </a:extLst>
                </a:gridCol>
                <a:gridCol w="5905500">
                  <a:extLst>
                    <a:ext uri="{9D8B030D-6E8A-4147-A177-3AD203B41FA5}">
                      <a16:colId xmlns:a16="http://schemas.microsoft.com/office/drawing/2014/main" val="20001"/>
                    </a:ext>
                  </a:extLst>
                </a:gridCol>
              </a:tblGrid>
              <a:tr h="723900">
                <a:tc>
                  <a:txBody>
                    <a:bodyPr/>
                    <a:lstStyle/>
                    <a:p>
                      <a:r>
                        <a:rPr sz="1800" b="1">
                          <a:solidFill>
                            <a:srgbClr val="FFFFFF"/>
                          </a:solidFill>
                        </a:rPr>
                        <a:t>Limite observée</a:t>
                      </a:r>
                    </a:p>
                  </a:txBody>
                  <a:tcPr>
                    <a:lnL w="9525">
                      <a:solidFill>
                        <a:srgbClr val="DCE6E5"/>
                      </a:solidFill>
                    </a:lnL>
                    <a:lnR w="9525">
                      <a:solidFill>
                        <a:srgbClr val="DCE6E5"/>
                      </a:solidFill>
                    </a:lnR>
                    <a:lnT w="9525">
                      <a:solidFill>
                        <a:srgbClr val="DCE6E5"/>
                      </a:solidFill>
                    </a:lnT>
                    <a:lnB w="9525">
                      <a:solidFill>
                        <a:srgbClr val="DCE6E5"/>
                      </a:solidFill>
                    </a:lnB>
                    <a:solidFill>
                      <a:srgbClr val="17363A"/>
                    </a:solidFill>
                  </a:tcPr>
                </a:tc>
                <a:tc>
                  <a:txBody>
                    <a:bodyPr/>
                    <a:lstStyle/>
                    <a:p>
                      <a:r>
                        <a:rPr sz="1800" b="1">
                          <a:solidFill>
                            <a:srgbClr val="FFFFFF"/>
                          </a:solidFill>
                        </a:rPr>
                        <a:t>Expérience suivante</a:t>
                      </a:r>
                    </a:p>
                  </a:txBody>
                  <a:tcPr>
                    <a:lnL w="9525" cap="flat" cmpd="sng" algn="ctr">
                      <a:solidFill>
                        <a:srgbClr val="DCE6E5"/>
                      </a:solidFill>
                      <a:prstDash val="solid"/>
                      <a:round/>
                      <a:headEnd type="none" w="med" len="med"/>
                      <a:tailEnd type="none" w="med" len="med"/>
                    </a:lnL>
                    <a:lnR w="9525">
                      <a:solidFill>
                        <a:srgbClr val="DCE6E5"/>
                      </a:solidFill>
                    </a:lnR>
                    <a:lnT w="9525">
                      <a:solidFill>
                        <a:srgbClr val="DCE6E5"/>
                      </a:solidFill>
                    </a:lnT>
                    <a:lnB w="9525">
                      <a:solidFill>
                        <a:srgbClr val="DCE6E5"/>
                      </a:solidFill>
                    </a:lnB>
                    <a:solidFill>
                      <a:srgbClr val="17363A"/>
                    </a:solidFill>
                  </a:tcPr>
                </a:tc>
                <a:extLst>
                  <a:ext uri="{0D108BD9-81ED-4DB2-BD59-A6C34878D82A}">
                    <a16:rowId xmlns:a16="http://schemas.microsoft.com/office/drawing/2014/main" val="10000"/>
                  </a:ext>
                </a:extLst>
              </a:tr>
              <a:tr h="723900">
                <a:tc>
                  <a:txBody>
                    <a:bodyPr/>
                    <a:lstStyle/>
                    <a:p>
                      <a:r>
                        <a:rPr sz="1875" b="0">
                          <a:solidFill>
                            <a:srgbClr val="17363A"/>
                          </a:solidFill>
                        </a:rPr>
                        <a:t>Catalogue de 2015</a:t>
                      </a:r>
                    </a:p>
                  </a:txBody>
                  <a:tcPr>
                    <a:lnL w="9525">
                      <a:solidFill>
                        <a:srgbClr val="DCE6E5"/>
                      </a:solidFill>
                    </a:lnL>
                    <a:lnR w="9525">
                      <a:solidFill>
                        <a:srgbClr val="DCE6E5"/>
                      </a:solidFill>
                    </a:lnR>
                    <a:lnT w="9525" cap="flat" cmpd="sng" algn="ctr">
                      <a:solidFill>
                        <a:srgbClr val="DCE6E5"/>
                      </a:solidFill>
                      <a:prstDash val="solid"/>
                      <a:round/>
                      <a:headEnd type="none" w="med" len="med"/>
                      <a:tailEnd type="none" w="med" len="med"/>
                    </a:lnT>
                    <a:lnB w="9525">
                      <a:solidFill>
                        <a:srgbClr val="DCE6E5"/>
                      </a:solidFill>
                    </a:lnB>
                    <a:solidFill>
                      <a:srgbClr val="FAFCFB"/>
                    </a:solidFill>
                  </a:tcPr>
                </a:tc>
                <a:tc>
                  <a:txBody>
                    <a:bodyPr/>
                    <a:lstStyle/>
                    <a:p>
                      <a:r>
                        <a:rPr sz="1875" b="0">
                          <a:solidFill>
                            <a:srgbClr val="17363A"/>
                          </a:solidFill>
                        </a:rPr>
                        <a:t>Données récentes et test temporel</a:t>
                      </a:r>
                    </a:p>
                  </a:txBody>
                  <a:tcPr>
                    <a:lnL w="9525" cap="flat" cmpd="sng" algn="ctr">
                      <a:solidFill>
                        <a:srgbClr val="DCE6E5"/>
                      </a:solidFill>
                      <a:prstDash val="solid"/>
                      <a:round/>
                      <a:headEnd type="none" w="med" len="med"/>
                      <a:tailEnd type="none" w="med" len="med"/>
                    </a:lnL>
                    <a:lnR w="9525">
                      <a:solidFill>
                        <a:srgbClr val="DCE6E5"/>
                      </a:solidFill>
                    </a:lnR>
                    <a:lnT w="9525" cap="flat" cmpd="sng" algn="ctr">
                      <a:solidFill>
                        <a:srgbClr val="DCE6E5"/>
                      </a:solidFill>
                      <a:prstDash val="solid"/>
                      <a:round/>
                      <a:headEnd type="none" w="med" len="med"/>
                      <a:tailEnd type="none" w="med" len="med"/>
                    </a:lnT>
                    <a:lnB w="9525">
                      <a:solidFill>
                        <a:srgbClr val="DCE6E5"/>
                      </a:solidFill>
                    </a:lnB>
                    <a:solidFill>
                      <a:srgbClr val="FAFCFB"/>
                    </a:solidFill>
                  </a:tcPr>
                </a:tc>
                <a:extLst>
                  <a:ext uri="{0D108BD9-81ED-4DB2-BD59-A6C34878D82A}">
                    <a16:rowId xmlns:a16="http://schemas.microsoft.com/office/drawing/2014/main" val="10001"/>
                  </a:ext>
                </a:extLst>
              </a:tr>
              <a:tr h="723900">
                <a:tc>
                  <a:txBody>
                    <a:bodyPr/>
                    <a:lstStyle/>
                    <a:p>
                      <a:r>
                        <a:rPr sz="1875" b="0">
                          <a:solidFill>
                            <a:srgbClr val="17363A"/>
                          </a:solidFill>
                        </a:rPr>
                        <a:t>Familles dominantes</a:t>
                      </a:r>
                    </a:p>
                  </a:txBody>
                  <a:tcPr>
                    <a:lnL w="9525">
                      <a:solidFill>
                        <a:srgbClr val="DCE6E5"/>
                      </a:solidFill>
                    </a:lnL>
                    <a:lnR w="9525">
                      <a:solidFill>
                        <a:srgbClr val="DCE6E5"/>
                      </a:solidFill>
                    </a:lnR>
                    <a:lnT w="9525" cap="flat" cmpd="sng" algn="ctr">
                      <a:solidFill>
                        <a:srgbClr val="DCE6E5"/>
                      </a:solidFill>
                      <a:prstDash val="solid"/>
                      <a:round/>
                      <a:headEnd type="none" w="med" len="med"/>
                      <a:tailEnd type="none" w="med" len="med"/>
                    </a:lnT>
                    <a:lnB w="9525">
                      <a:solidFill>
                        <a:srgbClr val="DCE6E5"/>
                      </a:solidFill>
                    </a:lnB>
                    <a:solidFill>
                      <a:srgbClr val="FAFCFB"/>
                    </a:solidFill>
                  </a:tcPr>
                </a:tc>
                <a:tc>
                  <a:txBody>
                    <a:bodyPr/>
                    <a:lstStyle/>
                    <a:p>
                      <a:r>
                        <a:rPr sz="1875" b="0">
                          <a:solidFill>
                            <a:srgbClr val="17363A"/>
                          </a:solidFill>
                        </a:rPr>
                        <a:t>Pondération liée à l’usage</a:t>
                      </a:r>
                    </a:p>
                  </a:txBody>
                  <a:tcPr>
                    <a:lnL w="9525" cap="flat" cmpd="sng" algn="ctr">
                      <a:solidFill>
                        <a:srgbClr val="DCE6E5"/>
                      </a:solidFill>
                      <a:prstDash val="solid"/>
                      <a:round/>
                      <a:headEnd type="none" w="med" len="med"/>
                      <a:tailEnd type="none" w="med" len="med"/>
                    </a:lnL>
                    <a:lnR w="9525">
                      <a:solidFill>
                        <a:srgbClr val="DCE6E5"/>
                      </a:solidFill>
                    </a:lnR>
                    <a:lnT w="9525" cap="flat" cmpd="sng" algn="ctr">
                      <a:solidFill>
                        <a:srgbClr val="DCE6E5"/>
                      </a:solidFill>
                      <a:prstDash val="solid"/>
                      <a:round/>
                      <a:headEnd type="none" w="med" len="med"/>
                      <a:tailEnd type="none" w="med" len="med"/>
                    </a:lnT>
                    <a:lnB w="9525">
                      <a:solidFill>
                        <a:srgbClr val="DCE6E5"/>
                      </a:solidFill>
                    </a:lnB>
                    <a:solidFill>
                      <a:srgbClr val="FAFCFB"/>
                    </a:solidFill>
                  </a:tcPr>
                </a:tc>
                <a:extLst>
                  <a:ext uri="{0D108BD9-81ED-4DB2-BD59-A6C34878D82A}">
                    <a16:rowId xmlns:a16="http://schemas.microsoft.com/office/drawing/2014/main" val="10002"/>
                  </a:ext>
                </a:extLst>
              </a:tr>
              <a:tr h="723900">
                <a:tc>
                  <a:txBody>
                    <a:bodyPr/>
                    <a:lstStyle/>
                    <a:p>
                      <a:r>
                        <a:rPr sz="1875" b="0">
                          <a:solidFill>
                            <a:srgbClr val="17363A"/>
                          </a:solidFill>
                        </a:rPr>
                        <a:t>Distance et valeurs extrêmes</a:t>
                      </a:r>
                    </a:p>
                  </a:txBody>
                  <a:tcPr>
                    <a:lnL w="9525">
                      <a:solidFill>
                        <a:srgbClr val="DCE6E5"/>
                      </a:solidFill>
                    </a:lnL>
                    <a:lnR w="9525">
                      <a:solidFill>
                        <a:srgbClr val="DCE6E5"/>
                      </a:solidFill>
                    </a:lnR>
                    <a:lnT w="9525" cap="flat" cmpd="sng" algn="ctr">
                      <a:solidFill>
                        <a:srgbClr val="DCE6E5"/>
                      </a:solidFill>
                      <a:prstDash val="solid"/>
                      <a:round/>
                      <a:headEnd type="none" w="med" len="med"/>
                      <a:tailEnd type="none" w="med" len="med"/>
                    </a:lnT>
                    <a:lnB w="9525">
                      <a:solidFill>
                        <a:srgbClr val="DCE6E5"/>
                      </a:solidFill>
                    </a:lnB>
                    <a:solidFill>
                      <a:srgbClr val="FAFCFB"/>
                    </a:solidFill>
                  </a:tcPr>
                </a:tc>
                <a:tc>
                  <a:txBody>
                    <a:bodyPr/>
                    <a:lstStyle/>
                    <a:p>
                      <a:r>
                        <a:rPr sz="1875" b="0">
                          <a:solidFill>
                            <a:srgbClr val="17363A"/>
                          </a:solidFill>
                        </a:rPr>
                        <a:t>Standardisation robuste, autres méthodes</a:t>
                      </a:r>
                    </a:p>
                  </a:txBody>
                  <a:tcPr>
                    <a:lnL w="9525" cap="flat" cmpd="sng" algn="ctr">
                      <a:solidFill>
                        <a:srgbClr val="DCE6E5"/>
                      </a:solidFill>
                      <a:prstDash val="solid"/>
                      <a:round/>
                      <a:headEnd type="none" w="med" len="med"/>
                      <a:tailEnd type="none" w="med" len="med"/>
                    </a:lnL>
                    <a:lnR w="9525">
                      <a:solidFill>
                        <a:srgbClr val="DCE6E5"/>
                      </a:solidFill>
                    </a:lnR>
                    <a:lnT w="9525" cap="flat" cmpd="sng" algn="ctr">
                      <a:solidFill>
                        <a:srgbClr val="DCE6E5"/>
                      </a:solidFill>
                      <a:prstDash val="solid"/>
                      <a:round/>
                      <a:headEnd type="none" w="med" len="med"/>
                      <a:tailEnd type="none" w="med" len="med"/>
                    </a:lnT>
                    <a:lnB w="9525">
                      <a:solidFill>
                        <a:srgbClr val="DCE6E5"/>
                      </a:solidFill>
                    </a:lnB>
                    <a:solidFill>
                      <a:srgbClr val="FAFCFB"/>
                    </a:solidFill>
                  </a:tcPr>
                </a:tc>
                <a:extLst>
                  <a:ext uri="{0D108BD9-81ED-4DB2-BD59-A6C34878D82A}">
                    <a16:rowId xmlns:a16="http://schemas.microsoft.com/office/drawing/2014/main" val="10003"/>
                  </a:ext>
                </a:extLst>
              </a:tr>
              <a:tr h="723900">
                <a:tc>
                  <a:txBody>
                    <a:bodyPr/>
                    <a:lstStyle/>
                    <a:p>
                      <a:r>
                        <a:rPr sz="1875" b="0">
                          <a:solidFill>
                            <a:srgbClr val="17363A"/>
                          </a:solidFill>
                        </a:rPr>
                        <a:t>Usage et cycle de vie absents</a:t>
                      </a:r>
                    </a:p>
                  </a:txBody>
                  <a:tcPr>
                    <a:lnL w="9525">
                      <a:solidFill>
                        <a:srgbClr val="DCE6E5"/>
                      </a:solidFill>
                    </a:lnL>
                    <a:lnR w="9525">
                      <a:solidFill>
                        <a:srgbClr val="DCE6E5"/>
                      </a:solidFill>
                    </a:lnR>
                    <a:lnT w="9525" cap="flat" cmpd="sng" algn="ctr">
                      <a:solidFill>
                        <a:srgbClr val="DCE6E5"/>
                      </a:solidFill>
                      <a:prstDash val="solid"/>
                      <a:round/>
                      <a:headEnd type="none" w="med" len="med"/>
                      <a:tailEnd type="none" w="med" len="med"/>
                    </a:lnT>
                    <a:lnB w="9525">
                      <a:solidFill>
                        <a:srgbClr val="DCE6E5"/>
                      </a:solidFill>
                    </a:lnB>
                    <a:solidFill>
                      <a:srgbClr val="FAFCFB"/>
                    </a:solidFill>
                  </a:tcPr>
                </a:tc>
                <a:tc>
                  <a:txBody>
                    <a:bodyPr/>
                    <a:lstStyle/>
                    <a:p>
                      <a:r>
                        <a:rPr sz="1875" b="0">
                          <a:solidFill>
                            <a:srgbClr val="17363A"/>
                          </a:solidFill>
                        </a:rPr>
                        <a:t>Kilométrage, recharge, données amont</a:t>
                      </a:r>
                    </a:p>
                  </a:txBody>
                  <a:tcPr>
                    <a:lnL w="9525" cap="flat" cmpd="sng" algn="ctr">
                      <a:solidFill>
                        <a:srgbClr val="DCE6E5"/>
                      </a:solidFill>
                      <a:prstDash val="solid"/>
                      <a:round/>
                      <a:headEnd type="none" w="med" len="med"/>
                      <a:tailEnd type="none" w="med" len="med"/>
                    </a:lnL>
                    <a:lnR w="9525">
                      <a:solidFill>
                        <a:srgbClr val="DCE6E5"/>
                      </a:solidFill>
                    </a:lnR>
                    <a:lnT w="9525" cap="flat" cmpd="sng" algn="ctr">
                      <a:solidFill>
                        <a:srgbClr val="DCE6E5"/>
                      </a:solidFill>
                      <a:prstDash val="solid"/>
                      <a:round/>
                      <a:headEnd type="none" w="med" len="med"/>
                      <a:tailEnd type="none" w="med" len="med"/>
                    </a:lnT>
                    <a:lnB w="9525">
                      <a:solidFill>
                        <a:srgbClr val="DCE6E5"/>
                      </a:solidFill>
                    </a:lnB>
                    <a:solidFill>
                      <a:srgbClr val="FAFCFB"/>
                    </a:solidFill>
                  </a:tcPr>
                </a:tc>
                <a:extLst>
                  <a:ext uri="{0D108BD9-81ED-4DB2-BD59-A6C34878D82A}">
                    <a16:rowId xmlns:a16="http://schemas.microsoft.com/office/drawing/2014/main" val="10004"/>
                  </a:ext>
                </a:extLst>
              </a:tr>
            </a:tbl>
          </a:graphicData>
        </a:graphic>
      </p:graphicFrame>
      <p:sp>
        <p:nvSpPr>
          <p:cNvPr id="6" name="Rectangle 5">
            <a:extLst>
              <a:ext uri="{FF2B5EF4-FFF2-40B4-BE49-F238E27FC236}">
                <a16:creationId xmlns:a16="http://schemas.microsoft.com/office/drawing/2014/main" id="{A3B17C31-B74D-4B45-B100-EAC1E20E1EAF}"/>
              </a:ext>
            </a:extLst>
          </p:cNvPr>
          <p:cNvSpPr>
            <a:spLocks noGrp="1"/>
          </p:cNvSpPr>
          <p:nvPr/>
        </p:nvSpPr>
        <p:spPr>
          <a:xfrm>
            <a:off x="647700" y="5657850"/>
            <a:ext cx="10858500" cy="552450"/>
          </a:xfrm>
          <a:prstGeom prst="rect">
            <a:avLst/>
          </a:prstGeom>
          <a:noFill/>
          <a:ln w="0">
            <a:noFill/>
          </a:ln>
        </p:spPr>
        <p:txBody>
          <a:bodyPr/>
          <a:lstStyle>
            <a:defPPr>
              <a:defRPr sz="1950" b="1">
                <a:solidFill>
                  <a:srgbClr val="008C85"/>
                </a:solidFill>
              </a:defRPr>
            </a:defPPr>
            <a:lvl1pPr>
              <a:defRPr sz="1950" b="1">
                <a:solidFill>
                  <a:srgbClr val="008C85"/>
                </a:solidFill>
              </a:defRPr>
            </a:lvl1pPr>
            <a:lvl2pPr>
              <a:defRPr sz="1950" b="1">
                <a:solidFill>
                  <a:srgbClr val="008C85"/>
                </a:solidFill>
              </a:defRPr>
            </a:lvl2pPr>
            <a:lvl3pPr>
              <a:defRPr sz="1950" b="1">
                <a:solidFill>
                  <a:srgbClr val="008C85"/>
                </a:solidFill>
              </a:defRPr>
            </a:lvl3pPr>
            <a:lvl4pPr>
              <a:defRPr sz="1950" b="1">
                <a:solidFill>
                  <a:srgbClr val="008C85"/>
                </a:solidFill>
              </a:defRPr>
            </a:lvl4pPr>
            <a:lvl5pPr>
              <a:defRPr sz="1950" b="1">
                <a:solidFill>
                  <a:srgbClr val="008C85"/>
                </a:solidFill>
              </a:defRPr>
            </a:lvl5pPr>
            <a:lvl6pPr>
              <a:defRPr sz="1950" b="1">
                <a:solidFill>
                  <a:srgbClr val="008C85"/>
                </a:solidFill>
              </a:defRPr>
            </a:lvl6pPr>
            <a:lvl7pPr>
              <a:defRPr sz="1950" b="1">
                <a:solidFill>
                  <a:srgbClr val="008C85"/>
                </a:solidFill>
              </a:defRPr>
            </a:lvl7pPr>
            <a:lvl8pPr>
              <a:defRPr sz="1950" b="1">
                <a:solidFill>
                  <a:srgbClr val="008C85"/>
                </a:solidFill>
              </a:defRPr>
            </a:lvl8pPr>
            <a:lvl9pPr>
              <a:defRPr sz="1950" b="1">
                <a:solidFill>
                  <a:srgbClr val="008C85"/>
                </a:solidFill>
              </a:defRPr>
            </a:lvl9pPr>
          </a:lstStyle>
          <a:p>
            <a:pPr>
              <a:defRPr sz="1950" b="1">
                <a:solidFill>
                  <a:srgbClr val="008C85"/>
                </a:solidFill>
              </a:defRPr>
            </a:pPr>
            <a:r>
              <a:rPr sz="1950" b="1">
                <a:solidFill>
                  <a:srgbClr val="008C85"/>
                </a:solidFill>
              </a:rPr>
              <a:t>Une amélioration répond à une limite mesurée</a:t>
            </a:r>
          </a:p>
        </p:txBody>
      </p:sp>
      <p:sp>
        <p:nvSpPr>
          <p:cNvPr id="8" name="presenter-badge">
            <a:extLst>
              <a:ext uri="{FF2B5EF4-FFF2-40B4-BE49-F238E27FC236}">
                <a16:creationId xmlns:a16="http://schemas.microsoft.com/office/drawing/2014/main" id="{783AC0C1-DFD9-D28E-25C0-6454D21949C5}"/>
              </a:ext>
            </a:extLst>
          </p:cNvPr>
          <p:cNvSpPr>
            <a:spLocks noGrp="1"/>
          </p:cNvSpPr>
          <p:nvPr/>
        </p:nvSpPr>
        <p:spPr>
          <a:xfrm>
            <a:off x="9429750" y="6286500"/>
            <a:ext cx="1428750" cy="323850"/>
          </a:xfrm>
          <a:prstGeom prst="roundRect">
            <a:avLst>
              <a:gd name="adj" fmla="val 50000"/>
            </a:avLst>
          </a:prstGeom>
          <a:solidFill>
            <a:srgbClr val="00756F"/>
          </a:solidFill>
          <a:ln w="0">
            <a:noFill/>
          </a:ln>
        </p:spPr>
        <p:txBody>
          <a:bodyPr lIns="0" tIns="0" rIns="0" bIns="0" anchor="ctr"/>
          <a:lstStyle>
            <a:defPPr algn="ctr">
              <a:defRPr sz="1500" b="1">
                <a:solidFill>
                  <a:srgbClr val="FFFFFF"/>
                </a:solidFill>
              </a:defRPr>
            </a:defPPr>
            <a:lvl1pPr algn="ctr">
              <a:defRPr sz="1500" b="1">
                <a:solidFill>
                  <a:srgbClr val="FFFFFF"/>
                </a:solidFill>
              </a:defRPr>
            </a:lvl1pPr>
            <a:lvl2pPr algn="ctr">
              <a:defRPr sz="1500" b="1">
                <a:solidFill>
                  <a:srgbClr val="FFFFFF"/>
                </a:solidFill>
              </a:defRPr>
            </a:lvl2pPr>
            <a:lvl3pPr algn="ctr">
              <a:defRPr sz="1500" b="1">
                <a:solidFill>
                  <a:srgbClr val="FFFFFF"/>
                </a:solidFill>
              </a:defRPr>
            </a:lvl3pPr>
            <a:lvl4pPr algn="ctr">
              <a:defRPr sz="1500" b="1">
                <a:solidFill>
                  <a:srgbClr val="FFFFFF"/>
                </a:solidFill>
              </a:defRPr>
            </a:lvl4pPr>
            <a:lvl5pPr algn="ctr">
              <a:defRPr sz="1500" b="1">
                <a:solidFill>
                  <a:srgbClr val="FFFFFF"/>
                </a:solidFill>
              </a:defRPr>
            </a:lvl5pPr>
            <a:lvl6pPr algn="ctr">
              <a:defRPr sz="1500" b="1">
                <a:solidFill>
                  <a:srgbClr val="FFFFFF"/>
                </a:solidFill>
              </a:defRPr>
            </a:lvl6pPr>
            <a:lvl7pPr algn="ctr">
              <a:defRPr sz="1500" b="1">
                <a:solidFill>
                  <a:srgbClr val="FFFFFF"/>
                </a:solidFill>
              </a:defRPr>
            </a:lvl7pPr>
            <a:lvl8pPr algn="ctr">
              <a:defRPr sz="1500" b="1">
                <a:solidFill>
                  <a:srgbClr val="FFFFFF"/>
                </a:solidFill>
              </a:defRPr>
            </a:lvl8pPr>
            <a:lvl9pPr algn="ctr">
              <a:defRPr sz="1500" b="1">
                <a:solidFill>
                  <a:srgbClr val="FFFFFF"/>
                </a:solidFill>
              </a:defRPr>
            </a:lvl9pPr>
          </a:lstStyle>
          <a:p>
            <a:pPr algn="ctr">
              <a:defRPr sz="1500" b="1">
                <a:solidFill>
                  <a:srgbClr val="FFFFFF"/>
                </a:solidFill>
              </a:defRPr>
            </a:pPr>
            <a:r>
              <a:rPr sz="1500" b="1">
                <a:solidFill>
                  <a:srgbClr val="FFFFFF"/>
                </a:solidFill>
              </a:rPr>
              <a:t>Clément</a:t>
            </a:r>
          </a:p>
        </p:txBody>
      </p:sp>
    </p:spTree>
    <p:extLst>
      <p:ext uri="{BB962C8B-B14F-4D97-AF65-F5344CB8AC3E}">
        <p14:creationId xmlns:p14="http://schemas.microsoft.com/office/powerpoint/2010/main" val="9836872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AFCFB"/>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5042ADD-D02D-4672-8B4D-0D2D1A6F87C4}"/>
              </a:ext>
            </a:extLst>
          </p:cNvPr>
          <p:cNvSpPr>
            <a:spLocks noGrp="1"/>
          </p:cNvSpPr>
          <p:nvPr/>
        </p:nvSpPr>
        <p:spPr>
          <a:xfrm>
            <a:off x="619125" y="457200"/>
            <a:ext cx="10953750" cy="857250"/>
          </a:xfrm>
          <a:prstGeom prst="rect">
            <a:avLst/>
          </a:prstGeom>
          <a:noFill/>
          <a:ln w="0">
            <a:noFill/>
          </a:ln>
        </p:spPr>
        <p:txBody>
          <a:bodyPr/>
          <a:lstStyle>
            <a:defPPr>
              <a:defRPr sz="3225" b="1">
                <a:solidFill>
                  <a:srgbClr val="17363A"/>
                </a:solidFill>
              </a:defRPr>
            </a:defPPr>
            <a:lvl1pPr>
              <a:defRPr sz="3225" b="1">
                <a:solidFill>
                  <a:srgbClr val="17363A"/>
                </a:solidFill>
              </a:defRPr>
            </a:lvl1pPr>
            <a:lvl2pPr>
              <a:defRPr sz="3225" b="1">
                <a:solidFill>
                  <a:srgbClr val="17363A"/>
                </a:solidFill>
              </a:defRPr>
            </a:lvl2pPr>
            <a:lvl3pPr>
              <a:defRPr sz="3225" b="1">
                <a:solidFill>
                  <a:srgbClr val="17363A"/>
                </a:solidFill>
              </a:defRPr>
            </a:lvl3pPr>
            <a:lvl4pPr>
              <a:defRPr sz="3225" b="1">
                <a:solidFill>
                  <a:srgbClr val="17363A"/>
                </a:solidFill>
              </a:defRPr>
            </a:lvl4pPr>
            <a:lvl5pPr>
              <a:defRPr sz="3225" b="1">
                <a:solidFill>
                  <a:srgbClr val="17363A"/>
                </a:solidFill>
              </a:defRPr>
            </a:lvl5pPr>
            <a:lvl6pPr>
              <a:defRPr sz="3225" b="1">
                <a:solidFill>
                  <a:srgbClr val="17363A"/>
                </a:solidFill>
              </a:defRPr>
            </a:lvl6pPr>
            <a:lvl7pPr>
              <a:defRPr sz="3225" b="1">
                <a:solidFill>
                  <a:srgbClr val="17363A"/>
                </a:solidFill>
              </a:defRPr>
            </a:lvl7pPr>
            <a:lvl8pPr>
              <a:defRPr sz="3225" b="1">
                <a:solidFill>
                  <a:srgbClr val="17363A"/>
                </a:solidFill>
              </a:defRPr>
            </a:lvl8pPr>
            <a:lvl9pPr>
              <a:defRPr sz="3225" b="1">
                <a:solidFill>
                  <a:srgbClr val="17363A"/>
                </a:solidFill>
              </a:defRPr>
            </a:lvl9pPr>
          </a:lstStyle>
          <a:p>
            <a:pPr>
              <a:defRPr sz="3225" b="1">
                <a:solidFill>
                  <a:srgbClr val="17363A"/>
                </a:solidFill>
              </a:defRPr>
            </a:pPr>
            <a:r>
              <a:rPr sz="3225" b="1">
                <a:solidFill>
                  <a:srgbClr val="17363A"/>
                </a:solidFill>
              </a:rPr>
              <a:t>Ce que permet cette étude</a:t>
            </a:r>
          </a:p>
        </p:txBody>
      </p:sp>
      <p:sp>
        <p:nvSpPr>
          <p:cNvPr id="3" name="Rectangle 2">
            <a:extLst>
              <a:ext uri="{FF2B5EF4-FFF2-40B4-BE49-F238E27FC236}">
                <a16:creationId xmlns:a16="http://schemas.microsoft.com/office/drawing/2014/main" id="{906D810B-8564-415F-99BF-834A6137DE3E}"/>
              </a:ext>
            </a:extLst>
          </p:cNvPr>
          <p:cNvSpPr>
            <a:spLocks noGrp="1"/>
          </p:cNvSpPr>
          <p:nvPr/>
        </p:nvSpPr>
        <p:spPr>
          <a:xfrm>
            <a:off x="628650" y="6362700"/>
            <a:ext cx="8096250" cy="228600"/>
          </a:xfrm>
          <a:prstGeom prst="rect">
            <a:avLst/>
          </a:prstGeom>
          <a:noFill/>
          <a:ln w="0">
            <a:noFill/>
          </a:ln>
        </p:spPr>
        <p:txBody>
          <a:bodyPr/>
          <a:lstStyle>
            <a:defPPr>
              <a:defRPr sz="1275" b="0">
                <a:solidFill>
                  <a:srgbClr val="5A6E71"/>
                </a:solidFill>
              </a:defRPr>
            </a:defPPr>
            <a:lvl1pPr>
              <a:defRPr sz="1275" b="0">
                <a:solidFill>
                  <a:srgbClr val="5A6E71"/>
                </a:solidFill>
              </a:defRPr>
            </a:lvl1pPr>
            <a:lvl2pPr>
              <a:defRPr sz="1275" b="0">
                <a:solidFill>
                  <a:srgbClr val="5A6E71"/>
                </a:solidFill>
              </a:defRPr>
            </a:lvl2pPr>
            <a:lvl3pPr>
              <a:defRPr sz="1275" b="0">
                <a:solidFill>
                  <a:srgbClr val="5A6E71"/>
                </a:solidFill>
              </a:defRPr>
            </a:lvl3pPr>
            <a:lvl4pPr>
              <a:defRPr sz="1275" b="0">
                <a:solidFill>
                  <a:srgbClr val="5A6E71"/>
                </a:solidFill>
              </a:defRPr>
            </a:lvl4pPr>
            <a:lvl5pPr>
              <a:defRPr sz="1275" b="0">
                <a:solidFill>
                  <a:srgbClr val="5A6E71"/>
                </a:solidFill>
              </a:defRPr>
            </a:lvl5pPr>
            <a:lvl6pPr>
              <a:defRPr sz="1275" b="0">
                <a:solidFill>
                  <a:srgbClr val="5A6E71"/>
                </a:solidFill>
              </a:defRPr>
            </a:lvl6pPr>
            <a:lvl7pPr>
              <a:defRPr sz="1275" b="0">
                <a:solidFill>
                  <a:srgbClr val="5A6E71"/>
                </a:solidFill>
              </a:defRPr>
            </a:lvl7pPr>
            <a:lvl8pPr>
              <a:defRPr sz="1275" b="0">
                <a:solidFill>
                  <a:srgbClr val="5A6E71"/>
                </a:solidFill>
              </a:defRPr>
            </a:lvl8pPr>
            <a:lvl9pPr>
              <a:defRPr sz="1275" b="0">
                <a:solidFill>
                  <a:srgbClr val="5A6E71"/>
                </a:solidFill>
              </a:defRPr>
            </a:lvl9pPr>
          </a:lstStyle>
          <a:p>
            <a:pPr>
              <a:defRPr sz="1275" b="0">
                <a:solidFill>
                  <a:srgbClr val="5A6E71"/>
                </a:solidFill>
              </a:defRPr>
            </a:pPr>
            <a:r>
              <a:rPr sz="1275" b="0">
                <a:solidFill>
                  <a:srgbClr val="5A6E71"/>
                </a:solidFill>
              </a:rPr>
              <a:t>04   RECUL ET CONCLUSION   /   5 MIN</a:t>
            </a:r>
          </a:p>
        </p:txBody>
      </p:sp>
      <p:sp>
        <p:nvSpPr>
          <p:cNvPr id="4" name="Rectangle 3">
            <a:extLst>
              <a:ext uri="{FF2B5EF4-FFF2-40B4-BE49-F238E27FC236}">
                <a16:creationId xmlns:a16="http://schemas.microsoft.com/office/drawing/2014/main" id="{9225A956-513C-435C-A0B7-CC7632919D6F}"/>
              </a:ext>
            </a:extLst>
          </p:cNvPr>
          <p:cNvSpPr>
            <a:spLocks noGrp="1"/>
          </p:cNvSpPr>
          <p:nvPr/>
        </p:nvSpPr>
        <p:spPr>
          <a:xfrm>
            <a:off x="11029950" y="6362700"/>
            <a:ext cx="571500" cy="228600"/>
          </a:xfrm>
          <a:prstGeom prst="rect">
            <a:avLst/>
          </a:prstGeom>
          <a:noFill/>
          <a:ln w="0">
            <a:noFill/>
          </a:ln>
        </p:spPr>
        <p:txBody>
          <a:bodyPr/>
          <a:lstStyle>
            <a:defPPr>
              <a:defRPr sz="1275" b="0">
                <a:solidFill>
                  <a:srgbClr val="5A6E71"/>
                </a:solidFill>
              </a:defRPr>
            </a:defPPr>
            <a:lvl1pPr>
              <a:defRPr sz="1275" b="0">
                <a:solidFill>
                  <a:srgbClr val="5A6E71"/>
                </a:solidFill>
              </a:defRPr>
            </a:lvl1pPr>
            <a:lvl2pPr>
              <a:defRPr sz="1275" b="0">
                <a:solidFill>
                  <a:srgbClr val="5A6E71"/>
                </a:solidFill>
              </a:defRPr>
            </a:lvl2pPr>
            <a:lvl3pPr>
              <a:defRPr sz="1275" b="0">
                <a:solidFill>
                  <a:srgbClr val="5A6E71"/>
                </a:solidFill>
              </a:defRPr>
            </a:lvl3pPr>
            <a:lvl4pPr>
              <a:defRPr sz="1275" b="0">
                <a:solidFill>
                  <a:srgbClr val="5A6E71"/>
                </a:solidFill>
              </a:defRPr>
            </a:lvl4pPr>
            <a:lvl5pPr>
              <a:defRPr sz="1275" b="0">
                <a:solidFill>
                  <a:srgbClr val="5A6E71"/>
                </a:solidFill>
              </a:defRPr>
            </a:lvl5pPr>
            <a:lvl6pPr>
              <a:defRPr sz="1275" b="0">
                <a:solidFill>
                  <a:srgbClr val="5A6E71"/>
                </a:solidFill>
              </a:defRPr>
            </a:lvl6pPr>
            <a:lvl7pPr>
              <a:defRPr sz="1275" b="0">
                <a:solidFill>
                  <a:srgbClr val="5A6E71"/>
                </a:solidFill>
              </a:defRPr>
            </a:lvl7pPr>
            <a:lvl8pPr>
              <a:defRPr sz="1275" b="0">
                <a:solidFill>
                  <a:srgbClr val="5A6E71"/>
                </a:solidFill>
              </a:defRPr>
            </a:lvl8pPr>
            <a:lvl9pPr>
              <a:defRPr sz="1275" b="0">
                <a:solidFill>
                  <a:srgbClr val="5A6E71"/>
                </a:solidFill>
              </a:defRPr>
            </a:lvl9pPr>
          </a:lstStyle>
          <a:p>
            <a:pPr>
              <a:defRPr sz="1275" b="0">
                <a:solidFill>
                  <a:srgbClr val="5A6E71"/>
                </a:solidFill>
              </a:defRPr>
            </a:pPr>
            <a:r>
              <a:rPr sz="1275" b="0">
                <a:solidFill>
                  <a:srgbClr val="5A6E71"/>
                </a:solidFill>
              </a:rPr>
              <a:t>23</a:t>
            </a:r>
          </a:p>
        </p:txBody>
      </p:sp>
      <p:sp>
        <p:nvSpPr>
          <p:cNvPr id="5" name="Rectangle 4">
            <a:extLst>
              <a:ext uri="{FF2B5EF4-FFF2-40B4-BE49-F238E27FC236}">
                <a16:creationId xmlns:a16="http://schemas.microsoft.com/office/drawing/2014/main" id="{1D04BDEE-6A36-41E6-A891-DE0A35B37E7E}"/>
              </a:ext>
            </a:extLst>
          </p:cNvPr>
          <p:cNvSpPr>
            <a:spLocks noGrp="1"/>
          </p:cNvSpPr>
          <p:nvPr/>
        </p:nvSpPr>
        <p:spPr>
          <a:xfrm>
            <a:off x="714375" y="1714500"/>
            <a:ext cx="4286250" cy="904875"/>
          </a:xfrm>
          <a:prstGeom prst="rect">
            <a:avLst/>
          </a:prstGeom>
          <a:noFill/>
          <a:ln w="0">
            <a:noFill/>
          </a:ln>
        </p:spPr>
        <p:txBody>
          <a:bodyPr/>
          <a:lstStyle>
            <a:defPPr>
              <a:defRPr sz="4350" b="1">
                <a:solidFill>
                  <a:srgbClr val="008C85"/>
                </a:solidFill>
              </a:defRPr>
            </a:defPPr>
            <a:lvl1pPr>
              <a:defRPr sz="4350" b="1">
                <a:solidFill>
                  <a:srgbClr val="008C85"/>
                </a:solidFill>
              </a:defRPr>
            </a:lvl1pPr>
            <a:lvl2pPr>
              <a:defRPr sz="4350" b="1">
                <a:solidFill>
                  <a:srgbClr val="008C85"/>
                </a:solidFill>
              </a:defRPr>
            </a:lvl2pPr>
            <a:lvl3pPr>
              <a:defRPr sz="4350" b="1">
                <a:solidFill>
                  <a:srgbClr val="008C85"/>
                </a:solidFill>
              </a:defRPr>
            </a:lvl3pPr>
            <a:lvl4pPr>
              <a:defRPr sz="4350" b="1">
                <a:solidFill>
                  <a:srgbClr val="008C85"/>
                </a:solidFill>
              </a:defRPr>
            </a:lvl4pPr>
            <a:lvl5pPr>
              <a:defRPr sz="4350" b="1">
                <a:solidFill>
                  <a:srgbClr val="008C85"/>
                </a:solidFill>
              </a:defRPr>
            </a:lvl5pPr>
            <a:lvl6pPr>
              <a:defRPr sz="4350" b="1">
                <a:solidFill>
                  <a:srgbClr val="008C85"/>
                </a:solidFill>
              </a:defRPr>
            </a:lvl6pPr>
            <a:lvl7pPr>
              <a:defRPr sz="4350" b="1">
                <a:solidFill>
                  <a:srgbClr val="008C85"/>
                </a:solidFill>
              </a:defRPr>
            </a:lvl7pPr>
            <a:lvl8pPr>
              <a:defRPr sz="4350" b="1">
                <a:solidFill>
                  <a:srgbClr val="008C85"/>
                </a:solidFill>
              </a:defRPr>
            </a:lvl8pPr>
            <a:lvl9pPr>
              <a:defRPr sz="4350" b="1">
                <a:solidFill>
                  <a:srgbClr val="008C85"/>
                </a:solidFill>
              </a:defRPr>
            </a:lvl9pPr>
          </a:lstStyle>
          <a:p>
            <a:pPr>
              <a:defRPr sz="4350" b="1">
                <a:solidFill>
                  <a:srgbClr val="008C85"/>
                </a:solidFill>
              </a:defRPr>
            </a:pPr>
            <a:r>
              <a:rPr sz="4350" b="1">
                <a:solidFill>
                  <a:srgbClr val="008C85"/>
                </a:solidFill>
              </a:rPr>
              <a:t>16,8 g/km</a:t>
            </a:r>
          </a:p>
        </p:txBody>
      </p:sp>
      <p:sp>
        <p:nvSpPr>
          <p:cNvPr id="6" name="Rectangle 5">
            <a:extLst>
              <a:ext uri="{FF2B5EF4-FFF2-40B4-BE49-F238E27FC236}">
                <a16:creationId xmlns:a16="http://schemas.microsoft.com/office/drawing/2014/main" id="{677AE57B-FF1C-47E7-A82D-7BB1153281D0}"/>
              </a:ext>
            </a:extLst>
          </p:cNvPr>
          <p:cNvSpPr>
            <a:spLocks noGrp="1"/>
          </p:cNvSpPr>
          <p:nvPr/>
        </p:nvSpPr>
        <p:spPr>
          <a:xfrm>
            <a:off x="752475" y="2724150"/>
            <a:ext cx="4476750" cy="857250"/>
          </a:xfrm>
          <a:prstGeom prst="rect">
            <a:avLst/>
          </a:prstGeom>
          <a:noFill/>
          <a:ln w="0">
            <a:noFill/>
          </a:ln>
        </p:spPr>
        <p:txBody>
          <a:bodyPr/>
          <a:lstStyle>
            <a:defPPr>
              <a:defRPr sz="2175" b="0">
                <a:solidFill>
                  <a:srgbClr val="17363A"/>
                </a:solidFill>
              </a:defRPr>
            </a:defPPr>
            <a:lvl1pPr>
              <a:defRPr sz="2175" b="0">
                <a:solidFill>
                  <a:srgbClr val="17363A"/>
                </a:solidFill>
              </a:defRPr>
            </a:lvl1pPr>
            <a:lvl2pPr>
              <a:defRPr sz="2175" b="0">
                <a:solidFill>
                  <a:srgbClr val="17363A"/>
                </a:solidFill>
              </a:defRPr>
            </a:lvl2pPr>
            <a:lvl3pPr>
              <a:defRPr sz="2175" b="0">
                <a:solidFill>
                  <a:srgbClr val="17363A"/>
                </a:solidFill>
              </a:defRPr>
            </a:lvl3pPr>
            <a:lvl4pPr>
              <a:defRPr sz="2175" b="0">
                <a:solidFill>
                  <a:srgbClr val="17363A"/>
                </a:solidFill>
              </a:defRPr>
            </a:lvl4pPr>
            <a:lvl5pPr>
              <a:defRPr sz="2175" b="0">
                <a:solidFill>
                  <a:srgbClr val="17363A"/>
                </a:solidFill>
              </a:defRPr>
            </a:lvl5pPr>
            <a:lvl6pPr>
              <a:defRPr sz="2175" b="0">
                <a:solidFill>
                  <a:srgbClr val="17363A"/>
                </a:solidFill>
              </a:defRPr>
            </a:lvl6pPr>
            <a:lvl7pPr>
              <a:defRPr sz="2175" b="0">
                <a:solidFill>
                  <a:srgbClr val="17363A"/>
                </a:solidFill>
              </a:defRPr>
            </a:lvl7pPr>
            <a:lvl8pPr>
              <a:defRPr sz="2175" b="0">
                <a:solidFill>
                  <a:srgbClr val="17363A"/>
                </a:solidFill>
              </a:defRPr>
            </a:lvl8pPr>
            <a:lvl9pPr>
              <a:defRPr sz="2175" b="0">
                <a:solidFill>
                  <a:srgbClr val="17363A"/>
                </a:solidFill>
              </a:defRPr>
            </a:lvl9pPr>
          </a:lstStyle>
          <a:p>
            <a:pPr>
              <a:defRPr sz="2175" b="0">
                <a:solidFill>
                  <a:srgbClr val="17363A"/>
                </a:solidFill>
              </a:defRPr>
            </a:pPr>
            <a:r>
              <a:rPr sz="2175" b="0">
                <a:solidFill>
                  <a:srgbClr val="17363A"/>
                </a:solidFill>
              </a:rPr>
              <a:t>MAE sur le test familial</a:t>
            </a:r>
          </a:p>
        </p:txBody>
      </p:sp>
      <p:sp>
        <p:nvSpPr>
          <p:cNvPr id="7" name="Rectangle 6">
            <a:extLst>
              <a:ext uri="{FF2B5EF4-FFF2-40B4-BE49-F238E27FC236}">
                <a16:creationId xmlns:a16="http://schemas.microsoft.com/office/drawing/2014/main" id="{85AEA0A4-D87F-4273-A4B8-9BD0686FB027}"/>
              </a:ext>
            </a:extLst>
          </p:cNvPr>
          <p:cNvSpPr>
            <a:spLocks noGrp="1"/>
          </p:cNvSpPr>
          <p:nvPr/>
        </p:nvSpPr>
        <p:spPr>
          <a:xfrm>
            <a:off x="7096125" y="1714500"/>
            <a:ext cx="4429125" cy="904875"/>
          </a:xfrm>
          <a:prstGeom prst="rect">
            <a:avLst/>
          </a:prstGeom>
          <a:noFill/>
          <a:ln w="0">
            <a:noFill/>
          </a:ln>
        </p:spPr>
        <p:txBody>
          <a:bodyPr/>
          <a:lstStyle>
            <a:defPPr>
              <a:defRPr sz="4350" b="1">
                <a:solidFill>
                  <a:srgbClr val="4179B7"/>
                </a:solidFill>
              </a:defRPr>
            </a:defPPr>
            <a:lvl1pPr>
              <a:defRPr sz="4350" b="1">
                <a:solidFill>
                  <a:srgbClr val="4179B7"/>
                </a:solidFill>
              </a:defRPr>
            </a:lvl1pPr>
            <a:lvl2pPr>
              <a:defRPr sz="4350" b="1">
                <a:solidFill>
                  <a:srgbClr val="4179B7"/>
                </a:solidFill>
              </a:defRPr>
            </a:lvl2pPr>
            <a:lvl3pPr>
              <a:defRPr sz="4350" b="1">
                <a:solidFill>
                  <a:srgbClr val="4179B7"/>
                </a:solidFill>
              </a:defRPr>
            </a:lvl3pPr>
            <a:lvl4pPr>
              <a:defRPr sz="4350" b="1">
                <a:solidFill>
                  <a:srgbClr val="4179B7"/>
                </a:solidFill>
              </a:defRPr>
            </a:lvl4pPr>
            <a:lvl5pPr>
              <a:defRPr sz="4350" b="1">
                <a:solidFill>
                  <a:srgbClr val="4179B7"/>
                </a:solidFill>
              </a:defRPr>
            </a:lvl5pPr>
            <a:lvl6pPr>
              <a:defRPr sz="4350" b="1">
                <a:solidFill>
                  <a:srgbClr val="4179B7"/>
                </a:solidFill>
              </a:defRPr>
            </a:lvl6pPr>
            <a:lvl7pPr>
              <a:defRPr sz="4350" b="1">
                <a:solidFill>
                  <a:srgbClr val="4179B7"/>
                </a:solidFill>
              </a:defRPr>
            </a:lvl7pPr>
            <a:lvl8pPr>
              <a:defRPr sz="4350" b="1">
                <a:solidFill>
                  <a:srgbClr val="4179B7"/>
                </a:solidFill>
              </a:defRPr>
            </a:lvl8pPr>
            <a:lvl9pPr>
              <a:defRPr sz="4350" b="1">
                <a:solidFill>
                  <a:srgbClr val="4179B7"/>
                </a:solidFill>
              </a:defRPr>
            </a:lvl9pPr>
          </a:lstStyle>
          <a:p>
            <a:pPr>
              <a:defRPr sz="4350" b="1">
                <a:solidFill>
                  <a:srgbClr val="4179B7"/>
                </a:solidFill>
              </a:defRPr>
            </a:pPr>
            <a:r>
              <a:rPr sz="4350" b="1">
                <a:solidFill>
                  <a:srgbClr val="4179B7"/>
                </a:solidFill>
              </a:rPr>
              <a:t>3 profils</a:t>
            </a:r>
          </a:p>
        </p:txBody>
      </p:sp>
      <p:sp>
        <p:nvSpPr>
          <p:cNvPr id="8" name="Rectangle 7">
            <a:extLst>
              <a:ext uri="{FF2B5EF4-FFF2-40B4-BE49-F238E27FC236}">
                <a16:creationId xmlns:a16="http://schemas.microsoft.com/office/drawing/2014/main" id="{588CD985-82FA-421A-A1A8-7A7E89226334}"/>
              </a:ext>
            </a:extLst>
          </p:cNvPr>
          <p:cNvSpPr>
            <a:spLocks noGrp="1"/>
          </p:cNvSpPr>
          <p:nvPr/>
        </p:nvSpPr>
        <p:spPr>
          <a:xfrm>
            <a:off x="7134225" y="2724150"/>
            <a:ext cx="4381500" cy="857250"/>
          </a:xfrm>
          <a:prstGeom prst="rect">
            <a:avLst/>
          </a:prstGeom>
          <a:noFill/>
          <a:ln w="0">
            <a:noFill/>
          </a:ln>
        </p:spPr>
        <p:txBody>
          <a:bodyPr/>
          <a:lstStyle>
            <a:defPPr>
              <a:defRPr sz="2175" b="0">
                <a:solidFill>
                  <a:srgbClr val="17363A"/>
                </a:solidFill>
              </a:defRPr>
            </a:defPPr>
            <a:lvl1pPr>
              <a:defRPr sz="2175" b="0">
                <a:solidFill>
                  <a:srgbClr val="17363A"/>
                </a:solidFill>
              </a:defRPr>
            </a:lvl1pPr>
            <a:lvl2pPr>
              <a:defRPr sz="2175" b="0">
                <a:solidFill>
                  <a:srgbClr val="17363A"/>
                </a:solidFill>
              </a:defRPr>
            </a:lvl2pPr>
            <a:lvl3pPr>
              <a:defRPr sz="2175" b="0">
                <a:solidFill>
                  <a:srgbClr val="17363A"/>
                </a:solidFill>
              </a:defRPr>
            </a:lvl3pPr>
            <a:lvl4pPr>
              <a:defRPr sz="2175" b="0">
                <a:solidFill>
                  <a:srgbClr val="17363A"/>
                </a:solidFill>
              </a:defRPr>
            </a:lvl4pPr>
            <a:lvl5pPr>
              <a:defRPr sz="2175" b="0">
                <a:solidFill>
                  <a:srgbClr val="17363A"/>
                </a:solidFill>
              </a:defRPr>
            </a:lvl5pPr>
            <a:lvl6pPr>
              <a:defRPr sz="2175" b="0">
                <a:solidFill>
                  <a:srgbClr val="17363A"/>
                </a:solidFill>
              </a:defRPr>
            </a:lvl6pPr>
            <a:lvl7pPr>
              <a:defRPr sz="2175" b="0">
                <a:solidFill>
                  <a:srgbClr val="17363A"/>
                </a:solidFill>
              </a:defRPr>
            </a:lvl7pPr>
            <a:lvl8pPr>
              <a:defRPr sz="2175" b="0">
                <a:solidFill>
                  <a:srgbClr val="17363A"/>
                </a:solidFill>
              </a:defRPr>
            </a:lvl8pPr>
            <a:lvl9pPr>
              <a:defRPr sz="2175" b="0">
                <a:solidFill>
                  <a:srgbClr val="17363A"/>
                </a:solidFill>
              </a:defRPr>
            </a:lvl9pPr>
          </a:lstStyle>
          <a:p>
            <a:pPr>
              <a:defRPr sz="2175" b="0">
                <a:solidFill>
                  <a:srgbClr val="17363A"/>
                </a:solidFill>
              </a:defRPr>
            </a:pPr>
            <a:r>
              <a:rPr sz="2175" b="0">
                <a:solidFill>
                  <a:srgbClr val="17363A"/>
                </a:solidFill>
              </a:rPr>
              <a:t>Cohérents et descriptifs</a:t>
            </a:r>
          </a:p>
        </p:txBody>
      </p:sp>
      <p:sp>
        <p:nvSpPr>
          <p:cNvPr id="9" name="Rectangle 8">
            <a:extLst>
              <a:ext uri="{FF2B5EF4-FFF2-40B4-BE49-F238E27FC236}">
                <a16:creationId xmlns:a16="http://schemas.microsoft.com/office/drawing/2014/main" id="{9D582838-7BB4-4A83-9350-F5A9AC12B950}"/>
              </a:ext>
            </a:extLst>
          </p:cNvPr>
          <p:cNvSpPr>
            <a:spLocks noGrp="1"/>
          </p:cNvSpPr>
          <p:nvPr/>
        </p:nvSpPr>
        <p:spPr>
          <a:xfrm>
            <a:off x="714375" y="3962400"/>
            <a:ext cx="4572000" cy="838200"/>
          </a:xfrm>
          <a:prstGeom prst="rect">
            <a:avLst/>
          </a:prstGeom>
          <a:noFill/>
          <a:ln w="0">
            <a:noFill/>
          </a:ln>
        </p:spPr>
        <p:txBody>
          <a:bodyPr/>
          <a:lstStyle>
            <a:defPPr>
              <a:defRPr sz="3975" b="1">
                <a:solidFill>
                  <a:srgbClr val="DE8736"/>
                </a:solidFill>
              </a:defRPr>
            </a:defPPr>
            <a:lvl1pPr>
              <a:defRPr sz="3975" b="1">
                <a:solidFill>
                  <a:srgbClr val="DE8736"/>
                </a:solidFill>
              </a:defRPr>
            </a:lvl1pPr>
            <a:lvl2pPr>
              <a:defRPr sz="3975" b="1">
                <a:solidFill>
                  <a:srgbClr val="DE8736"/>
                </a:solidFill>
              </a:defRPr>
            </a:lvl2pPr>
            <a:lvl3pPr>
              <a:defRPr sz="3975" b="1">
                <a:solidFill>
                  <a:srgbClr val="DE8736"/>
                </a:solidFill>
              </a:defRPr>
            </a:lvl3pPr>
            <a:lvl4pPr>
              <a:defRPr sz="3975" b="1">
                <a:solidFill>
                  <a:srgbClr val="DE8736"/>
                </a:solidFill>
              </a:defRPr>
            </a:lvl4pPr>
            <a:lvl5pPr>
              <a:defRPr sz="3975" b="1">
                <a:solidFill>
                  <a:srgbClr val="DE8736"/>
                </a:solidFill>
              </a:defRPr>
            </a:lvl5pPr>
            <a:lvl6pPr>
              <a:defRPr sz="3975" b="1">
                <a:solidFill>
                  <a:srgbClr val="DE8736"/>
                </a:solidFill>
              </a:defRPr>
            </a:lvl6pPr>
            <a:lvl7pPr>
              <a:defRPr sz="3975" b="1">
                <a:solidFill>
                  <a:srgbClr val="DE8736"/>
                </a:solidFill>
              </a:defRPr>
            </a:lvl7pPr>
            <a:lvl8pPr>
              <a:defRPr sz="3975" b="1">
                <a:solidFill>
                  <a:srgbClr val="DE8736"/>
                </a:solidFill>
              </a:defRPr>
            </a:lvl8pPr>
            <a:lvl9pPr>
              <a:defRPr sz="3975" b="1">
                <a:solidFill>
                  <a:srgbClr val="DE8736"/>
                </a:solidFill>
              </a:defRPr>
            </a:lvl9pPr>
          </a:lstStyle>
          <a:p>
            <a:pPr>
              <a:defRPr sz="3975" b="1">
                <a:solidFill>
                  <a:srgbClr val="DE8736"/>
                </a:solidFill>
              </a:defRPr>
            </a:pPr>
            <a:r>
              <a:rPr sz="3975" b="1">
                <a:solidFill>
                  <a:srgbClr val="DE8736"/>
                </a:solidFill>
              </a:rPr>
              <a:t>ARI 0,548</a:t>
            </a:r>
          </a:p>
        </p:txBody>
      </p:sp>
      <p:sp>
        <p:nvSpPr>
          <p:cNvPr id="10" name="Rectangle 9">
            <a:extLst>
              <a:ext uri="{FF2B5EF4-FFF2-40B4-BE49-F238E27FC236}">
                <a16:creationId xmlns:a16="http://schemas.microsoft.com/office/drawing/2014/main" id="{DD2693B0-A809-4352-9E17-FEE1D96B51D8}"/>
              </a:ext>
            </a:extLst>
          </p:cNvPr>
          <p:cNvSpPr>
            <a:spLocks noGrp="1"/>
          </p:cNvSpPr>
          <p:nvPr/>
        </p:nvSpPr>
        <p:spPr>
          <a:xfrm>
            <a:off x="752475" y="4857750"/>
            <a:ext cx="5429250" cy="666750"/>
          </a:xfrm>
          <a:prstGeom prst="rect">
            <a:avLst/>
          </a:prstGeom>
          <a:noFill/>
          <a:ln w="0">
            <a:noFill/>
          </a:ln>
        </p:spPr>
        <p:txBody>
          <a:bodyPr/>
          <a:lstStyle>
            <a:defPPr>
              <a:defRPr sz="2100" b="0">
                <a:solidFill>
                  <a:srgbClr val="17363A"/>
                </a:solidFill>
              </a:defRPr>
            </a:defPPr>
            <a:lvl1pPr>
              <a:defRPr sz="2100" b="0">
                <a:solidFill>
                  <a:srgbClr val="17363A"/>
                </a:solidFill>
              </a:defRPr>
            </a:lvl1pPr>
            <a:lvl2pPr>
              <a:defRPr sz="2100" b="0">
                <a:solidFill>
                  <a:srgbClr val="17363A"/>
                </a:solidFill>
              </a:defRPr>
            </a:lvl2pPr>
            <a:lvl3pPr>
              <a:defRPr sz="2100" b="0">
                <a:solidFill>
                  <a:srgbClr val="17363A"/>
                </a:solidFill>
              </a:defRPr>
            </a:lvl3pPr>
            <a:lvl4pPr>
              <a:defRPr sz="2100" b="0">
                <a:solidFill>
                  <a:srgbClr val="17363A"/>
                </a:solidFill>
              </a:defRPr>
            </a:lvl4pPr>
            <a:lvl5pPr>
              <a:defRPr sz="2100" b="0">
                <a:solidFill>
                  <a:srgbClr val="17363A"/>
                </a:solidFill>
              </a:defRPr>
            </a:lvl5pPr>
            <a:lvl6pPr>
              <a:defRPr sz="2100" b="0">
                <a:solidFill>
                  <a:srgbClr val="17363A"/>
                </a:solidFill>
              </a:defRPr>
            </a:lvl6pPr>
            <a:lvl7pPr>
              <a:defRPr sz="2100" b="0">
                <a:solidFill>
                  <a:srgbClr val="17363A"/>
                </a:solidFill>
              </a:defRPr>
            </a:lvl7pPr>
            <a:lvl8pPr>
              <a:defRPr sz="2100" b="0">
                <a:solidFill>
                  <a:srgbClr val="17363A"/>
                </a:solidFill>
              </a:defRPr>
            </a:lvl8pPr>
            <a:lvl9pPr>
              <a:defRPr sz="2100" b="0">
                <a:solidFill>
                  <a:srgbClr val="17363A"/>
                </a:solidFill>
              </a:defRPr>
            </a:lvl9pPr>
          </a:lstStyle>
          <a:p>
            <a:pPr>
              <a:defRPr sz="2100" b="0">
                <a:solidFill>
                  <a:srgbClr val="17363A"/>
                </a:solidFill>
              </a:defRPr>
            </a:pPr>
            <a:r>
              <a:rPr sz="2100" b="0">
                <a:solidFill>
                  <a:srgbClr val="17363A"/>
                </a:solidFill>
              </a:rPr>
              <a:t>Après plafonnement des familles</a:t>
            </a:r>
          </a:p>
        </p:txBody>
      </p:sp>
      <p:sp>
        <p:nvSpPr>
          <p:cNvPr id="11" name="Rectangle 10">
            <a:extLst>
              <a:ext uri="{FF2B5EF4-FFF2-40B4-BE49-F238E27FC236}">
                <a16:creationId xmlns:a16="http://schemas.microsoft.com/office/drawing/2014/main" id="{FDA8CB61-1383-4886-9246-F0A09FBECEF3}"/>
              </a:ext>
            </a:extLst>
          </p:cNvPr>
          <p:cNvSpPr>
            <a:spLocks noGrp="1"/>
          </p:cNvSpPr>
          <p:nvPr/>
        </p:nvSpPr>
        <p:spPr>
          <a:xfrm>
            <a:off x="7096125" y="4143375"/>
            <a:ext cx="4381500" cy="1047750"/>
          </a:xfrm>
          <a:prstGeom prst="rect">
            <a:avLst/>
          </a:prstGeom>
          <a:noFill/>
          <a:ln w="0">
            <a:noFill/>
          </a:ln>
        </p:spPr>
        <p:txBody>
          <a:bodyPr/>
          <a:lstStyle>
            <a:defPPr>
              <a:defRPr sz="2850" b="1">
                <a:solidFill>
                  <a:srgbClr val="17363A"/>
                </a:solidFill>
              </a:defRPr>
            </a:defPPr>
            <a:lvl1pPr>
              <a:defRPr sz="2850" b="1">
                <a:solidFill>
                  <a:srgbClr val="17363A"/>
                </a:solidFill>
              </a:defRPr>
            </a:lvl1pPr>
            <a:lvl2pPr>
              <a:defRPr sz="2850" b="1">
                <a:solidFill>
                  <a:srgbClr val="17363A"/>
                </a:solidFill>
              </a:defRPr>
            </a:lvl2pPr>
            <a:lvl3pPr>
              <a:defRPr sz="2850" b="1">
                <a:solidFill>
                  <a:srgbClr val="17363A"/>
                </a:solidFill>
              </a:defRPr>
            </a:lvl3pPr>
            <a:lvl4pPr>
              <a:defRPr sz="2850" b="1">
                <a:solidFill>
                  <a:srgbClr val="17363A"/>
                </a:solidFill>
              </a:defRPr>
            </a:lvl4pPr>
            <a:lvl5pPr>
              <a:defRPr sz="2850" b="1">
                <a:solidFill>
                  <a:srgbClr val="17363A"/>
                </a:solidFill>
              </a:defRPr>
            </a:lvl5pPr>
            <a:lvl6pPr>
              <a:defRPr sz="2850" b="1">
                <a:solidFill>
                  <a:srgbClr val="17363A"/>
                </a:solidFill>
              </a:defRPr>
            </a:lvl6pPr>
            <a:lvl7pPr>
              <a:defRPr sz="2850" b="1">
                <a:solidFill>
                  <a:srgbClr val="17363A"/>
                </a:solidFill>
              </a:defRPr>
            </a:lvl7pPr>
            <a:lvl8pPr>
              <a:defRPr sz="2850" b="1">
                <a:solidFill>
                  <a:srgbClr val="17363A"/>
                </a:solidFill>
              </a:defRPr>
            </a:lvl8pPr>
            <a:lvl9pPr>
              <a:defRPr sz="2850" b="1">
                <a:solidFill>
                  <a:srgbClr val="17363A"/>
                </a:solidFill>
              </a:defRPr>
            </a:lvl9pPr>
          </a:lstStyle>
          <a:p>
            <a:pPr>
              <a:defRPr sz="2850" b="1">
                <a:solidFill>
                  <a:srgbClr val="17363A"/>
                </a:solidFill>
              </a:defRPr>
            </a:pPr>
            <a:r>
              <a:rPr sz="2850" b="1">
                <a:solidFill>
                  <a:srgbClr val="17363A"/>
                </a:solidFill>
              </a:rPr>
              <a:t>Un support pour enquêter</a:t>
            </a:r>
          </a:p>
        </p:txBody>
      </p:sp>
      <p:sp>
        <p:nvSpPr>
          <p:cNvPr id="12" name="Rectangle 11">
            <a:extLst>
              <a:ext uri="{FF2B5EF4-FFF2-40B4-BE49-F238E27FC236}">
                <a16:creationId xmlns:a16="http://schemas.microsoft.com/office/drawing/2014/main" id="{9E99D9EA-AFA4-4C2A-9F0A-D5579CEB612D}"/>
              </a:ext>
            </a:extLst>
          </p:cNvPr>
          <p:cNvSpPr>
            <a:spLocks noGrp="1"/>
          </p:cNvSpPr>
          <p:nvPr/>
        </p:nvSpPr>
        <p:spPr>
          <a:xfrm>
            <a:off x="647700" y="5657850"/>
            <a:ext cx="10858500" cy="552450"/>
          </a:xfrm>
          <a:prstGeom prst="rect">
            <a:avLst/>
          </a:prstGeom>
          <a:noFill/>
          <a:ln w="0">
            <a:noFill/>
          </a:ln>
        </p:spPr>
        <p:txBody>
          <a:bodyPr/>
          <a:lstStyle>
            <a:defPPr>
              <a:defRPr sz="1950" b="1">
                <a:solidFill>
                  <a:srgbClr val="008C85"/>
                </a:solidFill>
              </a:defRPr>
            </a:defPPr>
            <a:lvl1pPr>
              <a:defRPr sz="1950" b="1">
                <a:solidFill>
                  <a:srgbClr val="008C85"/>
                </a:solidFill>
              </a:defRPr>
            </a:lvl1pPr>
            <a:lvl2pPr>
              <a:defRPr sz="1950" b="1">
                <a:solidFill>
                  <a:srgbClr val="008C85"/>
                </a:solidFill>
              </a:defRPr>
            </a:lvl2pPr>
            <a:lvl3pPr>
              <a:defRPr sz="1950" b="1">
                <a:solidFill>
                  <a:srgbClr val="008C85"/>
                </a:solidFill>
              </a:defRPr>
            </a:lvl3pPr>
            <a:lvl4pPr>
              <a:defRPr sz="1950" b="1">
                <a:solidFill>
                  <a:srgbClr val="008C85"/>
                </a:solidFill>
              </a:defRPr>
            </a:lvl4pPr>
            <a:lvl5pPr>
              <a:defRPr sz="1950" b="1">
                <a:solidFill>
                  <a:srgbClr val="008C85"/>
                </a:solidFill>
              </a:defRPr>
            </a:lvl5pPr>
            <a:lvl6pPr>
              <a:defRPr sz="1950" b="1">
                <a:solidFill>
                  <a:srgbClr val="008C85"/>
                </a:solidFill>
              </a:defRPr>
            </a:lvl6pPr>
            <a:lvl7pPr>
              <a:defRPr sz="1950" b="1">
                <a:solidFill>
                  <a:srgbClr val="008C85"/>
                </a:solidFill>
              </a:defRPr>
            </a:lvl7pPr>
            <a:lvl8pPr>
              <a:defRPr sz="1950" b="1">
                <a:solidFill>
                  <a:srgbClr val="008C85"/>
                </a:solidFill>
              </a:defRPr>
            </a:lvl8pPr>
            <a:lvl9pPr>
              <a:defRPr sz="1950" b="1">
                <a:solidFill>
                  <a:srgbClr val="008C85"/>
                </a:solidFill>
              </a:defRPr>
            </a:lvl9pPr>
          </a:lstStyle>
          <a:p>
            <a:pPr>
              <a:defRPr sz="1950" b="1">
                <a:solidFill>
                  <a:srgbClr val="008C85"/>
                </a:solidFill>
              </a:defRPr>
            </a:pPr>
            <a:r>
              <a:rPr sz="1950" b="1">
                <a:solidFill>
                  <a:srgbClr val="008C85"/>
                </a:solidFill>
              </a:rPr>
              <a:t>La décision exige des données d’usage et une validation indépendante</a:t>
            </a:r>
          </a:p>
        </p:txBody>
      </p:sp>
      <p:sp>
        <p:nvSpPr>
          <p:cNvPr id="15" name="presenter-badge">
            <a:extLst>
              <a:ext uri="{FF2B5EF4-FFF2-40B4-BE49-F238E27FC236}">
                <a16:creationId xmlns:a16="http://schemas.microsoft.com/office/drawing/2014/main" id="{7B8AE7E8-FA81-ABF1-B7C2-6898BC8593BA}"/>
              </a:ext>
            </a:extLst>
          </p:cNvPr>
          <p:cNvSpPr>
            <a:spLocks noGrp="1"/>
          </p:cNvSpPr>
          <p:nvPr/>
        </p:nvSpPr>
        <p:spPr>
          <a:xfrm>
            <a:off x="9429750" y="6286500"/>
            <a:ext cx="1428750" cy="323850"/>
          </a:xfrm>
          <a:prstGeom prst="roundRect">
            <a:avLst>
              <a:gd name="adj" fmla="val 50000"/>
            </a:avLst>
          </a:prstGeom>
          <a:solidFill>
            <a:srgbClr val="315F94"/>
          </a:solidFill>
          <a:ln w="0">
            <a:noFill/>
          </a:ln>
        </p:spPr>
        <p:txBody>
          <a:bodyPr lIns="0" tIns="0" rIns="0" bIns="0" anchor="ctr"/>
          <a:lstStyle>
            <a:defPPr algn="ctr">
              <a:defRPr sz="1500" b="1">
                <a:solidFill>
                  <a:srgbClr val="FFFFFF"/>
                </a:solidFill>
              </a:defRPr>
            </a:defPPr>
            <a:lvl1pPr algn="ctr">
              <a:defRPr sz="1500" b="1">
                <a:solidFill>
                  <a:srgbClr val="FFFFFF"/>
                </a:solidFill>
              </a:defRPr>
            </a:lvl1pPr>
            <a:lvl2pPr algn="ctr">
              <a:defRPr sz="1500" b="1">
                <a:solidFill>
                  <a:srgbClr val="FFFFFF"/>
                </a:solidFill>
              </a:defRPr>
            </a:lvl2pPr>
            <a:lvl3pPr algn="ctr">
              <a:defRPr sz="1500" b="1">
                <a:solidFill>
                  <a:srgbClr val="FFFFFF"/>
                </a:solidFill>
              </a:defRPr>
            </a:lvl3pPr>
            <a:lvl4pPr algn="ctr">
              <a:defRPr sz="1500" b="1">
                <a:solidFill>
                  <a:srgbClr val="FFFFFF"/>
                </a:solidFill>
              </a:defRPr>
            </a:lvl4pPr>
            <a:lvl5pPr algn="ctr">
              <a:defRPr sz="1500" b="1">
                <a:solidFill>
                  <a:srgbClr val="FFFFFF"/>
                </a:solidFill>
              </a:defRPr>
            </a:lvl5pPr>
            <a:lvl6pPr algn="ctr">
              <a:defRPr sz="1500" b="1">
                <a:solidFill>
                  <a:srgbClr val="FFFFFF"/>
                </a:solidFill>
              </a:defRPr>
            </a:lvl6pPr>
            <a:lvl7pPr algn="ctr">
              <a:defRPr sz="1500" b="1">
                <a:solidFill>
                  <a:srgbClr val="FFFFFF"/>
                </a:solidFill>
              </a:defRPr>
            </a:lvl7pPr>
            <a:lvl8pPr algn="ctr">
              <a:defRPr sz="1500" b="1">
                <a:solidFill>
                  <a:srgbClr val="FFFFFF"/>
                </a:solidFill>
              </a:defRPr>
            </a:lvl8pPr>
            <a:lvl9pPr algn="ctr">
              <a:defRPr sz="1500" b="1">
                <a:solidFill>
                  <a:srgbClr val="FFFFFF"/>
                </a:solidFill>
              </a:defRPr>
            </a:lvl9pPr>
          </a:lstStyle>
          <a:p>
            <a:pPr algn="ctr">
              <a:defRPr sz="1500" b="1">
                <a:solidFill>
                  <a:srgbClr val="FFFFFF"/>
                </a:solidFill>
              </a:defRPr>
            </a:pPr>
            <a:r>
              <a:rPr sz="1500" b="1">
                <a:solidFill>
                  <a:srgbClr val="FFFFFF"/>
                </a:solidFill>
              </a:rPr>
              <a:t>Paul</a:t>
            </a:r>
          </a:p>
        </p:txBody>
      </p:sp>
    </p:spTree>
    <p:extLst>
      <p:ext uri="{BB962C8B-B14F-4D97-AF65-F5344CB8AC3E}">
        <p14:creationId xmlns:p14="http://schemas.microsoft.com/office/powerpoint/2010/main" val="1889547470"/>
      </p:ext>
    </p:extLst>
  </p:cSld>
  <p:clrMapOvr>
    <a:masterClrMapping/>
  </p:clrMapOvr>
</p:sld>
</file>

<file path=ppt/theme/theme1.xml><?xml version="1.0" encoding="utf-8"?>
<a:theme xmlns:a="http://schemas.openxmlformats.org/drawingml/2006/main" name="ChatGPT">
  <a:themeElements>
    <a:clrScheme name="Catalogue CO2">
      <a:dk1>
        <a:srgbClr val="000000"/>
      </a:dk1>
      <a:lt1>
        <a:srgbClr val="FFFFFF"/>
      </a:lt1>
      <a:dk2>
        <a:srgbClr val="17363A"/>
      </a:dk2>
      <a:lt2>
        <a:srgbClr val="DCE6E5"/>
      </a:lt2>
      <a:accent1>
        <a:srgbClr val="008C85"/>
      </a:accent1>
      <a:accent2>
        <a:srgbClr val="4179B7"/>
      </a:accent2>
      <a:accent3>
        <a:srgbClr val="DE8736"/>
      </a:accent3>
      <a:accent4>
        <a:srgbClr val="B8564B"/>
      </a:accent4>
      <a:accent5>
        <a:srgbClr val="8B70A1"/>
      </a:accent5>
      <a:accent6>
        <a:srgbClr val="6E9B64"/>
      </a:accent6>
      <a:hlink>
        <a:srgbClr val="008C85"/>
      </a:hlink>
      <a:folHlink>
        <a:srgbClr val="4179B7"/>
      </a:folHlink>
    </a:clrScheme>
    <a:fontScheme name="">
      <a:majorFont>
        <a:latin typeface="Aptos"/>
        <a:ea typeface=""/>
        <a:cs typeface=""/>
      </a:majorFont>
      <a:minorFont>
        <a:latin typeface="Aptos"/>
        <a:ea typeface=""/>
        <a:cs typeface=""/>
      </a:minorFont>
    </a:fontScheme>
    <a:fmtScheme name="Catalogue CO2">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atalogue CO2">
      <a:dk1>
        <a:srgbClr val="000000"/>
      </a:dk1>
      <a:lt1>
        <a:srgbClr val="FFFFFF"/>
      </a:lt1>
      <a:dk2>
        <a:srgbClr val="17363A"/>
      </a:dk2>
      <a:lt2>
        <a:srgbClr val="DCE6E5"/>
      </a:lt2>
      <a:accent1>
        <a:srgbClr val="008C85"/>
      </a:accent1>
      <a:accent2>
        <a:srgbClr val="4179B7"/>
      </a:accent2>
      <a:accent3>
        <a:srgbClr val="DE8736"/>
      </a:accent3>
      <a:accent4>
        <a:srgbClr val="B8564B"/>
      </a:accent4>
      <a:accent5>
        <a:srgbClr val="8B70A1"/>
      </a:accent5>
      <a:accent6>
        <a:srgbClr val="6E9B64"/>
      </a:accent6>
      <a:hlink>
        <a:srgbClr val="008C85"/>
      </a:hlink>
      <a:folHlink>
        <a:srgbClr val="4179B7"/>
      </a:folHlink>
    </a:clrScheme>
    <a:fontScheme name="">
      <a:majorFont>
        <a:latin typeface="Aptos"/>
        <a:ea typeface=""/>
        <a:cs typeface=""/>
      </a:majorFont>
      <a:minorFont>
        <a:latin typeface="Aptos"/>
        <a:ea typeface=""/>
        <a:cs typeface=""/>
      </a:minorFont>
    </a:fontScheme>
    <a:fmtScheme name="Catalogue CO2">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TotalTime>
  <Words>5072</Words>
  <Application>Microsoft Macintosh PowerPoint</Application>
  <DocSecurity>0</DocSecurity>
  <PresentationFormat>Grand écran</PresentationFormat>
  <Paragraphs>425</Paragraphs>
  <Slides>23</Slides>
  <Notes>23</Notes>
  <HiddenSlides>0</HiddenSlides>
  <MMClips>0</MMClips>
  <ScaleCrop>false</ScaleCrop>
  <HeadingPairs>
    <vt:vector size="6" baseType="variant">
      <vt:variant>
        <vt:lpstr>Polices utilisées</vt:lpstr>
      </vt:variant>
      <vt:variant>
        <vt:i4>2</vt:i4>
      </vt:variant>
      <vt:variant>
        <vt:lpstr>Thème</vt:lpstr>
      </vt:variant>
      <vt:variant>
        <vt:i4>1</vt:i4>
      </vt:variant>
      <vt:variant>
        <vt:lpstr>Titres des diapositives</vt:lpstr>
      </vt:variant>
      <vt:variant>
        <vt:i4>23</vt:i4>
      </vt:variant>
    </vt:vector>
  </HeadingPairs>
  <TitlesOfParts>
    <vt:vector size="26" baseType="lpstr">
      <vt:lpstr>Aptos</vt:lpstr>
      <vt:lpstr>Arial</vt:lpstr>
      <vt:lpstr>ChatGPT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BALEYDIER Paul (pbaleydier.eisi25)</cp:lastModifiedBy>
  <cp:revision>4</cp:revision>
  <dcterms:created xsi:type="dcterms:W3CDTF">2026-10-27T08:28:15Z</dcterms:created>
  <dcterms:modified xsi:type="dcterms:W3CDTF">2026-10-27T12:51:00Z</dcterms:modified>
</cp:coreProperties>
</file>