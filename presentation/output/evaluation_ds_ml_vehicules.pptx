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5.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6.xml" ContentType="application/vnd.openxmlformats-officedocument.drawingml.chart+xml"/>
  <Override PartName="/ppt/slides/charts/chart7.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8.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9.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0.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11.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12.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13.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14.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15.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16.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5a32b6b2fa14fce" /><Relationship Type="http://schemas.openxmlformats.org/officeDocument/2006/relationships/extended-properties" Target="/docProps/app.xml" Id="R6123715fd4bc4e85" /><Relationship Type="http://schemas.openxmlformats.org/officeDocument/2006/relationships/officeDocument" Target="/ppt/presentation.xml" Id="R4c0abed8caf8416d" /></Relationships>
</file>

<file path=ppt/presentation.xml><?xml version="1.0" encoding="utf-8"?>
<p:presentation xmlns:p="http://schemas.openxmlformats.org/presentationml/2006/main">
  <p:sldMasterIdLst>
    <p:sldMasterId xmlns:r="http://schemas.openxmlformats.org/officeDocument/2006/relationships" id="2147483648" r:id="R43a46abb6e684fa5"/>
  </p:sldMasterIdLst>
  <p:notesMasterIdLst>
    <p:notesMasterId xmlns:r="http://schemas.openxmlformats.org/officeDocument/2006/relationships" r:id="Ra39073b98d184a90"/>
  </p:notesMasterIdLst>
  <p:sldIdLst>
    <p:sldId xmlns:r="http://schemas.openxmlformats.org/officeDocument/2006/relationships" id="256" r:id="Rf118f467a378496d"/>
    <p:sldId xmlns:r="http://schemas.openxmlformats.org/officeDocument/2006/relationships" id="257" r:id="R91ee97793a1a45a6"/>
    <p:sldId xmlns:r="http://schemas.openxmlformats.org/officeDocument/2006/relationships" id="258" r:id="R7537459dc36f4389"/>
    <p:sldId xmlns:r="http://schemas.openxmlformats.org/officeDocument/2006/relationships" id="259" r:id="Rcb8b501a7acd4c11"/>
    <p:sldId xmlns:r="http://schemas.openxmlformats.org/officeDocument/2006/relationships" id="260" r:id="Rc001c4607dc94b58"/>
    <p:sldId xmlns:r="http://schemas.openxmlformats.org/officeDocument/2006/relationships" id="261" r:id="Rac470b0d3ab5448a"/>
    <p:sldId xmlns:r="http://schemas.openxmlformats.org/officeDocument/2006/relationships" id="262" r:id="R12c018f10572427a"/>
    <p:sldId xmlns:r="http://schemas.openxmlformats.org/officeDocument/2006/relationships" id="263" r:id="Re5c4b3cc976247dc"/>
    <p:sldId xmlns:r="http://schemas.openxmlformats.org/officeDocument/2006/relationships" id="264" r:id="R046da731d7d84be6"/>
    <p:sldId xmlns:r="http://schemas.openxmlformats.org/officeDocument/2006/relationships" id="265" r:id="R86a90e2682d641de"/>
    <p:sldId xmlns:r="http://schemas.openxmlformats.org/officeDocument/2006/relationships" id="266" r:id="Rbb21505e7a64490c"/>
    <p:sldId xmlns:r="http://schemas.openxmlformats.org/officeDocument/2006/relationships" id="267" r:id="R3a20aef7d5384345"/>
    <p:sldId xmlns:r="http://schemas.openxmlformats.org/officeDocument/2006/relationships" id="268" r:id="Re05bed2a89994963"/>
    <p:sldId xmlns:r="http://schemas.openxmlformats.org/officeDocument/2006/relationships" id="269" r:id="R35eb1a23c3604d4e"/>
    <p:sldId xmlns:r="http://schemas.openxmlformats.org/officeDocument/2006/relationships" id="270" r:id="Ra373cb1a507b4d5e"/>
    <p:sldId xmlns:r="http://schemas.openxmlformats.org/officeDocument/2006/relationships" id="271" r:id="Ra69b3ce655b841eb"/>
    <p:sldId xmlns:r="http://schemas.openxmlformats.org/officeDocument/2006/relationships" id="272" r:id="R5542bffbe1a84050"/>
    <p:sldId xmlns:r="http://schemas.openxmlformats.org/officeDocument/2006/relationships" id="273" r:id="Rf8e34dbdc6ef4bb5"/>
    <p:sldId xmlns:r="http://schemas.openxmlformats.org/officeDocument/2006/relationships" id="274" r:id="Raf4725a2c58f4dfe"/>
    <p:sldId xmlns:r="http://schemas.openxmlformats.org/officeDocument/2006/relationships" id="275" r:id="R657d02e7212e427f"/>
    <p:sldId xmlns:r="http://schemas.openxmlformats.org/officeDocument/2006/relationships" id="276" r:id="Rd1d50143b0e245eb"/>
    <p:sldId xmlns:r="http://schemas.openxmlformats.org/officeDocument/2006/relationships" id="277" r:id="Rdb3a173aa7a04a9e"/>
    <p:sldId xmlns:r="http://schemas.openxmlformats.org/officeDocument/2006/relationships" id="278" r:id="Rd80d2951fbea462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f3ceef7588a4cdf" /><Relationship Type="http://schemas.openxmlformats.org/officeDocument/2006/relationships/slideMaster" Target="/ppt/slideMasters/slideMaster1.xml" Id="R43a46abb6e684fa5" /><Relationship Type="http://schemas.openxmlformats.org/officeDocument/2006/relationships/notesMaster" Target="/ppt/notesMasters/notesMaster1.xml" Id="Ra39073b98d184a90" /><Relationship Type="http://schemas.openxmlformats.org/officeDocument/2006/relationships/presProps" Target="/ppt/presProps.xml" Id="R9ebef997dd7a403f" /><Relationship Type="http://schemas.openxmlformats.org/officeDocument/2006/relationships/tableStyles" Target="/ppt/tableStyles.xml" Id="R2a16b69d03514583" /><Relationship Type="http://schemas.openxmlformats.org/officeDocument/2006/relationships/slide" Target="/ppt/slides/slide1.xml" Id="Rf118f467a378496d" /><Relationship Type="http://schemas.openxmlformats.org/officeDocument/2006/relationships/slide" Target="/ppt/slides/slide2.xml" Id="R91ee97793a1a45a6" /><Relationship Type="http://schemas.openxmlformats.org/officeDocument/2006/relationships/slide" Target="/ppt/slides/slide3.xml" Id="R7537459dc36f4389" /><Relationship Type="http://schemas.openxmlformats.org/officeDocument/2006/relationships/slide" Target="/ppt/slides/slide4.xml" Id="Rcb8b501a7acd4c11" /><Relationship Type="http://schemas.openxmlformats.org/officeDocument/2006/relationships/slide" Target="/ppt/slides/slide5.xml" Id="Rc001c4607dc94b58" /><Relationship Type="http://schemas.openxmlformats.org/officeDocument/2006/relationships/slide" Target="/ppt/slides/slide6.xml" Id="Rac470b0d3ab5448a" /><Relationship Type="http://schemas.openxmlformats.org/officeDocument/2006/relationships/slide" Target="/ppt/slides/slide7.xml" Id="R12c018f10572427a" /><Relationship Type="http://schemas.openxmlformats.org/officeDocument/2006/relationships/slide" Target="/ppt/slides/slide8.xml" Id="Re5c4b3cc976247dc" /><Relationship Type="http://schemas.openxmlformats.org/officeDocument/2006/relationships/slide" Target="/ppt/slides/slide9.xml" Id="R046da731d7d84be6" /><Relationship Type="http://schemas.openxmlformats.org/officeDocument/2006/relationships/slide" Target="/ppt/slides/slide10.xml" Id="R86a90e2682d641de" /><Relationship Type="http://schemas.openxmlformats.org/officeDocument/2006/relationships/slide" Target="/ppt/slides/slide11.xml" Id="Rbb21505e7a64490c" /><Relationship Type="http://schemas.openxmlformats.org/officeDocument/2006/relationships/slide" Target="/ppt/slides/slide12.xml" Id="R3a20aef7d5384345" /><Relationship Type="http://schemas.openxmlformats.org/officeDocument/2006/relationships/slide" Target="/ppt/slides/slide13.xml" Id="Re05bed2a89994963" /><Relationship Type="http://schemas.openxmlformats.org/officeDocument/2006/relationships/slide" Target="/ppt/slides/slide14.xml" Id="R35eb1a23c3604d4e" /><Relationship Type="http://schemas.openxmlformats.org/officeDocument/2006/relationships/slide" Target="/ppt/slides/slide15.xml" Id="Ra373cb1a507b4d5e" /><Relationship Type="http://schemas.openxmlformats.org/officeDocument/2006/relationships/slide" Target="/ppt/slides/slide16.xml" Id="Ra69b3ce655b841eb" /><Relationship Type="http://schemas.openxmlformats.org/officeDocument/2006/relationships/slide" Target="/ppt/slides/slide17.xml" Id="R5542bffbe1a84050" /><Relationship Type="http://schemas.openxmlformats.org/officeDocument/2006/relationships/slide" Target="/ppt/slides/slide18.xml" Id="Rf8e34dbdc6ef4bb5" /><Relationship Type="http://schemas.openxmlformats.org/officeDocument/2006/relationships/slide" Target="/ppt/slides/slide19.xml" Id="Raf4725a2c58f4dfe" /><Relationship Type="http://schemas.openxmlformats.org/officeDocument/2006/relationships/slide" Target="/ppt/slides/slide20.xml" Id="R657d02e7212e427f" /><Relationship Type="http://schemas.openxmlformats.org/officeDocument/2006/relationships/slide" Target="/ppt/slides/slide21.xml" Id="Rd1d50143b0e245eb" /><Relationship Type="http://schemas.openxmlformats.org/officeDocument/2006/relationships/slide" Target="/ppt/slides/slide22.xml" Id="Rdb3a173aa7a04a9e" /><Relationship Type="http://schemas.openxmlformats.org/officeDocument/2006/relationships/slide" Target="/ppt/slides/slide23.xml" Id="Rd80d2951fbea462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6591750e72b4da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atalogue CO2">
      <a:dk1>
        <a:srgbClr val="000000"/>
      </a:dk1>
      <a:lt1>
        <a:srgbClr val="FFFFFF"/>
      </a:lt1>
      <a:dk2>
        <a:srgbClr val="17363A"/>
      </a:dk2>
      <a:lt2>
        <a:srgbClr val="DCE6E5"/>
      </a:lt2>
      <a:accent1>
        <a:srgbClr val="008C85"/>
      </a:accent1>
      <a:accent2>
        <a:srgbClr val="4179B7"/>
      </a:accent2>
      <a:accent3>
        <a:srgbClr val="DE8736"/>
      </a:accent3>
      <a:accent4>
        <a:srgbClr val="B8564B"/>
      </a:accent4>
      <a:accent5>
        <a:srgbClr val="8B70A1"/>
      </a:accent5>
      <a:accent6>
        <a:srgbClr val="6E9B64"/>
      </a:accent6>
      <a:hlink>
        <a:srgbClr val="008C85"/>
      </a:hlink>
      <a:folHlink>
        <a:srgbClr val="4179B7"/>
      </a:folHlink>
    </a:clrScheme>
    <a:fontScheme name="">
      <a:majorFont>
        <a:latin typeface="Aptos"/>
        <a:ea typeface=""/>
        <a:cs typeface=""/>
      </a:majorFont>
      <a:minorFont>
        <a:latin typeface="Aptos"/>
        <a:ea typeface=""/>
        <a:cs typeface=""/>
      </a:minorFont>
    </a:fontScheme>
    <a:fmtScheme name="Catalogue CO2">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1f6265d15134946" /><Relationship Type="http://schemas.openxmlformats.org/officeDocument/2006/relationships/notesMaster" Target="/ppt/notesMasters/notesMaster1.xml" Id="R50e1dcfe443b497e" /></Relationships>
</file>

<file path=ppt/notesSlides/_rels/notesSlide2.xml.rels>&#65279;<?xml version="1.0" encoding="utf-8"?><Relationships xmlns="http://schemas.openxmlformats.org/package/2006/relationships"><Relationship Type="http://schemas.openxmlformats.org/officeDocument/2006/relationships/slide" Target="/ppt/slides/slide2.xml" Id="R17c62c6b0b6a41a0" /><Relationship Type="http://schemas.openxmlformats.org/officeDocument/2006/relationships/notesMaster" Target="/ppt/notesMasters/notesMaster1.xml" Id="R1f8929c4a1f6465b" /></Relationships>
</file>

<file path=ppt/notesSlides/_rels/notesSlide3.xml.rels>&#65279;<?xml version="1.0" encoding="utf-8"?><Relationships xmlns="http://schemas.openxmlformats.org/package/2006/relationships"><Relationship Type="http://schemas.openxmlformats.org/officeDocument/2006/relationships/slide" Target="/ppt/slides/slide3.xml" Id="R9623dde39e414281" /><Relationship Type="http://schemas.openxmlformats.org/officeDocument/2006/relationships/notesMaster" Target="/ppt/notesMasters/notesMaster1.xml" Id="R6e15fc7af06341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174153da21234ab3" /><Relationship Type="http://schemas.openxmlformats.org/officeDocument/2006/relationships/notesMaster" Target="/ppt/notesMasters/notesMaster1.xml" Id="Rcfae57d6f8194837" /></Relationships>
</file>

<file path=ppt/notesSlides/_rels/notesSlide5.xml.rels>&#65279;<?xml version="1.0" encoding="utf-8"?><Relationships xmlns="http://schemas.openxmlformats.org/package/2006/relationships"><Relationship Type="http://schemas.openxmlformats.org/officeDocument/2006/relationships/slide" Target="/ppt/slides/slide5.xml" Id="R5838d5e17ec546ac" /><Relationship Type="http://schemas.openxmlformats.org/officeDocument/2006/relationships/notesMaster" Target="/ppt/notesMasters/notesMaster1.xml" Id="R8f2b2c83f9de471d" /></Relationships>
</file>

<file path=ppt/notesSlides/_rels/notesSlide6.xml.rels>&#65279;<?xml version="1.0" encoding="utf-8"?><Relationships xmlns="http://schemas.openxmlformats.org/package/2006/relationships"><Relationship Type="http://schemas.openxmlformats.org/officeDocument/2006/relationships/slide" Target="/ppt/slides/slide6.xml" Id="Rd6df6763e87745be" /><Relationship Type="http://schemas.openxmlformats.org/officeDocument/2006/relationships/notesMaster" Target="/ppt/notesMasters/notesMaster1.xml" Id="R25a9cc34c18c4d52" /></Relationships>
</file>

<file path=ppt/notesSlides/_rels/notesSlide7.xml.rels>&#65279;<?xml version="1.0" encoding="utf-8"?><Relationships xmlns="http://schemas.openxmlformats.org/package/2006/relationships"><Relationship Type="http://schemas.openxmlformats.org/officeDocument/2006/relationships/slide" Target="/ppt/slides/slide7.xml" Id="R46f9c6e08f244dfd" /><Relationship Type="http://schemas.openxmlformats.org/officeDocument/2006/relationships/notesMaster" Target="/ppt/notesMasters/notesMaster1.xml" Id="Raaedc5c423124260" /></Relationships>
</file>

<file path=ppt/notesSlides/_rels/notesSlide8.xml.rels>&#65279;<?xml version="1.0" encoding="utf-8"?><Relationships xmlns="http://schemas.openxmlformats.org/package/2006/relationships"><Relationship Type="http://schemas.openxmlformats.org/officeDocument/2006/relationships/slide" Target="/ppt/slides/slide8.xml" Id="R6e25974bcb334a7e" /><Relationship Type="http://schemas.openxmlformats.org/officeDocument/2006/relationships/notesMaster" Target="/ppt/notesMasters/notesMaster1.xml" Id="R4adc3f2191a74ebf" /></Relationships>
</file>

<file path=ppt/notesSlides/_rels/notesSlide9.xml.rels>&#65279;<?xml version="1.0" encoding="utf-8"?><Relationships xmlns="http://schemas.openxmlformats.org/package/2006/relationships"><Relationship Type="http://schemas.openxmlformats.org/officeDocument/2006/relationships/slide" Target="/ppt/slides/slide9.xml" Id="Rd401eda2280b4467" /><Relationship Type="http://schemas.openxmlformats.org/officeDocument/2006/relationships/notesMaster" Target="/ppt/notesMasters/notesMaster1.xml" Id="Rb38e729bccf1408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1158997be494644" /><Relationship Type="http://schemas.openxmlformats.org/officeDocument/2006/relationships/notesMaster" Target="/ppt/notesMasters/notesMaster1.xml" Id="R074d162a0bcf4a0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bcb606c587e4f6b" /><Relationship Type="http://schemas.openxmlformats.org/officeDocument/2006/relationships/notesMaster" Target="/ppt/notesMasters/notesMaster1.xml" Id="Ra744557bd60e401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e290bac29aa43df" /><Relationship Type="http://schemas.openxmlformats.org/officeDocument/2006/relationships/notesMaster" Target="/ppt/notesMasters/notesMaster1.xml" Id="R814a99b352e14e8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993165965d4450a" /><Relationship Type="http://schemas.openxmlformats.org/officeDocument/2006/relationships/notesMaster" Target="/ppt/notesMasters/notesMaster1.xml" Id="R17877b737611466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025add9dffc489d" /><Relationship Type="http://schemas.openxmlformats.org/officeDocument/2006/relationships/notesMaster" Target="/ppt/notesMasters/notesMaster1.xml" Id="Rf4ea7f2bfee9411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832769afada41ea" /><Relationship Type="http://schemas.openxmlformats.org/officeDocument/2006/relationships/notesMaster" Target="/ppt/notesMasters/notesMaster1.xml" Id="Rdd5cace5416d437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8a1ca08e98f4d87" /><Relationship Type="http://schemas.openxmlformats.org/officeDocument/2006/relationships/notesMaster" Target="/ppt/notesMasters/notesMaster1.xml" Id="R017c477591b4408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ea47d56b01e4bc9" /><Relationship Type="http://schemas.openxmlformats.org/officeDocument/2006/relationships/notesMaster" Target="/ppt/notesMasters/notesMaster1.xml" Id="R9f2b74da4fea449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614d451d4164c43" /><Relationship Type="http://schemas.openxmlformats.org/officeDocument/2006/relationships/notesMaster" Target="/ppt/notesMasters/notesMaster1.xml" Id="Rc2eeac81adeb4f4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7a0932c46db4155" /><Relationship Type="http://schemas.openxmlformats.org/officeDocument/2006/relationships/notesMaster" Target="/ppt/notesMasters/notesMaster1.xml" Id="R21575fffeb7e410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92e10f456a141d3" /><Relationship Type="http://schemas.openxmlformats.org/officeDocument/2006/relationships/notesMaster" Target="/ppt/notesMasters/notesMaster1.xml" Id="Rcb1e00ee8d64450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65ae29301354815" /><Relationship Type="http://schemas.openxmlformats.org/officeDocument/2006/relationships/notesMaster" Target="/ppt/notesMasters/notesMaster1.xml" Id="R23b3631949334d4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fbb0f2397b44a59" /><Relationship Type="http://schemas.openxmlformats.org/officeDocument/2006/relationships/notesMaster" Target="/ppt/notesMasters/notesMaster1.xml" Id="R6623061cd679438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1a19c07796a4381" /><Relationship Type="http://schemas.openxmlformats.org/officeDocument/2006/relationships/notesMaster" Target="/ppt/notesMasters/notesMaster1.xml" Id="R0c271257947e470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30 secondes.</a:t>
            </a:r>
          </a:p>
          <a:p xmlns:a="http://schemas.openxmlformats.org/drawingml/2006/main">
            <a:r>
              <a:t/>
            </a:r>
          </a:p>
          <a:p xmlns:a="http://schemas.openxmlformats.org/drawingml/2006/main">
            <a:r>
              <a:t>Nous étudions un catalogue français de véhicules commercialisés, édition mars 2015. La question environnementale porte sur le CO2 déclaré en g/km et les profils techniques associés. Nous allons présenter les données, résumer la prédiction supervisée puis consacrer l'essentiel du temps à la segmentation. Il s'agit de valeurs d'homologation historiques. Elles ne mesurent ni un parc roulant ni les émissions réelles ni le cycle de vie.</a:t>
            </a:r>
          </a:p>
          <a:p xmlns:a="http://schemas.openxmlformats.org/drawingml/2006/main">
            <a:r>
              <a:t/>
            </a:r>
          </a:p>
          <a:p xmlns:a="http://schemas.openxmlformats.org/drawingml/2006/main">
            <a:r>
              <a:t>Source : fic_etiq_edition_40-mars-2015.csv, catalogue ADEME fourni dans le projet.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75 secondes.</a:t>
            </a:r>
          </a:p>
          <a:p xmlns:a="http://schemas.openxmlformats.org/drawingml/2006/main">
            <a:r>
              <a:t/>
            </a:r>
          </a:p>
          <a:p xmlns:a="http://schemas.openxmlformats.org/drawingml/2006/main">
            <a:r>
              <a:t>Une ligne représente une variante de véhicule, pas une vente et pas un véhicule en circulation. Le fichier brut contient 20 880 lignes et 26 colonnes. Le nettoyage ne retire ici ni doublon exact ni anomalie physique selon les règles retenues. Le jeu d'analyse garde 20 824 lignes complètes et 12 variables. Les 56 lignes exclues concernent EL, faute de consommation et CO2 renseignés : leur absence ne signifie pas CO2 nul. Les 444 familles réunissent marque et modèle. Le nettoyage normalise les textes, contrôle les absences, valeurs négatives et masses inversées. Les valeurs extrêmes plausibles restent dans l'étude.</a:t>
            </a:r>
          </a:p>
          <a:p xmlns:a="http://schemas.openxmlformats.org/drawingml/2006/main">
            <a:r>
              <a:t/>
            </a:r>
          </a:p>
          <a:p xmlns:a="http://schemas.openxmlformats.org/drawingml/2006/main">
            <a:r>
              <a:t>Sources : notebook nettoyage, donnees_nettoyees/bilan_qualite.csv, donnees_nettoyees/vehicules_analyse_conso_co2.csv.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75 secondes.</a:t>
            </a:r>
          </a:p>
          <a:p xmlns:a="http://schemas.openxmlformats.org/drawingml/2006/main">
            <a:r>
              <a:t/>
            </a:r>
          </a:p>
          <a:p xmlns:a="http://schemas.openxmlformats.org/drawingml/2006/main">
            <a:r>
              <a:t>La médiane de CO2 est 147 g/km, avec un intervalle interquartile de 122 à 180 g/km. Le graphique montre une distribution asymétrique. Les dix familles les plus fréquentes concentrent 63,1 % des lignes. Cette concentration peut orienter une moyenne, un modèle ou un clustering vers des variantes nombreuses. Nous séparons les familles pour évaluer la prédiction et plafonnons leur contribution dans une analyse de sensibilité. On observe des relations, pas des causes.</a:t>
            </a:r>
          </a:p>
          <a:p xmlns:a="http://schemas.openxmlformats.org/drawingml/2006/main">
            <a:r>
              <a:t/>
            </a:r>
          </a:p>
          <a:p xmlns:a="http://schemas.openxmlformats.org/drawingml/2006/main">
            <a:r>
              <a:t>Source : donnees_nettoyees/vehicules_analyse_conso_co2.csv.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60 secondes.</a:t>
            </a:r>
          </a:p>
          <a:p xmlns:a="http://schemas.openxmlformats.org/drawingml/2006/main">
            <a:r>
              <a:t/>
            </a:r>
          </a:p>
          <a:p xmlns:a="http://schemas.openxmlformats.org/drawingml/2006/main">
            <a:r>
              <a:t>Trois questions guident l'étude. Quelles caractéristiques accompagnent les émissions déclarées ? Peut-on estimer le CO2 d'une autre famille à partir des informations techniques disponibles ? Enfin, quels profils techniques cohérents le clustering permet-il de distinguer ? Nous relions ensuite les résultats à une décision raisonnable : prioriser une investigation ou comparer des variantes à usage comparable. Les groupes ne suffisent pas à recommander un remplacement de véhicule.</a:t>
            </a:r>
          </a:p>
          <a:p xmlns:a="http://schemas.openxmlformats.org/drawingml/2006/main">
            <a:r>
              <a:t/>
            </a:r>
          </a:p>
          <a:p xmlns:a="http://schemas.openxmlformats.org/drawingml/2006/main">
            <a:r>
              <a:t>Source : problématique du projet et sujet d'évaluation finale, pages 1 à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90 secondes.</a:t>
            </a:r>
          </a:p>
          <a:p xmlns:a="http://schemas.openxmlformats.org/drawingml/2006/main">
            <a:r>
              <a:t/>
            </a:r>
          </a:p>
          <a:p xmlns:a="http://schemas.openxmlformats.org/drawingml/2006/main">
            <a:r>
              <a:t>Le problème est une régression : estimer une valeur continue de CO2 en g/km. X contient puissance maximale, masse, énergie, hybridation et transmission. Les identifiants et noms de famille servent au regroupement, pas à la prédiction. Nous retirons consommation et puissance fiscale du modèle principal. La consommation est indisponible dans le scénario visé et très liée aux émissions. La puissance fiscale de cette période intègre historiquement le CO2. La corrélation seule ne prouve pas une fuite : c'est la disponibilité et le mode de construction des données qui motivent le retrait. Le test familial est isolé avant les validations croisées de l'entraînement. Chaque pipeline apprend ses transformations dans le pli d'entraînement.</a:t>
            </a:r>
          </a:p>
          <a:p xmlns:a="http://schemas.openxmlformats.org/drawingml/2006/main">
            <a:r>
              <a:t/>
            </a:r>
          </a:p>
          <a:p xmlns:a="http://schemas.openxmlformats.org/drawingml/2006/main">
            <a:r>
              <a:t>Sources : travail_v2/02_supervise_co2.ipynb, travail_v2/resultats/supervise_resume.json.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60 secondes.</a:t>
            </a:r>
          </a:p>
          <a:p xmlns:a="http://schemas.openxmlformats.org/drawingml/2006/main">
            <a:r>
              <a:t/>
            </a:r>
          </a:p>
          <a:p xmlns:a="http://schemas.openxmlformats.org/drawingml/2006/main">
            <a:r>
              <a:t>La baseline prédit une constante apprise dans l'entraînement. Nous comparons ensuite des modèles de capacité différente sur cinq plis groupés par famille. La MAE moyenne, en g/km, sert à choisir le modèle avant de mesurer le test. Une MAE plus faible est préférable. Les variations entre plis rappellent que les familles diffèrent fortement. Les transformations, l'encodage et l'échelle restent dans le pipeline. Le critère fixé retient KNN 7 voisins, mais ses écarts avec la régression linéaire et la forêt sont inférieurs à 0,10 g/km. Ils sont bien plus petits que la dispersion entre plis : aucune supériorité nette n'est établie.</a:t>
            </a:r>
          </a:p>
          <a:p xmlns:a="http://schemas.openxmlformats.org/drawingml/2006/main">
            <a:r>
              <a:t/>
            </a:r>
          </a:p>
          <a:p xmlns:a="http://schemas.openxmlformats.org/drawingml/2006/main">
            <a:r>
              <a:t>Source : travail_v2/resultats/supervise_validation.csv.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90 secondes.</a:t>
            </a:r>
          </a:p>
          <a:p xmlns:a="http://schemas.openxmlformats.org/drawingml/2006/main">
            <a:r>
              <a:t/>
            </a:r>
          </a:p>
          <a:p xmlns:a="http://schemas.openxmlformats.org/drawingml/2006/main">
            <a:r>
              <a:t>Chaque point compare une valeur observée et une prédiction du modèle retenu. Une prédiction parfaite se trouve sur la diagonale. Le modèle KNN 7 voisins obtient MAE 16,78 g/km, RMSE 23,99 g/km et R2 0,629. La MAE résume l'écart absolu moyen. La RMSE pénalise davantage les grosses erreurs. R2 compare les erreurs quadratiques à une moyenne de la cible du test, et peut être négatif. Le test contient 4820 variantes de 89 familles distinctes de l'entraînement. Le graphique ne montre qu'un échantillon reproductible de points pour garder la lisibilité.</a:t>
            </a:r>
          </a:p>
          <a:p xmlns:a="http://schemas.openxmlformats.org/drawingml/2006/main">
            <a:r>
              <a:t/>
            </a:r>
          </a:p>
          <a:p xmlns:a="http://schemas.openxmlformats.org/drawingml/2006/main">
            <a:r>
              <a:t>Source : travail_v2/resultats/supervise_predictions_test.csv et supervise_test.csv.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60 secondes.</a:t>
            </a:r>
          </a:p>
          <a:p xmlns:a="http://schemas.openxmlformats.org/drawingml/2006/main">
            <a:r>
              <a:t/>
            </a:r>
          </a:p>
          <a:p xmlns:a="http://schemas.openxmlformats.org/drawingml/2006/main">
            <a:r>
              <a:t>La MAE passe d'environ 4,05 g/km en apprentissage à 12,34 en validation et 16,78 sur le test. La baseline constante obtient 41,68 g/km sur le même test. Le modèle apprend donc un signal utile, avec un optimisme important sur l'entraînement. Comparer validation et test aide à voir l'effet de la population. La validation croisée emploie uniquement l'entraînement. Le score de test dépend d'une séparation familiale fixée, dont certaines variantes avaient déjà été explorées dans les travaux précédents : nous assumons une évaluation rétrospective. Ce résultat ne constitue pas une validation prospective neuve. Le retrait de la puissance fiscale réduit le risque de reconstruire la cible à partir d'une variable qui l'incorpore. Nous limitons la conclusion au catalogue de 2015, avec des familles définies par marque et modèle. Pour décider sur une flotte actuelle, il faudra de nouvelles données et une évaluation indépendante, idéalement temporelle.</a:t>
            </a:r>
          </a:p>
          <a:p xmlns:a="http://schemas.openxmlformats.org/drawingml/2006/main">
            <a:r>
              <a:t/>
            </a:r>
          </a:p>
          <a:p xmlns:a="http://schemas.openxmlformats.org/drawingml/2006/main">
            <a:r>
              <a:t>Source : travail_v2/02_supervise_co2.ipynb et travail_v2/resultats/supervise_resume.json.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80 secondes.</a:t>
            </a:r>
          </a:p>
          <a:p xmlns:a="http://schemas.openxmlformats.org/drawingml/2006/main">
            <a:r>
              <a:t/>
            </a:r>
          </a:p>
          <a:p xmlns:a="http://schemas.openxmlformats.org/drawingml/2006/main">
            <a:r>
              <a:t>La segmentation regroupe les variantes par proximité dans un espace de caractéristiques. Ici, aucune variable y n'est à prédire. Le CO2 fait partie des variables descriptives, avec la puissance et la masse. Les couleurs montrent déjà la solution finale K=3, que nous allons justifier. Les étiquettes C0, C1, C2 servent à identifier les profils et n'ont pas d'ordre universel. Nous les avons ordonnées par CO2 moyen croissant pour garder la lecture cohérente. Le graphique affiche 220 points tirés dans chacun des clusters pour éviter de masquer le plus petit. Ce sous-échantillon visuel ne respecte donc pas les proportions du catalogue, indiquées séparément. Le calcul du clustering porte sur les 20 824 lignes.</a:t>
            </a:r>
          </a:p>
          <a:p xmlns:a="http://schemas.openxmlformats.org/drawingml/2006/main">
            <a:r>
              <a:t/>
            </a:r>
          </a:p>
          <a:p xmlns:a="http://schemas.openxmlformats.org/drawingml/2006/main">
            <a:r>
              <a:t>Source : travail_v2/resultats/clustering_points.csv.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80 secondes.</a:t>
            </a:r>
          </a:p>
          <a:p xmlns:a="http://schemas.openxmlformats.org/drawingml/2006/main">
            <a:r>
              <a:t/>
            </a:r>
          </a:p>
          <a:p xmlns:a="http://schemas.openxmlformats.org/drawingml/2006/main">
            <a:r>
              <a:t>Nous retenons trois dimensions complémentaires : capacité du moteur, gabarit et émission déclarée. La consommation est très liée au CO2, corrélation proche de 0,976. Inclure les deux donnerait davantage de poids à une information redondante dans la distance. Les identifiants sont exclus. Les catégories énergie et hybride servent à décrire les groupes après leur construction, sans imposer une distance arbitraire entre codes. Les variables retenues restent corrélées : puissance et CO2 environ 0,647, masse et CO2 0,625. Standardiser ne supprime pas cette corrélation. Il s'agit d'un choix d'analyse qui doit être mis à l'épreuve, par exemple en retirant le CO2.</a:t>
            </a:r>
          </a:p>
          <a:p xmlns:a="http://schemas.openxmlformats.org/drawingml/2006/main">
            <a:r>
              <a:t/>
            </a:r>
          </a:p>
          <a:p xmlns:a="http://schemas.openxmlformats.org/drawingml/2006/main">
            <a:r>
              <a:t>Sources : travail_v2/resultats/correlations.csv et clustering_resume.json.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80 secondes.</a:t>
            </a:r>
          </a:p>
          <a:p xmlns:a="http://schemas.openxmlformats.org/drawingml/2006/main">
            <a:r>
              <a:t/>
            </a:r>
          </a:p>
          <a:p xmlns:a="http://schemas.openxmlformats.org/drawingml/2006/main">
            <a:r>
              <a:t>K-Means utilise la distance euclidienne. Sans transformation, un écart de masse de quelques centaines de kg pèserait bien davantage qu'un écart de CO2 de quelques dizaines de g/km. Chaque variable est centrée puis divisée par son écart-type : z=(x-moyenne)/écart-type. Les écarts-types initiaux sont 80,1 kW, 371,7 kg et 44,2 g/km. Après transformation ils valent tous 1, avec une moyenne nulle. Ce traitement équilibre les unités, mais conserve les corrélations et la sensibilité aux valeurs extrêmes. Ici le clustering décrit le catalogue complet : le scaler est ajusté sur ce catalogue.</a:t>
            </a:r>
          </a:p>
          <a:p xmlns:a="http://schemas.openxmlformats.org/drawingml/2006/main">
            <a:r>
              <a:t/>
            </a:r>
          </a:p>
          <a:p xmlns:a="http://schemas.openxmlformats.org/drawingml/2006/main">
            <a:r>
              <a:t>Source : travail_v2/resultats/clustering_standardisation.csv.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80 secondes.</a:t>
            </a:r>
          </a:p>
          <a:p xmlns:a="http://schemas.openxmlformats.org/drawingml/2006/main">
            <a:r>
              <a:t/>
            </a:r>
          </a:p>
          <a:p xmlns:a="http://schemas.openxmlformats.org/drawingml/2006/main">
            <a:r>
              <a:t>K-Means minimise la somme des distances euclidiennes au carré entre points et centres de leurs groupes, appelée inertie. Pour un K fixé, l'algorithme choisit des centres initiaux, affecte chaque observation au centre le plus proche, recalcule les centres comme moyennes puis répète jusqu'à stabilisation. Les 20 initialisations n_init=20 limitent le risque d'une mauvaise solution locale. Le graphique est un aperçu sur puissance et masse standardisées, mais le calcul utilise bien trois variables, dont le CO2. Les centroïdes sont des profils moyens et ne désignent pas nécessairement un véhicule existant. L'algorithme produit toujours K groupes, même si les données forment un continuum.</a:t>
            </a:r>
          </a:p>
          <a:p xmlns:a="http://schemas.openxmlformats.org/drawingml/2006/main">
            <a:r>
              <a:t/>
            </a:r>
          </a:p>
          <a:p xmlns:a="http://schemas.openxmlformats.org/drawingml/2006/main">
            <a:r>
              <a:t>Sources : travail_v2/03_non_supervise_vehicules.ipynb et clustering_centres_z.csv.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80 secondes.</a:t>
            </a:r>
          </a:p>
          <a:p xmlns:a="http://schemas.openxmlformats.org/drawingml/2006/main">
            <a:r>
              <a:t/>
            </a:r>
          </a:p>
          <a:p xmlns:a="http://schemas.openxmlformats.org/drawingml/2006/main">
            <a:r>
              <a:t>Nous testons K de 2 à 10 avec les mêmes données standardisées et la même règle d'initialisation. L'inertie diminue mécaniquement lorsque K augmente, car on dispose de davantage de centres. Le coude cherche une zone où le gain marginal ralentit. Ici l'inertie passe de 34 972 à K=2 à 20 108 à K=3, puis baisse encore mais plus progressivement. Le coude n'est pas un test automatique et ne prouve pas le nombre naturel de catégories. Nous le croisons avec la silhouette et la possibilité d'expliquer les profils.</a:t>
            </a:r>
          </a:p>
          <a:p xmlns:a="http://schemas.openxmlformats.org/drawingml/2006/main">
            <a:r>
              <a:t/>
            </a:r>
          </a:p>
          <a:p xmlns:a="http://schemas.openxmlformats.org/drawingml/2006/main">
            <a:r>
              <a:t>Source : travail_v2/resultats/clustering_choix_k.csv.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80 secondes.</a:t>
            </a:r>
          </a:p>
          <a:p xmlns:a="http://schemas.openxmlformats.org/drawingml/2006/main">
            <a:r>
              <a:t/>
            </a:r>
          </a:p>
          <a:p xmlns:a="http://schemas.openxmlformats.org/drawingml/2006/main">
            <a:r>
              <a:t>La silhouette compare la distance moyenne d'un point à son groupe et celle au groupe voisin le plus proche. Elle varie de -1 à 1. Une valeur proche de 1 indique une bonne cohésion et séparation, une valeur proche de 0 une frontière ambiguë, une valeur négative une affectation potentiellement discutable. Pour limiter le coût quadratique, chaque score utilise un échantillon reproductible de 5 000 observations, graine 42. K=3 obtient 0,470, le meilleur score testé, avec un compromis de lecture acceptable. Cela ne veut pas dire que les groupes sont parfaitement séparés. Environ 1,42 % des silhouettes individuelles échantillonnées sont négatives. Coude, silhouette et interprétation convergent vers K=3.</a:t>
            </a:r>
          </a:p>
          <a:p xmlns:a="http://schemas.openxmlformats.org/drawingml/2006/main">
            <a:r>
              <a:t/>
            </a:r>
          </a:p>
          <a:p xmlns:a="http://schemas.openxmlformats.org/drawingml/2006/main">
            <a:r>
              <a:t>Sources : travail_v2/resultats/clustering_choix_k.csv et clustering_resume.json.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80 secondes.</a:t>
            </a:r>
          </a:p>
          <a:p xmlns:a="http://schemas.openxmlformats.org/drawingml/2006/main">
            <a:r>
              <a:t/>
            </a:r>
          </a:p>
          <a:p xmlns:a="http://schemas.openxmlformats.org/drawingml/2006/main">
            <a:r>
              <a:t>Nous décrivons maintenant les groupes en unités réelles. C0 contient 11060 variantes, soit 53,1 % du catalogue d'analyse. C'est le profil le moins puissant, le plus léger et le moins émetteur en moyenne. C1 contient 7963 variantes, soit 38,2 %, et se distingue par la masse moyenne la plus élevée, environ 2 147 kg. C2 contient 1801 variantes, soit 8,6 %, avec puissance et CO2 très supérieurs. Les profils sont des résumés, pas des catégories commerciales officielles. Les distributions individuelles peuvent se chevaucher.</a:t>
            </a:r>
          </a:p>
          <a:p xmlns:a="http://schemas.openxmlformats.org/drawingml/2006/main">
            <a:r>
              <a:t/>
            </a:r>
          </a:p>
          <a:p xmlns:a="http://schemas.openxmlformats.org/drawingml/2006/main">
            <a:r>
              <a:t>Source : travail_v2/resultats/clustering_profils.csv.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80 secondes.</a:t>
            </a:r>
          </a:p>
          <a:p xmlns:a="http://schemas.openxmlformats.org/drawingml/2006/main">
            <a:r>
              <a:t/>
            </a:r>
          </a:p>
          <a:p xmlns:a="http://schemas.openxmlformats.org/drawingml/2006/main">
            <a:r>
              <a:t>L'ACP projette les trois variables standardisées sur deux axes synthétiques. Les axes 1 et 2 expliquent 67,1 % et 26,2 % de la variance, soit 93,3 % cumulés. La projection conserve donc une grande part de la variabilité. L'ACP ne sert pas ici à construire les clusters : nous colorons la projection avec les groupes calculés dans l'espace initial standardisé. Une séparation apparente en 2D n'est pas une nouvelle validation indépendante. Le chevauchement et les frontières doivent se lire avec la silhouette et la sensibilité. Les 660 points affichés sont un tirage équilibré par cluster, pas la répartition réelle des effectifs.</a:t>
            </a:r>
          </a:p>
          <a:p xmlns:a="http://schemas.openxmlformats.org/drawingml/2006/main">
            <a:r>
              <a:t/>
            </a:r>
          </a:p>
          <a:p xmlns:a="http://schemas.openxmlformats.org/drawingml/2006/main">
            <a:r>
              <a:t>Sources : travail_v2/resultats/clustering_points.csv, clustering_acp_variance.csv.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80 secondes.</a:t>
            </a:r>
          </a:p>
          <a:p xmlns:a="http://schemas.openxmlformats.org/drawingml/2006/main">
            <a:r>
              <a:t/>
            </a:r>
          </a:p>
          <a:p xmlns:a="http://schemas.openxmlformats.org/drawingml/2006/main">
            <a:r>
              <a:t>Les énergies servent ici à interpréter les groupes après leur construction. GO signifie gazole et ES essence. C1 comporte près de 80 % de lignes GO, tandis que C2 comporte environ 96 % de lignes ES. C0 est plus mixte, avec environ 57 % de GO et 36 % d'ES. Les autres codes restent regroupés dans la catégorie autres pour la lisibilité, sans être assimilés à des électriques purs. Les hybrides représentent de petites parts de chaque groupe, environ 5,4 %, 4,7 % et 3,1 %. Ces distributions établissent une association descriptive. Elles ne prouvent pas qu'un carburant explique à lui seul la formation d'un groupe ou le niveau de CO2.</a:t>
            </a:r>
          </a:p>
          <a:p xmlns:a="http://schemas.openxmlformats.org/drawingml/2006/main">
            <a:r>
              <a:t/>
            </a:r>
          </a:p>
          <a:p xmlns:a="http://schemas.openxmlformats.org/drawingml/2006/main">
            <a:r>
              <a:t>Sources : travail_v2/resultats/clustering_energies_pct.csv et clustering_hybrides_pct.csv.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80 secondes.</a:t>
            </a:r>
          </a:p>
          <a:p xmlns:a="http://schemas.openxmlformats.org/drawingml/2006/main">
            <a:r>
              <a:t/>
            </a:r>
          </a:p>
          <a:p xmlns:a="http://schemas.openxmlformats.org/drawingml/2006/main">
            <a:r>
              <a:t>L'ARI mesure l'accord de deux partitions en corrigeant l'accord dû au hasard. Il vaut 1 pour deux partitions identiques à permutation d'étiquettes près, environ 0 pour un accord comparable au hasard, et peut être négatif. Nous comparons les partitions de cinq graines à la référence. La stabilité d'initialisation est proche de 1 pour toutes les graines, et les rééchantillonnages à 80 % donnent des ARI compris entre 0,9948 et 1. Le calcul compare les affectations sur une population commune par prédiction du modèle réajusté. Cela indique que la solution est numériquement stable pour cette population et ces variables. Cela ne garantit ni sa pertinence métier, ni sa robustesse à une population différente.</a:t>
            </a:r>
          </a:p>
          <a:p xmlns:a="http://schemas.openxmlformats.org/drawingml/2006/main">
            <a:r>
              <a:t/>
            </a:r>
          </a:p>
          <a:p xmlns:a="http://schemas.openxmlformats.org/drawingml/2006/main">
            <a:r>
              <a:t>Source : travail_v2/resultats/clustering_stabilite.csv.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80 secondes.</a:t>
            </a:r>
          </a:p>
          <a:p xmlns:a="http://schemas.openxmlformats.org/drawingml/2006/main">
            <a:r>
              <a:t/>
            </a:r>
          </a:p>
          <a:p xmlns:a="http://schemas.openxmlformats.org/drawingml/2006/main">
            <a:r>
              <a:t>Nous limitons maintenant chaque famille à 50 variantes, ce qui laisse 6248 lignes. Nous réajustons le scaler et K-Means puis comparons les affectations sur le catalogue complet. L'ARI tombe à 0,548, bien plus bas que lors des seules initialisations. La composition du catalogue modifie donc sensiblement les frontières. Retirer le CO2 donne ARI 0,809, ce qui montre aussi l'effet du choix des variables. Ces expériences ne rendent pas automatiquement le jeu plafonné plus représentatif d'une flotte : aucune pondération par les ventes ou kilomètres n'est disponible. L'objectif est de rendre la sensibilité visible.</a:t>
            </a:r>
          </a:p>
          <a:p xmlns:a="http://schemas.openxmlformats.org/drawingml/2006/main">
            <a:r>
              <a:t/>
            </a:r>
          </a:p>
          <a:p xmlns:a="http://schemas.openxmlformats.org/drawingml/2006/main">
            <a:r>
              <a:t>Sources : travail_v2/resultats/clustering_stabilite.csv et clustering_profils_plafonnes.csv.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80 secondes.</a:t>
            </a:r>
          </a:p>
          <a:p xmlns:a="http://schemas.openxmlformats.org/drawingml/2006/main">
            <a:r>
              <a:t/>
            </a:r>
          </a:p>
          <a:p xmlns:a="http://schemas.openxmlformats.org/drawingml/2006/main">
            <a:r>
              <a:t>Les profils offrent une lecture synthétique du catalogue. Ils peuvent aider à constituer des groupes comparables pour examiner une anomalie, choisir des variantes à étudier plus précisément ou prioriser un audit documentaire. Les émissions moyennes par cluster sont 123,9, 176,9, 244,6 g/km. Cependant le CO2 a servi à construire les groupes : retrouver un écart de CO2 n'est donc pas une découverte indépendante. Il faut confronter les groupes à des variables externes et à un besoin professionnel précis. Les noms moins émetteurs, plus lourds et plus puissants résument leurs moyennes relatives. On ne peut pas décider d'un remplacement à partir du seul cluster. Nous devons connaître usage, kilométrage, cycle de vie et contraintes fonctionnelles.</a:t>
            </a:r>
          </a:p>
          <a:p xmlns:a="http://schemas.openxmlformats.org/drawingml/2006/main">
            <a:r>
              <a:t/>
            </a:r>
          </a:p>
          <a:p xmlns:a="http://schemas.openxmlformats.org/drawingml/2006/main">
            <a:r>
              <a:t>Source : travail_v2/resultats/clustering_profils.csv.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100 secondes.</a:t>
            </a:r>
          </a:p>
          <a:p xmlns:a="http://schemas.openxmlformats.org/drawingml/2006/main">
            <a:r>
              <a:t/>
            </a:r>
          </a:p>
          <a:p xmlns:a="http://schemas.openxmlformats.org/drawingml/2006/main">
            <a:r>
              <a:t>Ce scénario illustratif montre une limite de l'indicateur g/km. À la moyenne C0, rouler 20 000 km par an correspond à environ 2,48 tonnes de CO2 déclaré, alors qu'à la moyenne C2, rouler 5 000 km correspond à 1,22 tonnes. Le classement par émission annuelle peut donc différer du classement par g/km. Ce calcul multiplie simplement une valeur d'homologation par un kilométrage hypothétique : il ne mesure pas des émissions réelles. Le jeu ne contient pas l'usage, la conduite, la recharge ni le cycle de vie. Par ailleurs, K-Means découpe même un continuum. Silhouette moyenne 0,470, chevauchements en projection et sensibilité au plafonnement invitent à traiter les clusters comme des profils descriptifs plutôt que des catégories naturelles fermées.</a:t>
            </a:r>
          </a:p>
          <a:p xmlns:a="http://schemas.openxmlformats.org/drawingml/2006/main">
            <a:r>
              <a:t/>
            </a:r>
          </a:p>
          <a:p xmlns:a="http://schemas.openxmlformats.org/drawingml/2006/main">
            <a:r>
              <a:t>Source des moyennes : travail_v2/resultats/clustering_profils.csv. Kilométrages : hypothèses illustratives explicites. Formule : g/km × km/an / 1 000 000 = t/an.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100 secondes.</a:t>
            </a:r>
          </a:p>
          <a:p xmlns:a="http://schemas.openxmlformats.org/drawingml/2006/main">
            <a:r>
              <a:t/>
            </a:r>
          </a:p>
          <a:p xmlns:a="http://schemas.openxmlformats.org/drawingml/2006/main">
            <a:r>
              <a:t>Nous proposons des expériences ciblées. Premièrement, un catalogue récent et un test temporel permettront d'évaluer la transférabilité. Deuxièmement, une pondération par usage réel ou une analyse à l'échelle des familles permettra de limiter la domination des nombreuses variantes. Troisièmement, une standardisation robuste et d'autres méthodes, par exemple clustering hiérarchique ou DBSCAN, éprouveront la dépendance à la distance et aux formes de clusters. Enfin, kilométrage, type d'usage, recharge et facteurs de cycle de vie permettront de discuter une véritable décision environnementale. Les méthodes facultatives ne remplacent pas l'interprétation. Avant un usage décisionnel, il faudra définir une erreur acceptable, vérifier les sous-populations, confronter les profils à des catégories externes et obtenir une validation indépendante.</a:t>
            </a:r>
          </a:p>
          <a:p xmlns:a="http://schemas.openxmlformats.org/drawingml/2006/main">
            <a:r>
              <a:t/>
            </a:r>
          </a:p>
          <a:p xmlns:a="http://schemas.openxmlformats.org/drawingml/2006/main">
            <a:r>
              <a:t>Sources : limites des notebooks 02 et 03, sujet d'évaluation finale page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Durée : 100 secondes.</a:t>
            </a:r>
          </a:p>
          <a:p xmlns:a="http://schemas.openxmlformats.org/drawingml/2006/main">
            <a:r>
              <a:t/>
            </a:r>
          </a:p>
          <a:p xmlns:a="http://schemas.openxmlformats.org/drawingml/2006/main">
            <a:r>
              <a:t>Nous retenons trois enseignements reliés. Le modèle supervisé améliore nettement la baseline sur ce test familial, mais l'écart entre entraînement, validation et test limite la généralisation. La segmentation K=3 est interprétable en termes techniques et très stable face aux initialisations. Cependant son accord tombe à ARI 0,548 lorsqu'on plafonne les familles : la représentation du catalogue compte davantage que le seul hasard de l'algorithme. La valeur actuelle est donc exploratoire : comparer des profils et décider quelles données rechercher ensuite. Pour une décision environnementale ou professionnelle, il faut des données adaptées à l'usage, une population récente et une validation indépendante. Répondre explicitement à la question initiale : nous pouvons décrire des profils du catalogue et produire une estimation pédagogique du CO2, avec des limites documentées.</a:t>
            </a:r>
          </a:p>
          <a:p xmlns:a="http://schemas.openxmlformats.org/drawingml/2006/main">
            <a:r>
              <a:t/>
            </a:r>
          </a:p>
          <a:p xmlns:a="http://schemas.openxmlformats.org/drawingml/2006/main">
            <a:r>
              <a:t>Sources : travail_v2/resultats/supervise_test.csv, clustering_resume.json, clustering_stabilite.csv.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e32a06538f648d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d8d8aad3838489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5177784e0bb493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55ec288538a44b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959f5448a8c4de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4e229672da0487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AD6916-8C4F-4148-89DF-DFBDDFFBCE3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49A07A5-D7B9-483E-B112-06C1A238659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FDFBA2A-15E5-410C-B673-C9FB0629A07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9223FB9-0940-41F1-B58E-A301E9E69A9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022BE48-1E26-4F01-92F9-AC62C2275DB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385C72B-CFA7-4FB8-869D-D1E132C8F83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493E39C-956F-4EB2-8E9E-A98298A183C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BB1FA19-921C-46B9-8BC5-A7E1678050E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D83BD82-D3FF-4B58-AD76-3D78B57C8F2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21506A5-D2B4-48C3-9239-9C151D0B7D2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62ee7c00ecf44b6" /><Relationship Type="http://schemas.openxmlformats.org/officeDocument/2006/relationships/slideLayout" Target="/ppt/slideLayouts/slideLayout1.xml" Id="R49559e1ba25e4179" /><Relationship Type="http://schemas.openxmlformats.org/officeDocument/2006/relationships/slideLayout" Target="/ppt/slideLayouts/slideLayout2.xml" Id="Rdc0271187f1c41f7" /><Relationship Type="http://schemas.openxmlformats.org/officeDocument/2006/relationships/slideLayout" Target="/ppt/slideLayouts/slideLayout3.xml" Id="R02dd17a93cbd4efa" /><Relationship Type="http://schemas.openxmlformats.org/officeDocument/2006/relationships/slideLayout" Target="/ppt/slideLayouts/slideLayout4.xml" Id="R9fa53349dd0d47b1" /><Relationship Type="http://schemas.openxmlformats.org/officeDocument/2006/relationships/slideLayout" Target="/ppt/slideLayouts/slideLayout5.xml" Id="R7bab176bc42d44d8" /><Relationship Type="http://schemas.openxmlformats.org/officeDocument/2006/relationships/slideLayout" Target="/ppt/slideLayouts/slideLayout6.xml" Id="R9ae5cde28b2c418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9559e1ba25e4179"/>
    <p:sldLayoutId xmlns:r="http://schemas.openxmlformats.org/officeDocument/2006/relationships" id="2147483650" r:id="Rdc0271187f1c41f7"/>
    <p:sldLayoutId xmlns:r="http://schemas.openxmlformats.org/officeDocument/2006/relationships" id="2147483651" r:id="R02dd17a93cbd4efa"/>
    <p:sldLayoutId xmlns:r="http://schemas.openxmlformats.org/officeDocument/2006/relationships" id="2147483652" r:id="R9fa53349dd0d47b1"/>
    <p:sldLayoutId xmlns:r="http://schemas.openxmlformats.org/officeDocument/2006/relationships" id="2147483653" r:id="R7bab176bc42d44d8"/>
    <p:sldLayoutId xmlns:r="http://schemas.openxmlformats.org/officeDocument/2006/relationships" id="2147483654" r:id="R9ae5cde28b2c418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atalogue CO2">
      <a:dk1>
        <a:srgbClr val="000000"/>
      </a:dk1>
      <a:lt1>
        <a:srgbClr val="FFFFFF"/>
      </a:lt1>
      <a:dk2>
        <a:srgbClr val="17363A"/>
      </a:dk2>
      <a:lt2>
        <a:srgbClr val="DCE6E5"/>
      </a:lt2>
      <a:accent1>
        <a:srgbClr val="008C85"/>
      </a:accent1>
      <a:accent2>
        <a:srgbClr val="4179B7"/>
      </a:accent2>
      <a:accent3>
        <a:srgbClr val="DE8736"/>
      </a:accent3>
      <a:accent4>
        <a:srgbClr val="B8564B"/>
      </a:accent4>
      <a:accent5>
        <a:srgbClr val="8B70A1"/>
      </a:accent5>
      <a:accent6>
        <a:srgbClr val="6E9B64"/>
      </a:accent6>
      <a:hlink>
        <a:srgbClr val="008C85"/>
      </a:hlink>
      <a:folHlink>
        <a:srgbClr val="4179B7"/>
      </a:folHlink>
    </a:clrScheme>
    <a:fontScheme name="">
      <a:majorFont>
        <a:latin typeface="Aptos"/>
        <a:ea typeface=""/>
        <a:cs typeface=""/>
      </a:majorFont>
      <a:minorFont>
        <a:latin typeface="Aptos"/>
        <a:ea typeface=""/>
        <a:cs typeface=""/>
      </a:minorFont>
    </a:fontScheme>
    <a:fmtScheme name="Catalogue CO2">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35e3d7d7b484371" /><Relationship Type="http://schemas.openxmlformats.org/officeDocument/2006/relationships/notesSlide" Target="/ppt/notesSlides/notesSlide1.xml" Id="R9131a939b592457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3afca3842874fc8" /><Relationship Type="http://schemas.openxmlformats.org/officeDocument/2006/relationships/notesSlide" Target="/ppt/notesSlides/notesSlide2.xml" Id="Rb11425629a284a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9ed3339ffbc4473" /><Relationship Type="http://schemas.openxmlformats.org/officeDocument/2006/relationships/chart" Target="/ppt/slides/charts/chart1.xml" Id="Rc647beb600b540fc" /><Relationship Type="http://schemas.openxmlformats.org/officeDocument/2006/relationships/notesSlide" Target="/ppt/notesSlides/notesSlide3.xml" Id="R4e394898c3eb43f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4723305be5845b1" /><Relationship Type="http://schemas.openxmlformats.org/officeDocument/2006/relationships/notesSlide" Target="/ppt/notesSlides/notesSlide4.xml" Id="R1d7c59a14eec4ca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d8aaa85afb74b33" /><Relationship Type="http://schemas.openxmlformats.org/officeDocument/2006/relationships/notesSlide" Target="/ppt/notesSlides/notesSlide5.xml" Id="R1d0df7d49596475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980b180c07f46f5" /><Relationship Type="http://schemas.openxmlformats.org/officeDocument/2006/relationships/chart" Target="/ppt/slides/charts/chart2.xml" Id="R76ed1df82350437e" /><Relationship Type="http://schemas.openxmlformats.org/officeDocument/2006/relationships/notesSlide" Target="/ppt/notesSlides/notesSlide6.xml" Id="Re50cc9892d6b483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61def9d4bcf4973" /><Relationship Type="http://schemas.openxmlformats.org/officeDocument/2006/relationships/chart" Target="/ppt/slides/charts/chart3.xml" Id="Rcb8a1289ece84039" /><Relationship Type="http://schemas.openxmlformats.org/officeDocument/2006/relationships/notesSlide" Target="/ppt/notesSlides/notesSlide7.xml" Id="R1fd38676287c49a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7054efc76c94471" /><Relationship Type="http://schemas.openxmlformats.org/officeDocument/2006/relationships/chart" Target="/ppt/slides/charts/chart4.xml" Id="R96f80b32e6a74636" /><Relationship Type="http://schemas.openxmlformats.org/officeDocument/2006/relationships/notesSlide" Target="/ppt/notesSlides/notesSlide8.xml" Id="R361fdeaf04a34f9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557a87e2f0d406a" /><Relationship Type="http://schemas.openxmlformats.org/officeDocument/2006/relationships/chart" Target="/ppt/slides/charts/chart5.xml" Id="R8a131b412f894f3a" /><Relationship Type="http://schemas.openxmlformats.org/officeDocument/2006/relationships/notesSlide" Target="/ppt/notesSlides/notesSlide9.xml" Id="R98276d829a12401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436cdcbf89f43d8" /><Relationship Type="http://schemas.openxmlformats.org/officeDocument/2006/relationships/notesSlide" Target="/ppt/notesSlides/notesSlide10.xml" Id="R5600813c1c394e5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2dbf2fcef8840fa" /><Relationship Type="http://schemas.openxmlformats.org/officeDocument/2006/relationships/chart" Target="/ppt/slides/charts/chart6.xml" Id="R087899ebc7164554" /><Relationship Type="http://schemas.openxmlformats.org/officeDocument/2006/relationships/chart" Target="/ppt/slides/charts/chart7.xml" Id="R6ab9a3b08a554525" /><Relationship Type="http://schemas.openxmlformats.org/officeDocument/2006/relationships/notesSlide" Target="/ppt/notesSlides/notesSlide11.xml" Id="R4f47ff005f0849c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dd98d2d0dac41e8" /><Relationship Type="http://schemas.openxmlformats.org/officeDocument/2006/relationships/chart" Target="/ppt/slides/charts/chart8.xml" Id="R8d846bb30f644e26" /><Relationship Type="http://schemas.openxmlformats.org/officeDocument/2006/relationships/notesSlide" Target="/ppt/notesSlides/notesSlide12.xml" Id="Re8eb088c41fc424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ec761b42dc4478a" /><Relationship Type="http://schemas.openxmlformats.org/officeDocument/2006/relationships/chart" Target="/ppt/slides/charts/chart9.xml" Id="R19b25fca574c41cb" /><Relationship Type="http://schemas.openxmlformats.org/officeDocument/2006/relationships/notesSlide" Target="/ppt/notesSlides/notesSlide13.xml" Id="R9904c5344560474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986f07d8e60447f" /><Relationship Type="http://schemas.openxmlformats.org/officeDocument/2006/relationships/chart" Target="/ppt/slides/charts/chart10.xml" Id="R4d7266cfa01c44ad" /><Relationship Type="http://schemas.openxmlformats.org/officeDocument/2006/relationships/notesSlide" Target="/ppt/notesSlides/notesSlide14.xml" Id="R26597ed4f88543a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cfa0af14cce47f1" /><Relationship Type="http://schemas.openxmlformats.org/officeDocument/2006/relationships/notesSlide" Target="/ppt/notesSlides/notesSlide15.xml" Id="Rd5c82782607a457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97661c348fb4aad" /><Relationship Type="http://schemas.openxmlformats.org/officeDocument/2006/relationships/chart" Target="/ppt/slides/charts/chart11.xml" Id="R17fbbeef78b04ac3" /><Relationship Type="http://schemas.openxmlformats.org/officeDocument/2006/relationships/notesSlide" Target="/ppt/notesSlides/notesSlide16.xml" Id="Rd751738b537649e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a03df9dc2ee40f6" /><Relationship Type="http://schemas.openxmlformats.org/officeDocument/2006/relationships/chart" Target="/ppt/slides/charts/chart12.xml" Id="R1102712857824330" /><Relationship Type="http://schemas.openxmlformats.org/officeDocument/2006/relationships/notesSlide" Target="/ppt/notesSlides/notesSlide17.xml" Id="Rf338b6c5d476481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cf3a9ce1df3469a" /><Relationship Type="http://schemas.openxmlformats.org/officeDocument/2006/relationships/chart" Target="/ppt/slides/charts/chart13.xml" Id="R4bc47cf931db47b3" /><Relationship Type="http://schemas.openxmlformats.org/officeDocument/2006/relationships/notesSlide" Target="/ppt/notesSlides/notesSlide18.xml" Id="R2b4f71b138e948a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8100058a8d64a32" /><Relationship Type="http://schemas.openxmlformats.org/officeDocument/2006/relationships/chart" Target="/ppt/slides/charts/chart14.xml" Id="R2d2f30f415d84fd3" /><Relationship Type="http://schemas.openxmlformats.org/officeDocument/2006/relationships/notesSlide" Target="/ppt/notesSlides/notesSlide19.xml" Id="R9a506563c6d44c5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71869be29a64fd1" /><Relationship Type="http://schemas.openxmlformats.org/officeDocument/2006/relationships/chart" Target="/ppt/slides/charts/chart15.xml" Id="Rf6735d91636d4695" /><Relationship Type="http://schemas.openxmlformats.org/officeDocument/2006/relationships/notesSlide" Target="/ppt/notesSlides/notesSlide20.xml" Id="Ra9d42cc560cb427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dccede9d1a44c9c" /><Relationship Type="http://schemas.openxmlformats.org/officeDocument/2006/relationships/chart" Target="/ppt/slides/charts/chart16.xml" Id="R8f0674659abd48fe" /><Relationship Type="http://schemas.openxmlformats.org/officeDocument/2006/relationships/notesSlide" Target="/ppt/notesSlides/notesSlide21.xml" Id="R1038be14aca545f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89409c0ac614500" /><Relationship Type="http://schemas.openxmlformats.org/officeDocument/2006/relationships/notesSlide" Target="/ppt/notesSlides/notesSlide22.xml" Id="Rbef9fd7c85874a9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f13afcc926e94bc6" /><Relationship Type="http://schemas.openxmlformats.org/officeDocument/2006/relationships/notesSlide" Target="/ppt/notesSlides/notesSlide23.xml" Id="R2187f3376c3d414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_rels/chart10.xml.rels><Relationships xmlns="http://schemas.openxmlformats.org/package/2006/relationships"><Relationship Id="rIdChartSnapshot1" Type="http://schemas.openxmlformats.org/officeDocument/2006/relationships/package" Target="../../embeddings/chart-data-snapshot-010.xlsx"/></Relationships>
</file>

<file path=ppt/slides/charts/_rels/chart11.xml.rels><Relationships xmlns="http://schemas.openxmlformats.org/package/2006/relationships"><Relationship Id="rIdChartSnapshot1" Type="http://schemas.openxmlformats.org/officeDocument/2006/relationships/package" Target="../../embeddings/chart-data-snapshot-011.xlsx"/></Relationships>
</file>

<file path=ppt/slides/charts/_rels/chart12.xml.rels><Relationships xmlns="http://schemas.openxmlformats.org/package/2006/relationships"><Relationship Id="rIdChartSnapshot1" Type="http://schemas.openxmlformats.org/officeDocument/2006/relationships/package" Target="../../embeddings/chart-data-snapshot-012.xlsx"/></Relationships>
</file>

<file path=ppt/slides/charts/_rels/chart13.xml.rels><Relationships xmlns="http://schemas.openxmlformats.org/package/2006/relationships"><Relationship Id="rIdChartSnapshot1" Type="http://schemas.openxmlformats.org/officeDocument/2006/relationships/package" Target="../../embeddings/chart-data-snapshot-013.xlsx"/></Relationships>
</file>

<file path=ppt/slides/charts/_rels/chart14.xml.rels><Relationships xmlns="http://schemas.openxmlformats.org/package/2006/relationships"><Relationship Id="rIdChartSnapshot1" Type="http://schemas.openxmlformats.org/officeDocument/2006/relationships/package" Target="../../embeddings/chart-data-snapshot-014.xlsx"/></Relationships>
</file>

<file path=ppt/slides/charts/_rels/chart15.xml.rels><Relationships xmlns="http://schemas.openxmlformats.org/package/2006/relationships"><Relationship Id="rIdChartSnapshot1" Type="http://schemas.openxmlformats.org/officeDocument/2006/relationships/package" Target="../../embeddings/chart-data-snapshot-015.xlsx"/></Relationships>
</file>

<file path=ppt/slides/charts/_rels/chart16.xml.rels><Relationships xmlns="http://schemas.openxmlformats.org/package/2006/relationships"><Relationship Id="rIdChartSnapshot1" Type="http://schemas.openxmlformats.org/officeDocument/2006/relationships/package" Target="../../embeddings/chart-data-snapshot-016.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Variantes</c:v>
          </c:tx>
          <c:spPr>
            <a:solidFill xmlns:a="http://schemas.openxmlformats.org/drawingml/2006/main">
              <a:srgbClr val="008C85"/>
            </a:solidFill>
          </c:spPr>
          <c:invertIfNegative val="0"/>
          <c:cat>
            <c:strRef>
              <c:f>'Chart Data'!$A$2:$A$9</c:f>
              <c:strCache>
                <c:ptCount val="8"/>
                <c:pt idx="0">
                  <c:v>0-50</c:v>
                </c:pt>
                <c:pt idx="1">
                  <c:v>50-100</c:v>
                </c:pt>
                <c:pt idx="2">
                  <c:v>100-150</c:v>
                </c:pt>
                <c:pt idx="3">
                  <c:v>150-200</c:v>
                </c:pt>
                <c:pt idx="4">
                  <c:v>200-250</c:v>
                </c:pt>
                <c:pt idx="5">
                  <c:v>250-300</c:v>
                </c:pt>
                <c:pt idx="6">
                  <c:v>300-350</c:v>
                </c:pt>
                <c:pt idx="7">
                  <c:v>350-400</c:v>
                </c:pt>
              </c:strCache>
            </c:strRef>
          </c:cat>
          <c:val>
            <c:numRef>
              <c:f>'Chart Data'!$B$2:$B$9</c:f>
              <c:numCache>
                <c:formatCode>0</c:formatCode>
                <c:ptCount val="8"/>
                <c:pt idx="0">
                  <c:v>19</c:v>
                </c:pt>
                <c:pt idx="1">
                  <c:v>725</c:v>
                </c:pt>
                <c:pt idx="2">
                  <c:v>10364</c:v>
                </c:pt>
                <c:pt idx="3">
                  <c:v>7052</c:v>
                </c:pt>
                <c:pt idx="4">
                  <c:v>2007</c:v>
                </c:pt>
                <c:pt idx="5">
                  <c:v>466</c:v>
                </c:pt>
                <c:pt idx="6">
                  <c:v>128</c:v>
                </c:pt>
                <c:pt idx="7">
                  <c:v>63</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575" b="1">
                  <a:solidFill>
                    <a:srgbClr val="17363A"/>
                  </a:solidFill>
                  <a:latin typeface="Arial"/>
                  <a:ea typeface="Arial"/>
                  <a:cs typeface="Arial"/>
                </a:defRPr>
              </a:pPr>
            </a:p>
          </c:txPr>
          <c:dLblPos val="outEnd"/>
          <c:showLegendKey val="0"/>
          <c:showVal val="0"/>
          <c:showCatName val="0"/>
          <c:showSerName val="0"/>
          <c:showPercent val="0"/>
          <c:showBubbleSize val="0"/>
          <c:showLeaderLines val="0"/>
        </c:dLbls>
        <c:gapWidth val="70"/>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CO₂ déclaré (g/km)</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General"/>
        <c:majorTickMark val="none"/>
        <c:minorTickMark val="none"/>
        <c:spPr>
          <a:ln xmlns:a="http://schemas.openxmlformats.org/drawingml/2006/main" w="9525">
            <a:solidFill>
              <a:srgbClr val="DCE6E5"/>
            </a:solid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9525">
              <a:solidFill>
                <a:srgbClr val="DCE6E5"/>
              </a:solidFill>
            </a:ln>
          </c:spPr>
        </c:majorGridlines>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Nombre de variantes</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50112"/>
        <c:crossBetween val="between"/>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MAE moyenne</c:v>
          </c:tx>
          <c:spPr>
            <a:solidFill xmlns:a="http://schemas.openxmlformats.org/drawingml/2006/main">
              <a:srgbClr val="008C85"/>
            </a:solidFill>
          </c:spPr>
          <c:invertIfNegative val="0"/>
          <c:cat>
            <c:strRef>
              <c:f>'Chart Data'!$A$2:$A$6</c:f>
              <c:strCache>
                <c:ptCount val="5"/>
                <c:pt idx="0">
                  <c:v>KNN 7 voisins</c:v>
                </c:pt>
                <c:pt idx="1">
                  <c:v>Régression linéaire</c:v>
                </c:pt>
                <c:pt idx="2">
                  <c:v>Forêt profondeur 12</c:v>
                </c:pt>
                <c:pt idx="3">
                  <c:v>Arbre profondeur 6</c:v>
                </c:pt>
                <c:pt idx="4">
                  <c:v>Moyenne constante</c:v>
                </c:pt>
              </c:strCache>
            </c:strRef>
          </c:cat>
          <c:val>
            <c:numRef>
              <c:f>'Chart Data'!$B$2:$B$6</c:f>
              <c:numCache>
                <c:formatCode>General</c:formatCode>
                <c:ptCount val="5"/>
                <c:pt idx="0">
                  <c:v>12.3371175274</c:v>
                </c:pt>
                <c:pt idx="1">
                  <c:v>12.3924110333</c:v>
                </c:pt>
                <c:pt idx="2">
                  <c:v>12.4357468061</c:v>
                </c:pt>
                <c:pt idx="3">
                  <c:v>14.5871537824</c:v>
                </c:pt>
                <c:pt idx="4">
                  <c:v>32.2736777764</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575" b="1">
                  <a:solidFill>
                    <a:srgbClr val="17363A"/>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l"/>
        <c:majorGridlines>
          <c:spPr>
            <a:ln xmlns:a="http://schemas.openxmlformats.org/drawingml/2006/main" w="9525">
              <a:solidFill>
                <a:srgbClr val="DCE6E5"/>
              </a:solidFill>
            </a:ln>
          </c:spPr>
        </c:majorGridlines>
        <c:title>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5A6E71"/>
                </a:solidFill>
                <a:latin typeface="Arial"/>
                <a:ea typeface="Arial"/>
                <a:cs typeface="Arial"/>
              </a:defRPr>
            </a:pPr>
          </a:p>
        </c:txPr>
        <c:crossAx val="48672768"/>
      </c:catAx>
      <c:valAx>
        <c:axId val="48672768"/>
        <c:scaling>
          <c:orientation val="minMax"/>
        </c:scaling>
        <c:delete val="0"/>
        <c:axPos val="b"/>
        <c:title>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5A6E71"/>
                </a:solidFill>
                <a:latin typeface="Arial"/>
                <a:ea typeface="Arial"/>
                <a:cs typeface="Arial"/>
              </a:defRPr>
            </a:pPr>
          </a:p>
        </c:txPr>
        <c:crossAx val="48650112"/>
        <c:crossBetween val="between"/>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v>Prédictions</c:v>
          </c:tx>
          <c:spPr>
            <a:ln xmlns:a="http://schemas.openxmlformats.org/drawingml/2006/main" w="0">
              <a:noFill/>
            </a:ln>
          </c:spPr>
          <c:marker>
            <c:symbol val="circle"/>
            <c:size val="5"/>
            <c:spPr>
              <a:solidFill xmlns:a="http://schemas.openxmlformats.org/drawingml/2006/main">
                <a:srgbClr val="008C85"/>
              </a:solidFill>
            </c:spPr>
          </c:marker>
          <c:xVal>
            <c:numRef>
              <c:f>'Chart Data'!$A$2:$A$601</c:f>
              <c:numCache>
                <c:formatCode>General</c:formatCode>
                <c:ptCount val="600"/>
                <c:pt idx="0">
                  <c:v>99</c:v>
                </c:pt>
                <c:pt idx="1">
                  <c:v>261</c:v>
                </c:pt>
                <c:pt idx="2">
                  <c:v>197</c:v>
                </c:pt>
                <c:pt idx="3">
                  <c:v>113</c:v>
                </c:pt>
                <c:pt idx="4">
                  <c:v>205</c:v>
                </c:pt>
                <c:pt idx="5">
                  <c:v>187</c:v>
                </c:pt>
                <c:pt idx="6">
                  <c:v>195</c:v>
                </c:pt>
                <c:pt idx="7">
                  <c:v>138</c:v>
                </c:pt>
                <c:pt idx="8">
                  <c:v>142</c:v>
                </c:pt>
                <c:pt idx="9">
                  <c:v>194</c:v>
                </c:pt>
                <c:pt idx="10">
                  <c:v>94</c:v>
                </c:pt>
                <c:pt idx="11">
                  <c:v>137</c:v>
                </c:pt>
                <c:pt idx="12">
                  <c:v>217</c:v>
                </c:pt>
                <c:pt idx="13">
                  <c:v>195</c:v>
                </c:pt>
                <c:pt idx="14">
                  <c:v>204</c:v>
                </c:pt>
                <c:pt idx="15">
                  <c:v>197</c:v>
                </c:pt>
                <c:pt idx="16">
                  <c:v>197</c:v>
                </c:pt>
                <c:pt idx="17">
                  <c:v>220</c:v>
                </c:pt>
                <c:pt idx="18">
                  <c:v>102</c:v>
                </c:pt>
                <c:pt idx="19">
                  <c:v>169</c:v>
                </c:pt>
                <c:pt idx="20">
                  <c:v>194</c:v>
                </c:pt>
                <c:pt idx="21">
                  <c:v>134</c:v>
                </c:pt>
                <c:pt idx="22">
                  <c:v>142</c:v>
                </c:pt>
                <c:pt idx="23">
                  <c:v>227</c:v>
                </c:pt>
                <c:pt idx="24">
                  <c:v>119</c:v>
                </c:pt>
                <c:pt idx="25">
                  <c:v>186</c:v>
                </c:pt>
                <c:pt idx="26">
                  <c:v>176</c:v>
                </c:pt>
                <c:pt idx="27">
                  <c:v>187</c:v>
                </c:pt>
                <c:pt idx="28">
                  <c:v>129</c:v>
                </c:pt>
                <c:pt idx="29">
                  <c:v>102</c:v>
                </c:pt>
                <c:pt idx="30">
                  <c:v>186</c:v>
                </c:pt>
                <c:pt idx="31">
                  <c:v>186</c:v>
                </c:pt>
                <c:pt idx="32">
                  <c:v>119</c:v>
                </c:pt>
                <c:pt idx="33">
                  <c:v>307</c:v>
                </c:pt>
                <c:pt idx="34">
                  <c:v>197</c:v>
                </c:pt>
                <c:pt idx="35">
                  <c:v>187</c:v>
                </c:pt>
                <c:pt idx="36">
                  <c:v>192</c:v>
                </c:pt>
                <c:pt idx="37">
                  <c:v>209</c:v>
                </c:pt>
                <c:pt idx="38">
                  <c:v>184</c:v>
                </c:pt>
                <c:pt idx="39">
                  <c:v>195</c:v>
                </c:pt>
                <c:pt idx="40">
                  <c:v>195</c:v>
                </c:pt>
                <c:pt idx="41">
                  <c:v>152</c:v>
                </c:pt>
                <c:pt idx="42">
                  <c:v>149</c:v>
                </c:pt>
                <c:pt idx="43">
                  <c:v>189</c:v>
                </c:pt>
                <c:pt idx="44">
                  <c:v>114</c:v>
                </c:pt>
                <c:pt idx="45">
                  <c:v>173</c:v>
                </c:pt>
                <c:pt idx="46">
                  <c:v>347</c:v>
                </c:pt>
                <c:pt idx="47">
                  <c:v>116</c:v>
                </c:pt>
                <c:pt idx="48">
                  <c:v>110</c:v>
                </c:pt>
                <c:pt idx="49">
                  <c:v>134</c:v>
                </c:pt>
                <c:pt idx="50">
                  <c:v>231</c:v>
                </c:pt>
                <c:pt idx="51">
                  <c:v>115</c:v>
                </c:pt>
                <c:pt idx="52">
                  <c:v>181</c:v>
                </c:pt>
                <c:pt idx="53">
                  <c:v>186</c:v>
                </c:pt>
                <c:pt idx="54">
                  <c:v>195</c:v>
                </c:pt>
                <c:pt idx="55">
                  <c:v>124</c:v>
                </c:pt>
                <c:pt idx="56">
                  <c:v>171</c:v>
                </c:pt>
                <c:pt idx="57">
                  <c:v>184</c:v>
                </c:pt>
                <c:pt idx="58">
                  <c:v>192</c:v>
                </c:pt>
                <c:pt idx="59">
                  <c:v>158</c:v>
                </c:pt>
                <c:pt idx="60">
                  <c:v>195</c:v>
                </c:pt>
                <c:pt idx="61">
                  <c:v>194</c:v>
                </c:pt>
                <c:pt idx="62">
                  <c:v>158</c:v>
                </c:pt>
                <c:pt idx="63">
                  <c:v>189</c:v>
                </c:pt>
                <c:pt idx="64">
                  <c:v>242</c:v>
                </c:pt>
                <c:pt idx="65">
                  <c:v>233</c:v>
                </c:pt>
                <c:pt idx="66">
                  <c:v>217</c:v>
                </c:pt>
                <c:pt idx="67">
                  <c:v>149</c:v>
                </c:pt>
                <c:pt idx="68">
                  <c:v>215</c:v>
                </c:pt>
                <c:pt idx="69">
                  <c:v>96</c:v>
                </c:pt>
                <c:pt idx="70">
                  <c:v>180</c:v>
                </c:pt>
                <c:pt idx="71">
                  <c:v>231</c:v>
                </c:pt>
                <c:pt idx="72">
                  <c:v>181</c:v>
                </c:pt>
                <c:pt idx="73">
                  <c:v>178</c:v>
                </c:pt>
                <c:pt idx="74">
                  <c:v>205</c:v>
                </c:pt>
                <c:pt idx="75">
                  <c:v>202</c:v>
                </c:pt>
                <c:pt idx="76">
                  <c:v>187</c:v>
                </c:pt>
                <c:pt idx="77">
                  <c:v>192</c:v>
                </c:pt>
                <c:pt idx="78">
                  <c:v>195</c:v>
                </c:pt>
                <c:pt idx="79">
                  <c:v>181</c:v>
                </c:pt>
                <c:pt idx="80">
                  <c:v>143</c:v>
                </c:pt>
                <c:pt idx="81">
                  <c:v>189</c:v>
                </c:pt>
                <c:pt idx="82">
                  <c:v>223</c:v>
                </c:pt>
                <c:pt idx="83">
                  <c:v>103</c:v>
                </c:pt>
                <c:pt idx="84">
                  <c:v>156</c:v>
                </c:pt>
                <c:pt idx="85">
                  <c:v>261</c:v>
                </c:pt>
                <c:pt idx="86">
                  <c:v>114</c:v>
                </c:pt>
                <c:pt idx="87">
                  <c:v>135</c:v>
                </c:pt>
                <c:pt idx="88">
                  <c:v>240</c:v>
                </c:pt>
                <c:pt idx="89">
                  <c:v>181</c:v>
                </c:pt>
                <c:pt idx="90">
                  <c:v>202</c:v>
                </c:pt>
                <c:pt idx="91">
                  <c:v>197</c:v>
                </c:pt>
                <c:pt idx="92">
                  <c:v>186</c:v>
                </c:pt>
                <c:pt idx="93">
                  <c:v>181</c:v>
                </c:pt>
                <c:pt idx="94">
                  <c:v>231</c:v>
                </c:pt>
                <c:pt idx="95">
                  <c:v>158</c:v>
                </c:pt>
                <c:pt idx="96">
                  <c:v>187</c:v>
                </c:pt>
                <c:pt idx="97">
                  <c:v>134</c:v>
                </c:pt>
                <c:pt idx="98">
                  <c:v>180</c:v>
                </c:pt>
                <c:pt idx="99">
                  <c:v>233</c:v>
                </c:pt>
                <c:pt idx="100">
                  <c:v>184</c:v>
                </c:pt>
                <c:pt idx="101">
                  <c:v>187</c:v>
                </c:pt>
                <c:pt idx="102">
                  <c:v>195</c:v>
                </c:pt>
                <c:pt idx="103">
                  <c:v>169</c:v>
                </c:pt>
                <c:pt idx="104">
                  <c:v>173</c:v>
                </c:pt>
                <c:pt idx="105">
                  <c:v>148</c:v>
                </c:pt>
                <c:pt idx="106">
                  <c:v>199</c:v>
                </c:pt>
                <c:pt idx="107">
                  <c:v>132</c:v>
                </c:pt>
                <c:pt idx="108">
                  <c:v>149</c:v>
                </c:pt>
                <c:pt idx="109">
                  <c:v>233</c:v>
                </c:pt>
                <c:pt idx="110">
                  <c:v>186</c:v>
                </c:pt>
                <c:pt idx="111">
                  <c:v>255</c:v>
                </c:pt>
                <c:pt idx="112">
                  <c:v>192</c:v>
                </c:pt>
                <c:pt idx="113">
                  <c:v>182</c:v>
                </c:pt>
                <c:pt idx="114">
                  <c:v>193</c:v>
                </c:pt>
                <c:pt idx="115">
                  <c:v>184</c:v>
                </c:pt>
                <c:pt idx="116">
                  <c:v>119</c:v>
                </c:pt>
                <c:pt idx="117">
                  <c:v>98</c:v>
                </c:pt>
                <c:pt idx="118">
                  <c:v>187</c:v>
                </c:pt>
                <c:pt idx="119">
                  <c:v>202</c:v>
                </c:pt>
                <c:pt idx="120">
                  <c:v>189</c:v>
                </c:pt>
                <c:pt idx="121">
                  <c:v>186</c:v>
                </c:pt>
                <c:pt idx="122">
                  <c:v>275</c:v>
                </c:pt>
                <c:pt idx="123">
                  <c:v>195</c:v>
                </c:pt>
                <c:pt idx="124">
                  <c:v>138</c:v>
                </c:pt>
                <c:pt idx="125">
                  <c:v>243</c:v>
                </c:pt>
                <c:pt idx="126">
                  <c:v>153</c:v>
                </c:pt>
                <c:pt idx="127">
                  <c:v>197</c:v>
                </c:pt>
                <c:pt idx="128">
                  <c:v>192</c:v>
                </c:pt>
                <c:pt idx="129">
                  <c:v>194</c:v>
                </c:pt>
                <c:pt idx="130">
                  <c:v>180</c:v>
                </c:pt>
                <c:pt idx="131">
                  <c:v>199</c:v>
                </c:pt>
                <c:pt idx="132">
                  <c:v>202</c:v>
                </c:pt>
                <c:pt idx="133">
                  <c:v>249</c:v>
                </c:pt>
                <c:pt idx="134">
                  <c:v>186</c:v>
                </c:pt>
                <c:pt idx="135">
                  <c:v>178</c:v>
                </c:pt>
                <c:pt idx="136">
                  <c:v>187</c:v>
                </c:pt>
                <c:pt idx="137">
                  <c:v>171</c:v>
                </c:pt>
                <c:pt idx="138">
                  <c:v>125</c:v>
                </c:pt>
                <c:pt idx="139">
                  <c:v>181</c:v>
                </c:pt>
                <c:pt idx="140">
                  <c:v>211</c:v>
                </c:pt>
                <c:pt idx="141">
                  <c:v>211</c:v>
                </c:pt>
                <c:pt idx="142">
                  <c:v>197</c:v>
                </c:pt>
                <c:pt idx="143">
                  <c:v>243</c:v>
                </c:pt>
                <c:pt idx="144">
                  <c:v>205</c:v>
                </c:pt>
                <c:pt idx="145">
                  <c:v>270</c:v>
                </c:pt>
                <c:pt idx="146">
                  <c:v>144</c:v>
                </c:pt>
                <c:pt idx="147">
                  <c:v>249</c:v>
                </c:pt>
                <c:pt idx="148">
                  <c:v>189</c:v>
                </c:pt>
                <c:pt idx="149">
                  <c:v>111</c:v>
                </c:pt>
                <c:pt idx="150">
                  <c:v>119</c:v>
                </c:pt>
                <c:pt idx="151">
                  <c:v>132</c:v>
                </c:pt>
                <c:pt idx="152">
                  <c:v>205</c:v>
                </c:pt>
                <c:pt idx="153">
                  <c:v>200</c:v>
                </c:pt>
                <c:pt idx="154">
                  <c:v>188</c:v>
                </c:pt>
                <c:pt idx="155">
                  <c:v>194</c:v>
                </c:pt>
                <c:pt idx="156">
                  <c:v>195</c:v>
                </c:pt>
                <c:pt idx="157">
                  <c:v>192</c:v>
                </c:pt>
                <c:pt idx="158">
                  <c:v>181</c:v>
                </c:pt>
                <c:pt idx="159">
                  <c:v>192</c:v>
                </c:pt>
                <c:pt idx="160">
                  <c:v>163</c:v>
                </c:pt>
                <c:pt idx="161">
                  <c:v>184</c:v>
                </c:pt>
                <c:pt idx="162">
                  <c:v>123</c:v>
                </c:pt>
                <c:pt idx="163">
                  <c:v>299</c:v>
                </c:pt>
                <c:pt idx="164">
                  <c:v>199</c:v>
                </c:pt>
                <c:pt idx="165">
                  <c:v>138</c:v>
                </c:pt>
                <c:pt idx="166">
                  <c:v>188</c:v>
                </c:pt>
                <c:pt idx="167">
                  <c:v>149</c:v>
                </c:pt>
                <c:pt idx="168">
                  <c:v>188</c:v>
                </c:pt>
                <c:pt idx="169">
                  <c:v>217</c:v>
                </c:pt>
                <c:pt idx="170">
                  <c:v>189</c:v>
                </c:pt>
                <c:pt idx="171">
                  <c:v>138</c:v>
                </c:pt>
                <c:pt idx="172">
                  <c:v>171</c:v>
                </c:pt>
                <c:pt idx="173">
                  <c:v>128</c:v>
                </c:pt>
                <c:pt idx="174">
                  <c:v>249</c:v>
                </c:pt>
                <c:pt idx="175">
                  <c:v>125</c:v>
                </c:pt>
                <c:pt idx="176">
                  <c:v>206</c:v>
                </c:pt>
                <c:pt idx="177">
                  <c:v>179</c:v>
                </c:pt>
                <c:pt idx="178">
                  <c:v>165</c:v>
                </c:pt>
                <c:pt idx="179">
                  <c:v>125</c:v>
                </c:pt>
                <c:pt idx="180">
                  <c:v>192</c:v>
                </c:pt>
                <c:pt idx="181">
                  <c:v>192</c:v>
                </c:pt>
                <c:pt idx="182">
                  <c:v>179</c:v>
                </c:pt>
                <c:pt idx="183">
                  <c:v>208</c:v>
                </c:pt>
                <c:pt idx="184">
                  <c:v>184</c:v>
                </c:pt>
                <c:pt idx="185">
                  <c:v>99</c:v>
                </c:pt>
                <c:pt idx="186">
                  <c:v>240</c:v>
                </c:pt>
                <c:pt idx="187">
                  <c:v>179</c:v>
                </c:pt>
                <c:pt idx="188">
                  <c:v>171</c:v>
                </c:pt>
                <c:pt idx="189">
                  <c:v>244</c:v>
                </c:pt>
                <c:pt idx="190">
                  <c:v>180</c:v>
                </c:pt>
                <c:pt idx="191">
                  <c:v>149</c:v>
                </c:pt>
                <c:pt idx="192">
                  <c:v>186</c:v>
                </c:pt>
                <c:pt idx="193">
                  <c:v>202</c:v>
                </c:pt>
                <c:pt idx="194">
                  <c:v>189</c:v>
                </c:pt>
                <c:pt idx="195">
                  <c:v>286</c:v>
                </c:pt>
                <c:pt idx="196">
                  <c:v>197</c:v>
                </c:pt>
                <c:pt idx="197">
                  <c:v>224</c:v>
                </c:pt>
                <c:pt idx="198">
                  <c:v>171</c:v>
                </c:pt>
                <c:pt idx="199">
                  <c:v>180</c:v>
                </c:pt>
                <c:pt idx="200">
                  <c:v>189</c:v>
                </c:pt>
                <c:pt idx="201">
                  <c:v>136</c:v>
                </c:pt>
                <c:pt idx="202">
                  <c:v>104</c:v>
                </c:pt>
                <c:pt idx="203">
                  <c:v>127</c:v>
                </c:pt>
                <c:pt idx="204">
                  <c:v>189</c:v>
                </c:pt>
                <c:pt idx="205">
                  <c:v>217</c:v>
                </c:pt>
                <c:pt idx="206">
                  <c:v>187</c:v>
                </c:pt>
                <c:pt idx="207">
                  <c:v>190</c:v>
                </c:pt>
                <c:pt idx="208">
                  <c:v>110</c:v>
                </c:pt>
                <c:pt idx="209">
                  <c:v>110</c:v>
                </c:pt>
                <c:pt idx="210">
                  <c:v>140</c:v>
                </c:pt>
                <c:pt idx="211">
                  <c:v>195</c:v>
                </c:pt>
                <c:pt idx="212">
                  <c:v>179</c:v>
                </c:pt>
                <c:pt idx="213">
                  <c:v>194</c:v>
                </c:pt>
                <c:pt idx="214">
                  <c:v>187</c:v>
                </c:pt>
                <c:pt idx="215">
                  <c:v>211</c:v>
                </c:pt>
                <c:pt idx="216">
                  <c:v>176</c:v>
                </c:pt>
                <c:pt idx="217">
                  <c:v>189</c:v>
                </c:pt>
                <c:pt idx="218">
                  <c:v>307</c:v>
                </c:pt>
                <c:pt idx="219">
                  <c:v>150</c:v>
                </c:pt>
                <c:pt idx="220">
                  <c:v>234</c:v>
                </c:pt>
                <c:pt idx="221">
                  <c:v>179</c:v>
                </c:pt>
                <c:pt idx="222">
                  <c:v>189</c:v>
                </c:pt>
                <c:pt idx="223">
                  <c:v>173</c:v>
                </c:pt>
                <c:pt idx="224">
                  <c:v>122</c:v>
                </c:pt>
                <c:pt idx="225">
                  <c:v>202</c:v>
                </c:pt>
                <c:pt idx="226">
                  <c:v>211</c:v>
                </c:pt>
                <c:pt idx="227">
                  <c:v>109</c:v>
                </c:pt>
                <c:pt idx="228">
                  <c:v>209</c:v>
                </c:pt>
                <c:pt idx="229">
                  <c:v>192</c:v>
                </c:pt>
                <c:pt idx="230">
                  <c:v>181</c:v>
                </c:pt>
                <c:pt idx="231">
                  <c:v>281</c:v>
                </c:pt>
                <c:pt idx="232">
                  <c:v>217</c:v>
                </c:pt>
                <c:pt idx="233">
                  <c:v>199</c:v>
                </c:pt>
                <c:pt idx="234">
                  <c:v>173</c:v>
                </c:pt>
                <c:pt idx="235">
                  <c:v>265</c:v>
                </c:pt>
                <c:pt idx="236">
                  <c:v>142</c:v>
                </c:pt>
                <c:pt idx="237">
                  <c:v>175</c:v>
                </c:pt>
                <c:pt idx="238">
                  <c:v>187</c:v>
                </c:pt>
                <c:pt idx="239">
                  <c:v>187</c:v>
                </c:pt>
                <c:pt idx="240">
                  <c:v>228</c:v>
                </c:pt>
                <c:pt idx="241">
                  <c:v>187</c:v>
                </c:pt>
                <c:pt idx="242">
                  <c:v>231</c:v>
                </c:pt>
                <c:pt idx="243">
                  <c:v>114</c:v>
                </c:pt>
                <c:pt idx="244">
                  <c:v>185</c:v>
                </c:pt>
                <c:pt idx="245">
                  <c:v>172</c:v>
                </c:pt>
                <c:pt idx="246">
                  <c:v>187</c:v>
                </c:pt>
                <c:pt idx="247">
                  <c:v>127</c:v>
                </c:pt>
                <c:pt idx="248">
                  <c:v>179</c:v>
                </c:pt>
                <c:pt idx="249">
                  <c:v>189</c:v>
                </c:pt>
                <c:pt idx="250">
                  <c:v>129</c:v>
                </c:pt>
                <c:pt idx="251">
                  <c:v>150</c:v>
                </c:pt>
                <c:pt idx="252">
                  <c:v>204</c:v>
                </c:pt>
                <c:pt idx="253">
                  <c:v>164</c:v>
                </c:pt>
                <c:pt idx="254">
                  <c:v>202</c:v>
                </c:pt>
                <c:pt idx="255">
                  <c:v>97</c:v>
                </c:pt>
                <c:pt idx="256">
                  <c:v>109</c:v>
                </c:pt>
                <c:pt idx="257">
                  <c:v>215</c:v>
                </c:pt>
                <c:pt idx="258">
                  <c:v>132</c:v>
                </c:pt>
                <c:pt idx="259">
                  <c:v>197</c:v>
                </c:pt>
                <c:pt idx="260">
                  <c:v>119</c:v>
                </c:pt>
                <c:pt idx="261">
                  <c:v>184</c:v>
                </c:pt>
                <c:pt idx="262">
                  <c:v>138</c:v>
                </c:pt>
                <c:pt idx="263">
                  <c:v>142</c:v>
                </c:pt>
                <c:pt idx="264">
                  <c:v>164</c:v>
                </c:pt>
                <c:pt idx="265">
                  <c:v>112</c:v>
                </c:pt>
                <c:pt idx="266">
                  <c:v>135</c:v>
                </c:pt>
                <c:pt idx="267">
                  <c:v>215</c:v>
                </c:pt>
                <c:pt idx="268">
                  <c:v>181</c:v>
                </c:pt>
                <c:pt idx="269">
                  <c:v>179</c:v>
                </c:pt>
                <c:pt idx="270">
                  <c:v>206</c:v>
                </c:pt>
                <c:pt idx="271">
                  <c:v>180</c:v>
                </c:pt>
                <c:pt idx="272">
                  <c:v>169</c:v>
                </c:pt>
                <c:pt idx="273">
                  <c:v>116</c:v>
                </c:pt>
                <c:pt idx="274">
                  <c:v>223</c:v>
                </c:pt>
                <c:pt idx="275">
                  <c:v>144</c:v>
                </c:pt>
                <c:pt idx="276">
                  <c:v>141</c:v>
                </c:pt>
                <c:pt idx="277">
                  <c:v>195</c:v>
                </c:pt>
                <c:pt idx="278">
                  <c:v>141</c:v>
                </c:pt>
                <c:pt idx="279">
                  <c:v>232</c:v>
                </c:pt>
                <c:pt idx="280">
                  <c:v>184</c:v>
                </c:pt>
                <c:pt idx="281">
                  <c:v>119</c:v>
                </c:pt>
                <c:pt idx="282">
                  <c:v>181</c:v>
                </c:pt>
                <c:pt idx="283">
                  <c:v>169</c:v>
                </c:pt>
                <c:pt idx="284">
                  <c:v>189</c:v>
                </c:pt>
                <c:pt idx="285">
                  <c:v>192</c:v>
                </c:pt>
                <c:pt idx="286">
                  <c:v>124</c:v>
                </c:pt>
                <c:pt idx="287">
                  <c:v>189</c:v>
                </c:pt>
                <c:pt idx="288">
                  <c:v>194</c:v>
                </c:pt>
                <c:pt idx="289">
                  <c:v>189</c:v>
                </c:pt>
                <c:pt idx="290">
                  <c:v>171</c:v>
                </c:pt>
                <c:pt idx="291">
                  <c:v>187</c:v>
                </c:pt>
                <c:pt idx="292">
                  <c:v>173</c:v>
                </c:pt>
                <c:pt idx="293">
                  <c:v>99</c:v>
                </c:pt>
                <c:pt idx="294">
                  <c:v>195</c:v>
                </c:pt>
                <c:pt idx="295">
                  <c:v>149</c:v>
                </c:pt>
                <c:pt idx="296">
                  <c:v>127</c:v>
                </c:pt>
                <c:pt idx="297">
                  <c:v>197</c:v>
                </c:pt>
                <c:pt idx="298">
                  <c:v>186</c:v>
                </c:pt>
                <c:pt idx="299">
                  <c:v>189</c:v>
                </c:pt>
                <c:pt idx="300">
                  <c:v>197</c:v>
                </c:pt>
                <c:pt idx="301">
                  <c:v>150</c:v>
                </c:pt>
                <c:pt idx="302">
                  <c:v>187</c:v>
                </c:pt>
                <c:pt idx="303">
                  <c:v>154</c:v>
                </c:pt>
                <c:pt idx="304">
                  <c:v>187</c:v>
                </c:pt>
                <c:pt idx="305">
                  <c:v>182</c:v>
                </c:pt>
                <c:pt idx="306">
                  <c:v>113</c:v>
                </c:pt>
                <c:pt idx="307">
                  <c:v>189</c:v>
                </c:pt>
                <c:pt idx="308">
                  <c:v>179</c:v>
                </c:pt>
                <c:pt idx="309">
                  <c:v>109</c:v>
                </c:pt>
                <c:pt idx="310">
                  <c:v>225</c:v>
                </c:pt>
                <c:pt idx="311">
                  <c:v>174</c:v>
                </c:pt>
                <c:pt idx="312">
                  <c:v>189</c:v>
                </c:pt>
                <c:pt idx="313">
                  <c:v>124</c:v>
                </c:pt>
                <c:pt idx="314">
                  <c:v>181</c:v>
                </c:pt>
                <c:pt idx="315">
                  <c:v>232</c:v>
                </c:pt>
                <c:pt idx="316">
                  <c:v>197</c:v>
                </c:pt>
                <c:pt idx="317">
                  <c:v>114</c:v>
                </c:pt>
                <c:pt idx="318">
                  <c:v>180</c:v>
                </c:pt>
                <c:pt idx="319">
                  <c:v>195</c:v>
                </c:pt>
                <c:pt idx="320">
                  <c:v>93</c:v>
                </c:pt>
                <c:pt idx="321">
                  <c:v>131</c:v>
                </c:pt>
                <c:pt idx="322">
                  <c:v>186</c:v>
                </c:pt>
                <c:pt idx="323">
                  <c:v>200</c:v>
                </c:pt>
                <c:pt idx="324">
                  <c:v>153</c:v>
                </c:pt>
                <c:pt idx="325">
                  <c:v>184</c:v>
                </c:pt>
                <c:pt idx="326">
                  <c:v>133</c:v>
                </c:pt>
                <c:pt idx="327">
                  <c:v>170</c:v>
                </c:pt>
                <c:pt idx="328">
                  <c:v>124</c:v>
                </c:pt>
                <c:pt idx="329">
                  <c:v>174</c:v>
                </c:pt>
                <c:pt idx="330">
                  <c:v>129</c:v>
                </c:pt>
                <c:pt idx="331">
                  <c:v>108</c:v>
                </c:pt>
                <c:pt idx="332">
                  <c:v>192</c:v>
                </c:pt>
                <c:pt idx="333">
                  <c:v>119</c:v>
                </c:pt>
                <c:pt idx="334">
                  <c:v>180</c:v>
                </c:pt>
                <c:pt idx="335">
                  <c:v>107</c:v>
                </c:pt>
                <c:pt idx="336">
                  <c:v>189</c:v>
                </c:pt>
                <c:pt idx="337">
                  <c:v>179</c:v>
                </c:pt>
                <c:pt idx="338">
                  <c:v>220</c:v>
                </c:pt>
                <c:pt idx="339">
                  <c:v>199</c:v>
                </c:pt>
                <c:pt idx="340">
                  <c:v>162</c:v>
                </c:pt>
                <c:pt idx="341">
                  <c:v>149</c:v>
                </c:pt>
                <c:pt idx="342">
                  <c:v>242</c:v>
                </c:pt>
                <c:pt idx="343">
                  <c:v>128</c:v>
                </c:pt>
                <c:pt idx="344">
                  <c:v>137</c:v>
                </c:pt>
                <c:pt idx="345">
                  <c:v>99</c:v>
                </c:pt>
                <c:pt idx="346">
                  <c:v>263</c:v>
                </c:pt>
                <c:pt idx="347">
                  <c:v>184</c:v>
                </c:pt>
                <c:pt idx="348">
                  <c:v>189</c:v>
                </c:pt>
                <c:pt idx="349">
                  <c:v>189</c:v>
                </c:pt>
                <c:pt idx="350">
                  <c:v>187</c:v>
                </c:pt>
                <c:pt idx="351">
                  <c:v>207</c:v>
                </c:pt>
                <c:pt idx="352">
                  <c:v>228</c:v>
                </c:pt>
                <c:pt idx="353">
                  <c:v>211</c:v>
                </c:pt>
                <c:pt idx="354">
                  <c:v>129</c:v>
                </c:pt>
                <c:pt idx="355">
                  <c:v>307</c:v>
                </c:pt>
                <c:pt idx="356">
                  <c:v>189</c:v>
                </c:pt>
                <c:pt idx="357">
                  <c:v>185</c:v>
                </c:pt>
                <c:pt idx="358">
                  <c:v>142</c:v>
                </c:pt>
                <c:pt idx="359">
                  <c:v>173</c:v>
                </c:pt>
                <c:pt idx="360">
                  <c:v>181</c:v>
                </c:pt>
                <c:pt idx="361">
                  <c:v>250</c:v>
                </c:pt>
                <c:pt idx="362">
                  <c:v>231</c:v>
                </c:pt>
                <c:pt idx="363">
                  <c:v>179</c:v>
                </c:pt>
                <c:pt idx="364">
                  <c:v>162</c:v>
                </c:pt>
                <c:pt idx="365">
                  <c:v>99</c:v>
                </c:pt>
                <c:pt idx="366">
                  <c:v>195</c:v>
                </c:pt>
                <c:pt idx="367">
                  <c:v>123</c:v>
                </c:pt>
                <c:pt idx="368">
                  <c:v>181</c:v>
                </c:pt>
                <c:pt idx="369">
                  <c:v>195</c:v>
                </c:pt>
                <c:pt idx="370">
                  <c:v>181</c:v>
                </c:pt>
                <c:pt idx="371">
                  <c:v>114</c:v>
                </c:pt>
                <c:pt idx="372">
                  <c:v>193</c:v>
                </c:pt>
                <c:pt idx="373">
                  <c:v>122</c:v>
                </c:pt>
                <c:pt idx="374">
                  <c:v>249</c:v>
                </c:pt>
                <c:pt idx="375">
                  <c:v>286</c:v>
                </c:pt>
                <c:pt idx="376">
                  <c:v>197</c:v>
                </c:pt>
                <c:pt idx="377">
                  <c:v>187</c:v>
                </c:pt>
                <c:pt idx="378">
                  <c:v>188</c:v>
                </c:pt>
                <c:pt idx="379">
                  <c:v>99</c:v>
                </c:pt>
                <c:pt idx="380">
                  <c:v>189</c:v>
                </c:pt>
                <c:pt idx="381">
                  <c:v>187</c:v>
                </c:pt>
                <c:pt idx="382">
                  <c:v>192</c:v>
                </c:pt>
                <c:pt idx="383">
                  <c:v>107</c:v>
                </c:pt>
                <c:pt idx="384">
                  <c:v>127</c:v>
                </c:pt>
                <c:pt idx="385">
                  <c:v>187</c:v>
                </c:pt>
                <c:pt idx="386">
                  <c:v>267</c:v>
                </c:pt>
                <c:pt idx="387">
                  <c:v>189</c:v>
                </c:pt>
                <c:pt idx="388">
                  <c:v>187</c:v>
                </c:pt>
                <c:pt idx="389">
                  <c:v>192</c:v>
                </c:pt>
                <c:pt idx="390">
                  <c:v>220</c:v>
                </c:pt>
                <c:pt idx="391">
                  <c:v>189</c:v>
                </c:pt>
                <c:pt idx="392">
                  <c:v>189</c:v>
                </c:pt>
                <c:pt idx="393">
                  <c:v>162</c:v>
                </c:pt>
                <c:pt idx="394">
                  <c:v>134</c:v>
                </c:pt>
                <c:pt idx="395">
                  <c:v>197</c:v>
                </c:pt>
                <c:pt idx="396">
                  <c:v>170</c:v>
                </c:pt>
                <c:pt idx="397">
                  <c:v>127</c:v>
                </c:pt>
                <c:pt idx="398">
                  <c:v>183</c:v>
                </c:pt>
                <c:pt idx="399">
                  <c:v>122</c:v>
                </c:pt>
                <c:pt idx="400">
                  <c:v>171</c:v>
                </c:pt>
                <c:pt idx="401">
                  <c:v>180</c:v>
                </c:pt>
                <c:pt idx="402">
                  <c:v>195</c:v>
                </c:pt>
                <c:pt idx="403">
                  <c:v>249</c:v>
                </c:pt>
                <c:pt idx="404">
                  <c:v>154</c:v>
                </c:pt>
                <c:pt idx="405">
                  <c:v>123</c:v>
                </c:pt>
                <c:pt idx="406">
                  <c:v>189</c:v>
                </c:pt>
                <c:pt idx="407">
                  <c:v>130</c:v>
                </c:pt>
                <c:pt idx="408">
                  <c:v>240</c:v>
                </c:pt>
                <c:pt idx="409">
                  <c:v>223</c:v>
                </c:pt>
                <c:pt idx="410">
                  <c:v>171</c:v>
                </c:pt>
                <c:pt idx="411">
                  <c:v>195</c:v>
                </c:pt>
                <c:pt idx="412">
                  <c:v>253</c:v>
                </c:pt>
                <c:pt idx="413">
                  <c:v>167</c:v>
                </c:pt>
                <c:pt idx="414">
                  <c:v>195</c:v>
                </c:pt>
                <c:pt idx="415">
                  <c:v>197</c:v>
                </c:pt>
                <c:pt idx="416">
                  <c:v>119</c:v>
                </c:pt>
                <c:pt idx="417">
                  <c:v>143</c:v>
                </c:pt>
                <c:pt idx="418">
                  <c:v>192</c:v>
                </c:pt>
                <c:pt idx="419">
                  <c:v>187</c:v>
                </c:pt>
                <c:pt idx="420">
                  <c:v>155</c:v>
                </c:pt>
                <c:pt idx="421">
                  <c:v>258</c:v>
                </c:pt>
                <c:pt idx="422">
                  <c:v>180</c:v>
                </c:pt>
                <c:pt idx="423">
                  <c:v>180</c:v>
                </c:pt>
                <c:pt idx="424">
                  <c:v>188</c:v>
                </c:pt>
                <c:pt idx="425">
                  <c:v>204</c:v>
                </c:pt>
                <c:pt idx="426">
                  <c:v>140</c:v>
                </c:pt>
                <c:pt idx="427">
                  <c:v>134</c:v>
                </c:pt>
                <c:pt idx="428">
                  <c:v>195</c:v>
                </c:pt>
                <c:pt idx="429">
                  <c:v>270</c:v>
                </c:pt>
                <c:pt idx="430">
                  <c:v>181</c:v>
                </c:pt>
                <c:pt idx="431">
                  <c:v>181</c:v>
                </c:pt>
                <c:pt idx="432">
                  <c:v>189</c:v>
                </c:pt>
                <c:pt idx="433">
                  <c:v>231</c:v>
                </c:pt>
                <c:pt idx="434">
                  <c:v>132</c:v>
                </c:pt>
                <c:pt idx="435">
                  <c:v>260</c:v>
                </c:pt>
                <c:pt idx="436">
                  <c:v>178</c:v>
                </c:pt>
                <c:pt idx="437">
                  <c:v>116</c:v>
                </c:pt>
                <c:pt idx="438">
                  <c:v>230</c:v>
                </c:pt>
                <c:pt idx="439">
                  <c:v>179</c:v>
                </c:pt>
                <c:pt idx="440">
                  <c:v>172</c:v>
                </c:pt>
                <c:pt idx="441">
                  <c:v>157</c:v>
                </c:pt>
                <c:pt idx="442">
                  <c:v>202</c:v>
                </c:pt>
                <c:pt idx="443">
                  <c:v>128</c:v>
                </c:pt>
                <c:pt idx="444">
                  <c:v>184</c:v>
                </c:pt>
                <c:pt idx="445">
                  <c:v>178</c:v>
                </c:pt>
                <c:pt idx="446">
                  <c:v>195</c:v>
                </c:pt>
                <c:pt idx="447">
                  <c:v>131</c:v>
                </c:pt>
                <c:pt idx="448">
                  <c:v>180</c:v>
                </c:pt>
                <c:pt idx="449">
                  <c:v>99</c:v>
                </c:pt>
                <c:pt idx="450">
                  <c:v>189</c:v>
                </c:pt>
                <c:pt idx="451">
                  <c:v>197</c:v>
                </c:pt>
                <c:pt idx="452">
                  <c:v>119</c:v>
                </c:pt>
                <c:pt idx="453">
                  <c:v>226</c:v>
                </c:pt>
                <c:pt idx="454">
                  <c:v>140</c:v>
                </c:pt>
                <c:pt idx="455">
                  <c:v>146</c:v>
                </c:pt>
                <c:pt idx="456">
                  <c:v>109</c:v>
                </c:pt>
                <c:pt idx="457">
                  <c:v>149</c:v>
                </c:pt>
                <c:pt idx="458">
                  <c:v>180</c:v>
                </c:pt>
                <c:pt idx="459">
                  <c:v>215</c:v>
                </c:pt>
                <c:pt idx="460">
                  <c:v>194</c:v>
                </c:pt>
                <c:pt idx="461">
                  <c:v>120</c:v>
                </c:pt>
                <c:pt idx="462">
                  <c:v>154</c:v>
                </c:pt>
                <c:pt idx="463">
                  <c:v>186</c:v>
                </c:pt>
                <c:pt idx="464">
                  <c:v>144</c:v>
                </c:pt>
                <c:pt idx="465">
                  <c:v>130</c:v>
                </c:pt>
                <c:pt idx="466">
                  <c:v>189</c:v>
                </c:pt>
                <c:pt idx="467">
                  <c:v>267</c:v>
                </c:pt>
                <c:pt idx="468">
                  <c:v>202</c:v>
                </c:pt>
                <c:pt idx="469">
                  <c:v>195</c:v>
                </c:pt>
                <c:pt idx="470">
                  <c:v>113</c:v>
                </c:pt>
                <c:pt idx="471">
                  <c:v>250</c:v>
                </c:pt>
                <c:pt idx="472">
                  <c:v>195</c:v>
                </c:pt>
                <c:pt idx="473">
                  <c:v>197</c:v>
                </c:pt>
                <c:pt idx="474">
                  <c:v>127</c:v>
                </c:pt>
                <c:pt idx="475">
                  <c:v>189</c:v>
                </c:pt>
                <c:pt idx="476">
                  <c:v>132</c:v>
                </c:pt>
                <c:pt idx="477">
                  <c:v>124</c:v>
                </c:pt>
                <c:pt idx="478">
                  <c:v>114</c:v>
                </c:pt>
                <c:pt idx="479">
                  <c:v>109</c:v>
                </c:pt>
                <c:pt idx="480">
                  <c:v>194</c:v>
                </c:pt>
                <c:pt idx="481">
                  <c:v>244</c:v>
                </c:pt>
                <c:pt idx="482">
                  <c:v>159</c:v>
                </c:pt>
                <c:pt idx="483">
                  <c:v>179</c:v>
                </c:pt>
                <c:pt idx="484">
                  <c:v>267</c:v>
                </c:pt>
                <c:pt idx="485">
                  <c:v>187</c:v>
                </c:pt>
                <c:pt idx="486">
                  <c:v>197</c:v>
                </c:pt>
                <c:pt idx="487">
                  <c:v>136</c:v>
                </c:pt>
                <c:pt idx="488">
                  <c:v>149</c:v>
                </c:pt>
                <c:pt idx="489">
                  <c:v>228</c:v>
                </c:pt>
                <c:pt idx="490">
                  <c:v>166</c:v>
                </c:pt>
                <c:pt idx="491">
                  <c:v>121</c:v>
                </c:pt>
                <c:pt idx="492">
                  <c:v>228</c:v>
                </c:pt>
                <c:pt idx="493">
                  <c:v>179</c:v>
                </c:pt>
                <c:pt idx="494">
                  <c:v>173</c:v>
                </c:pt>
                <c:pt idx="495">
                  <c:v>204</c:v>
                </c:pt>
                <c:pt idx="496">
                  <c:v>123</c:v>
                </c:pt>
                <c:pt idx="497">
                  <c:v>202</c:v>
                </c:pt>
                <c:pt idx="498">
                  <c:v>179</c:v>
                </c:pt>
                <c:pt idx="499">
                  <c:v>220</c:v>
                </c:pt>
                <c:pt idx="500">
                  <c:v>284</c:v>
                </c:pt>
                <c:pt idx="501">
                  <c:v>172</c:v>
                </c:pt>
                <c:pt idx="502">
                  <c:v>205</c:v>
                </c:pt>
                <c:pt idx="503">
                  <c:v>200</c:v>
                </c:pt>
                <c:pt idx="504">
                  <c:v>149</c:v>
                </c:pt>
                <c:pt idx="505">
                  <c:v>150</c:v>
                </c:pt>
                <c:pt idx="506">
                  <c:v>128</c:v>
                </c:pt>
                <c:pt idx="507">
                  <c:v>209</c:v>
                </c:pt>
                <c:pt idx="508">
                  <c:v>96</c:v>
                </c:pt>
                <c:pt idx="509">
                  <c:v>223</c:v>
                </c:pt>
                <c:pt idx="510">
                  <c:v>180</c:v>
                </c:pt>
                <c:pt idx="511">
                  <c:v>179</c:v>
                </c:pt>
                <c:pt idx="512">
                  <c:v>132</c:v>
                </c:pt>
                <c:pt idx="513">
                  <c:v>98</c:v>
                </c:pt>
                <c:pt idx="514">
                  <c:v>184</c:v>
                </c:pt>
                <c:pt idx="515">
                  <c:v>228</c:v>
                </c:pt>
                <c:pt idx="516">
                  <c:v>181</c:v>
                </c:pt>
                <c:pt idx="517">
                  <c:v>217</c:v>
                </c:pt>
                <c:pt idx="518">
                  <c:v>189</c:v>
                </c:pt>
                <c:pt idx="519">
                  <c:v>181</c:v>
                </c:pt>
                <c:pt idx="520">
                  <c:v>169</c:v>
                </c:pt>
                <c:pt idx="521">
                  <c:v>183</c:v>
                </c:pt>
                <c:pt idx="522">
                  <c:v>181</c:v>
                </c:pt>
                <c:pt idx="523">
                  <c:v>99</c:v>
                </c:pt>
                <c:pt idx="524">
                  <c:v>187</c:v>
                </c:pt>
                <c:pt idx="525">
                  <c:v>179</c:v>
                </c:pt>
                <c:pt idx="526">
                  <c:v>131</c:v>
                </c:pt>
                <c:pt idx="527">
                  <c:v>197</c:v>
                </c:pt>
                <c:pt idx="528">
                  <c:v>205</c:v>
                </c:pt>
                <c:pt idx="529">
                  <c:v>180</c:v>
                </c:pt>
                <c:pt idx="530">
                  <c:v>187</c:v>
                </c:pt>
                <c:pt idx="531">
                  <c:v>114</c:v>
                </c:pt>
                <c:pt idx="532">
                  <c:v>176</c:v>
                </c:pt>
                <c:pt idx="533">
                  <c:v>187</c:v>
                </c:pt>
                <c:pt idx="534">
                  <c:v>180</c:v>
                </c:pt>
                <c:pt idx="535">
                  <c:v>223</c:v>
                </c:pt>
                <c:pt idx="536">
                  <c:v>200</c:v>
                </c:pt>
                <c:pt idx="537">
                  <c:v>192</c:v>
                </c:pt>
                <c:pt idx="538">
                  <c:v>179</c:v>
                </c:pt>
                <c:pt idx="539">
                  <c:v>186</c:v>
                </c:pt>
                <c:pt idx="540">
                  <c:v>176</c:v>
                </c:pt>
                <c:pt idx="541">
                  <c:v>246</c:v>
                </c:pt>
                <c:pt idx="542">
                  <c:v>166</c:v>
                </c:pt>
                <c:pt idx="543">
                  <c:v>155</c:v>
                </c:pt>
                <c:pt idx="544">
                  <c:v>194</c:v>
                </c:pt>
                <c:pt idx="545">
                  <c:v>155</c:v>
                </c:pt>
                <c:pt idx="546">
                  <c:v>109</c:v>
                </c:pt>
                <c:pt idx="547">
                  <c:v>149</c:v>
                </c:pt>
                <c:pt idx="548">
                  <c:v>159</c:v>
                </c:pt>
                <c:pt idx="549">
                  <c:v>217</c:v>
                </c:pt>
                <c:pt idx="550">
                  <c:v>181</c:v>
                </c:pt>
                <c:pt idx="551">
                  <c:v>208</c:v>
                </c:pt>
                <c:pt idx="552">
                  <c:v>180</c:v>
                </c:pt>
                <c:pt idx="553">
                  <c:v>222</c:v>
                </c:pt>
                <c:pt idx="554">
                  <c:v>149</c:v>
                </c:pt>
                <c:pt idx="555">
                  <c:v>189</c:v>
                </c:pt>
                <c:pt idx="556">
                  <c:v>189</c:v>
                </c:pt>
                <c:pt idx="557">
                  <c:v>202</c:v>
                </c:pt>
                <c:pt idx="558">
                  <c:v>148</c:v>
                </c:pt>
                <c:pt idx="559">
                  <c:v>243</c:v>
                </c:pt>
                <c:pt idx="560">
                  <c:v>119</c:v>
                </c:pt>
                <c:pt idx="561">
                  <c:v>181</c:v>
                </c:pt>
                <c:pt idx="562">
                  <c:v>180</c:v>
                </c:pt>
                <c:pt idx="563">
                  <c:v>184</c:v>
                </c:pt>
                <c:pt idx="564">
                  <c:v>167</c:v>
                </c:pt>
                <c:pt idx="565">
                  <c:v>171</c:v>
                </c:pt>
                <c:pt idx="566">
                  <c:v>107</c:v>
                </c:pt>
                <c:pt idx="567">
                  <c:v>119</c:v>
                </c:pt>
                <c:pt idx="568">
                  <c:v>195</c:v>
                </c:pt>
                <c:pt idx="569">
                  <c:v>220</c:v>
                </c:pt>
                <c:pt idx="570">
                  <c:v>204</c:v>
                </c:pt>
                <c:pt idx="571">
                  <c:v>184</c:v>
                </c:pt>
                <c:pt idx="572">
                  <c:v>181</c:v>
                </c:pt>
                <c:pt idx="573">
                  <c:v>107</c:v>
                </c:pt>
                <c:pt idx="574">
                  <c:v>187</c:v>
                </c:pt>
                <c:pt idx="575">
                  <c:v>202</c:v>
                </c:pt>
                <c:pt idx="576">
                  <c:v>181</c:v>
                </c:pt>
                <c:pt idx="577">
                  <c:v>146</c:v>
                </c:pt>
                <c:pt idx="578">
                  <c:v>158</c:v>
                </c:pt>
                <c:pt idx="579">
                  <c:v>180</c:v>
                </c:pt>
                <c:pt idx="580">
                  <c:v>152</c:v>
                </c:pt>
                <c:pt idx="581">
                  <c:v>117</c:v>
                </c:pt>
                <c:pt idx="582">
                  <c:v>173</c:v>
                </c:pt>
                <c:pt idx="583">
                  <c:v>152</c:v>
                </c:pt>
                <c:pt idx="584">
                  <c:v>242</c:v>
                </c:pt>
                <c:pt idx="585">
                  <c:v>181</c:v>
                </c:pt>
                <c:pt idx="586">
                  <c:v>138</c:v>
                </c:pt>
                <c:pt idx="587">
                  <c:v>157</c:v>
                </c:pt>
                <c:pt idx="588">
                  <c:v>215</c:v>
                </c:pt>
                <c:pt idx="589">
                  <c:v>189</c:v>
                </c:pt>
                <c:pt idx="590">
                  <c:v>205</c:v>
                </c:pt>
                <c:pt idx="591">
                  <c:v>202</c:v>
                </c:pt>
                <c:pt idx="592">
                  <c:v>124</c:v>
                </c:pt>
                <c:pt idx="593">
                  <c:v>173</c:v>
                </c:pt>
                <c:pt idx="594">
                  <c:v>144</c:v>
                </c:pt>
                <c:pt idx="595">
                  <c:v>127</c:v>
                </c:pt>
                <c:pt idx="596">
                  <c:v>93</c:v>
                </c:pt>
                <c:pt idx="597">
                  <c:v>231</c:v>
                </c:pt>
                <c:pt idx="598">
                  <c:v>253</c:v>
                </c:pt>
                <c:pt idx="599">
                  <c:v>181</c:v>
                </c:pt>
              </c:numCache>
            </c:numRef>
          </c:xVal>
          <c:yVal>
            <c:numRef>
              <c:f>'Chart Data'!$B$2:$B$601</c:f>
              <c:numCache>
                <c:formatCode>0</c:formatCode>
                <c:ptCount val="600"/>
                <c:pt idx="0">
                  <c:v>100.428571429</c:v>
                </c:pt>
                <c:pt idx="1">
                  <c:v>238.428571429</c:v>
                </c:pt>
                <c:pt idx="2">
                  <c:v>181.857142857</c:v>
                </c:pt>
                <c:pt idx="3">
                  <c:v>110.714285714</c:v>
                </c:pt>
                <c:pt idx="4">
                  <c:v>181.857142857</c:v>
                </c:pt>
                <c:pt idx="5">
                  <c:v>170.285714286</c:v>
                </c:pt>
                <c:pt idx="6">
                  <c:v>181.714285714</c:v>
                </c:pt>
                <c:pt idx="7">
                  <c:v>142.571428571</c:v>
                </c:pt>
                <c:pt idx="8">
                  <c:v>132</c:v>
                </c:pt>
                <c:pt idx="9">
                  <c:v>190.285714286</c:v>
                </c:pt>
                <c:pt idx="10">
                  <c:v>91.2857142857</c:v>
                </c:pt>
                <c:pt idx="11">
                  <c:v>118.571428571</c:v>
                </c:pt>
                <c:pt idx="12">
                  <c:v>159</c:v>
                </c:pt>
                <c:pt idx="13">
                  <c:v>170.285714286</c:v>
                </c:pt>
                <c:pt idx="14">
                  <c:v>216</c:v>
                </c:pt>
                <c:pt idx="15">
                  <c:v>189.571428571</c:v>
                </c:pt>
                <c:pt idx="16">
                  <c:v>189.571428571</c:v>
                </c:pt>
                <c:pt idx="17">
                  <c:v>295</c:v>
                </c:pt>
                <c:pt idx="18">
                  <c:v>100.857142857</c:v>
                </c:pt>
                <c:pt idx="19">
                  <c:v>183.285714286</c:v>
                </c:pt>
                <c:pt idx="20">
                  <c:v>189.571428571</c:v>
                </c:pt>
                <c:pt idx="21">
                  <c:v>125.571428571</c:v>
                </c:pt>
                <c:pt idx="22">
                  <c:v>110.714285714</c:v>
                </c:pt>
                <c:pt idx="23">
                  <c:v>256.285714286</c:v>
                </c:pt>
                <c:pt idx="24">
                  <c:v>116</c:v>
                </c:pt>
                <c:pt idx="25">
                  <c:v>215.142857143</c:v>
                </c:pt>
                <c:pt idx="26">
                  <c:v>154</c:v>
                </c:pt>
                <c:pt idx="27">
                  <c:v>172.428571429</c:v>
                </c:pt>
                <c:pt idx="28">
                  <c:v>120.714285714</c:v>
                </c:pt>
                <c:pt idx="29">
                  <c:v>102.714285714</c:v>
                </c:pt>
                <c:pt idx="30">
                  <c:v>181.857142857</c:v>
                </c:pt>
                <c:pt idx="31">
                  <c:v>189.571428571</c:v>
                </c:pt>
                <c:pt idx="32">
                  <c:v>131.857142857</c:v>
                </c:pt>
                <c:pt idx="33">
                  <c:v>293.571428571</c:v>
                </c:pt>
                <c:pt idx="34">
                  <c:v>154</c:v>
                </c:pt>
                <c:pt idx="35">
                  <c:v>189.571428571</c:v>
                </c:pt>
                <c:pt idx="36">
                  <c:v>177</c:v>
                </c:pt>
                <c:pt idx="37">
                  <c:v>201</c:v>
                </c:pt>
                <c:pt idx="38">
                  <c:v>169.142857143</c:v>
                </c:pt>
                <c:pt idx="39">
                  <c:v>170.285714286</c:v>
                </c:pt>
                <c:pt idx="40">
                  <c:v>170.285714286</c:v>
                </c:pt>
                <c:pt idx="41">
                  <c:v>153</c:v>
                </c:pt>
                <c:pt idx="42">
                  <c:v>154.428571429</c:v>
                </c:pt>
                <c:pt idx="43">
                  <c:v>170.285714286</c:v>
                </c:pt>
                <c:pt idx="44">
                  <c:v>122.857142857</c:v>
                </c:pt>
                <c:pt idx="45">
                  <c:v>159</c:v>
                </c:pt>
                <c:pt idx="46">
                  <c:v>336.714285714</c:v>
                </c:pt>
                <c:pt idx="47">
                  <c:v>122.714285714</c:v>
                </c:pt>
                <c:pt idx="48">
                  <c:v>123.571428571</c:v>
                </c:pt>
                <c:pt idx="49">
                  <c:v>125</c:v>
                </c:pt>
                <c:pt idx="50">
                  <c:v>295</c:v>
                </c:pt>
                <c:pt idx="51">
                  <c:v>131.142857143</c:v>
                </c:pt>
                <c:pt idx="52">
                  <c:v>159</c:v>
                </c:pt>
                <c:pt idx="53">
                  <c:v>190.285714286</c:v>
                </c:pt>
                <c:pt idx="54">
                  <c:v>182.571428571</c:v>
                </c:pt>
                <c:pt idx="55">
                  <c:v>115.857142857</c:v>
                </c:pt>
                <c:pt idx="56">
                  <c:v>155.714285714</c:v>
                </c:pt>
                <c:pt idx="57">
                  <c:v>154</c:v>
                </c:pt>
                <c:pt idx="58">
                  <c:v>189.571428571</c:v>
                </c:pt>
                <c:pt idx="59">
                  <c:v>137.142857143</c:v>
                </c:pt>
                <c:pt idx="60">
                  <c:v>182.571428571</c:v>
                </c:pt>
                <c:pt idx="61">
                  <c:v>181.857142857</c:v>
                </c:pt>
                <c:pt idx="62">
                  <c:v>156.428571429</c:v>
                </c:pt>
                <c:pt idx="63">
                  <c:v>161.857142857</c:v>
                </c:pt>
                <c:pt idx="64">
                  <c:v>189.571428571</c:v>
                </c:pt>
                <c:pt idx="65">
                  <c:v>295</c:v>
                </c:pt>
                <c:pt idx="66">
                  <c:v>177</c:v>
                </c:pt>
                <c:pt idx="67">
                  <c:v>152.857142857</c:v>
                </c:pt>
                <c:pt idx="68">
                  <c:v>216.142857143</c:v>
                </c:pt>
                <c:pt idx="69">
                  <c:v>104.285714286</c:v>
                </c:pt>
                <c:pt idx="70">
                  <c:v>159</c:v>
                </c:pt>
                <c:pt idx="71">
                  <c:v>177</c:v>
                </c:pt>
                <c:pt idx="72">
                  <c:v>178.857142857</c:v>
                </c:pt>
                <c:pt idx="73">
                  <c:v>177</c:v>
                </c:pt>
                <c:pt idx="74">
                  <c:v>181.857142857</c:v>
                </c:pt>
                <c:pt idx="75">
                  <c:v>190.285714286</c:v>
                </c:pt>
                <c:pt idx="76">
                  <c:v>189.571428571</c:v>
                </c:pt>
                <c:pt idx="77">
                  <c:v>177</c:v>
                </c:pt>
                <c:pt idx="78">
                  <c:v>176.857142857</c:v>
                </c:pt>
                <c:pt idx="79">
                  <c:v>190.285714286</c:v>
                </c:pt>
                <c:pt idx="80">
                  <c:v>123</c:v>
                </c:pt>
                <c:pt idx="81">
                  <c:v>177</c:v>
                </c:pt>
                <c:pt idx="82">
                  <c:v>216</c:v>
                </c:pt>
                <c:pt idx="83">
                  <c:v>121.428571429</c:v>
                </c:pt>
                <c:pt idx="84">
                  <c:v>148.428571429</c:v>
                </c:pt>
                <c:pt idx="85">
                  <c:v>238.428571429</c:v>
                </c:pt>
                <c:pt idx="86">
                  <c:v>120.142857143</c:v>
                </c:pt>
                <c:pt idx="87">
                  <c:v>147.142857143</c:v>
                </c:pt>
                <c:pt idx="88">
                  <c:v>203.857142857</c:v>
                </c:pt>
                <c:pt idx="89">
                  <c:v>154</c:v>
                </c:pt>
                <c:pt idx="90">
                  <c:v>190.285714286</c:v>
                </c:pt>
                <c:pt idx="91">
                  <c:v>181.857142857</c:v>
                </c:pt>
                <c:pt idx="92">
                  <c:v>181.714285714</c:v>
                </c:pt>
                <c:pt idx="93">
                  <c:v>177</c:v>
                </c:pt>
                <c:pt idx="94">
                  <c:v>295</c:v>
                </c:pt>
                <c:pt idx="95">
                  <c:v>159.857142857</c:v>
                </c:pt>
                <c:pt idx="96">
                  <c:v>151.857142857</c:v>
                </c:pt>
                <c:pt idx="97">
                  <c:v>139.857142857</c:v>
                </c:pt>
                <c:pt idx="98">
                  <c:v>177</c:v>
                </c:pt>
                <c:pt idx="99">
                  <c:v>295</c:v>
                </c:pt>
                <c:pt idx="100">
                  <c:v>152</c:v>
                </c:pt>
                <c:pt idx="101">
                  <c:v>189.571428571</c:v>
                </c:pt>
                <c:pt idx="102">
                  <c:v>190.285714286</c:v>
                </c:pt>
                <c:pt idx="103">
                  <c:v>168.714285714</c:v>
                </c:pt>
                <c:pt idx="104">
                  <c:v>159</c:v>
                </c:pt>
                <c:pt idx="105">
                  <c:v>102.428571429</c:v>
                </c:pt>
                <c:pt idx="106">
                  <c:v>220.285714286</c:v>
                </c:pt>
                <c:pt idx="107">
                  <c:v>123.285714286</c:v>
                </c:pt>
                <c:pt idx="108">
                  <c:v>155.571428571</c:v>
                </c:pt>
                <c:pt idx="109">
                  <c:v>295</c:v>
                </c:pt>
                <c:pt idx="110">
                  <c:v>189.571428571</c:v>
                </c:pt>
                <c:pt idx="111">
                  <c:v>198</c:v>
                </c:pt>
                <c:pt idx="112">
                  <c:v>181.857142857</c:v>
                </c:pt>
                <c:pt idx="113">
                  <c:v>177</c:v>
                </c:pt>
                <c:pt idx="114">
                  <c:v>181.285714286</c:v>
                </c:pt>
                <c:pt idx="115">
                  <c:v>184.285714286</c:v>
                </c:pt>
                <c:pt idx="116">
                  <c:v>126.285714286</c:v>
                </c:pt>
                <c:pt idx="117">
                  <c:v>104.285714286</c:v>
                </c:pt>
                <c:pt idx="118">
                  <c:v>170.285714286</c:v>
                </c:pt>
                <c:pt idx="119">
                  <c:v>176.857142857</c:v>
                </c:pt>
                <c:pt idx="120">
                  <c:v>181.857142857</c:v>
                </c:pt>
                <c:pt idx="121">
                  <c:v>189.571428571</c:v>
                </c:pt>
                <c:pt idx="122">
                  <c:v>273.714285714</c:v>
                </c:pt>
                <c:pt idx="123">
                  <c:v>190.285714286</c:v>
                </c:pt>
                <c:pt idx="124">
                  <c:v>154.857142857</c:v>
                </c:pt>
                <c:pt idx="125">
                  <c:v>189.571428571</c:v>
                </c:pt>
                <c:pt idx="126">
                  <c:v>142.571428571</c:v>
                </c:pt>
                <c:pt idx="127">
                  <c:v>181.857142857</c:v>
                </c:pt>
                <c:pt idx="128">
                  <c:v>189.571428571</c:v>
                </c:pt>
                <c:pt idx="129">
                  <c:v>194.714285714</c:v>
                </c:pt>
                <c:pt idx="130">
                  <c:v>177</c:v>
                </c:pt>
                <c:pt idx="131">
                  <c:v>186.857142857</c:v>
                </c:pt>
                <c:pt idx="132">
                  <c:v>181.714285714</c:v>
                </c:pt>
                <c:pt idx="133">
                  <c:v>235.285714286</c:v>
                </c:pt>
                <c:pt idx="134">
                  <c:v>181.857142857</c:v>
                </c:pt>
                <c:pt idx="135">
                  <c:v>163.428571429</c:v>
                </c:pt>
                <c:pt idx="136">
                  <c:v>190.285714286</c:v>
                </c:pt>
                <c:pt idx="137">
                  <c:v>176.857142857</c:v>
                </c:pt>
                <c:pt idx="138">
                  <c:v>116</c:v>
                </c:pt>
                <c:pt idx="139">
                  <c:v>159</c:v>
                </c:pt>
                <c:pt idx="140">
                  <c:v>201</c:v>
                </c:pt>
                <c:pt idx="141">
                  <c:v>172</c:v>
                </c:pt>
                <c:pt idx="142">
                  <c:v>181.857142857</c:v>
                </c:pt>
                <c:pt idx="143">
                  <c:v>189.571428571</c:v>
                </c:pt>
                <c:pt idx="144">
                  <c:v>181.857142857</c:v>
                </c:pt>
                <c:pt idx="145">
                  <c:v>272.571428571</c:v>
                </c:pt>
                <c:pt idx="146">
                  <c:v>140.428571429</c:v>
                </c:pt>
                <c:pt idx="147">
                  <c:v>238.428571429</c:v>
                </c:pt>
                <c:pt idx="148">
                  <c:v>177</c:v>
                </c:pt>
                <c:pt idx="149">
                  <c:v>112.571428571</c:v>
                </c:pt>
                <c:pt idx="150">
                  <c:v>126.285714286</c:v>
                </c:pt>
                <c:pt idx="151">
                  <c:v>107.857142857</c:v>
                </c:pt>
                <c:pt idx="152">
                  <c:v>181.857142857</c:v>
                </c:pt>
                <c:pt idx="153">
                  <c:v>177</c:v>
                </c:pt>
                <c:pt idx="154">
                  <c:v>159</c:v>
                </c:pt>
                <c:pt idx="155">
                  <c:v>190.285714286</c:v>
                </c:pt>
                <c:pt idx="156">
                  <c:v>189.428571429</c:v>
                </c:pt>
                <c:pt idx="157">
                  <c:v>154</c:v>
                </c:pt>
                <c:pt idx="158">
                  <c:v>183.142857143</c:v>
                </c:pt>
                <c:pt idx="159">
                  <c:v>181.857142857</c:v>
                </c:pt>
                <c:pt idx="160">
                  <c:v>159.142857143</c:v>
                </c:pt>
                <c:pt idx="161">
                  <c:v>177</c:v>
                </c:pt>
                <c:pt idx="162">
                  <c:v>141.571428571</c:v>
                </c:pt>
                <c:pt idx="163">
                  <c:v>237.142857143</c:v>
                </c:pt>
                <c:pt idx="164">
                  <c:v>177.428571429</c:v>
                </c:pt>
                <c:pt idx="165">
                  <c:v>150.571428571</c:v>
                </c:pt>
                <c:pt idx="166">
                  <c:v>209.714285714</c:v>
                </c:pt>
                <c:pt idx="167">
                  <c:v>147</c:v>
                </c:pt>
                <c:pt idx="168">
                  <c:v>188.714285714</c:v>
                </c:pt>
                <c:pt idx="169">
                  <c:v>247.142857143</c:v>
                </c:pt>
                <c:pt idx="170">
                  <c:v>181.857142857</c:v>
                </c:pt>
                <c:pt idx="171">
                  <c:v>141.857142857</c:v>
                </c:pt>
                <c:pt idx="172">
                  <c:v>194.714285714</c:v>
                </c:pt>
                <c:pt idx="173">
                  <c:v>115.428571429</c:v>
                </c:pt>
                <c:pt idx="174">
                  <c:v>216.142857143</c:v>
                </c:pt>
                <c:pt idx="175">
                  <c:v>122.857142857</c:v>
                </c:pt>
                <c:pt idx="176">
                  <c:v>253.714285714</c:v>
                </c:pt>
                <c:pt idx="177">
                  <c:v>181.714285714</c:v>
                </c:pt>
                <c:pt idx="178">
                  <c:v>181.857142857</c:v>
                </c:pt>
                <c:pt idx="179">
                  <c:v>134</c:v>
                </c:pt>
                <c:pt idx="180">
                  <c:v>169.142857143</c:v>
                </c:pt>
                <c:pt idx="181">
                  <c:v>154</c:v>
                </c:pt>
                <c:pt idx="182">
                  <c:v>190.285714286</c:v>
                </c:pt>
                <c:pt idx="183">
                  <c:v>189.571428571</c:v>
                </c:pt>
                <c:pt idx="184">
                  <c:v>177</c:v>
                </c:pt>
                <c:pt idx="185">
                  <c:v>116.142857143</c:v>
                </c:pt>
                <c:pt idx="186">
                  <c:v>207.714285714</c:v>
                </c:pt>
                <c:pt idx="187">
                  <c:v>189.571428571</c:v>
                </c:pt>
                <c:pt idx="188">
                  <c:v>182.571428571</c:v>
                </c:pt>
                <c:pt idx="189">
                  <c:v>216.142857143</c:v>
                </c:pt>
                <c:pt idx="190">
                  <c:v>159</c:v>
                </c:pt>
                <c:pt idx="191">
                  <c:v>154.428571429</c:v>
                </c:pt>
                <c:pt idx="192">
                  <c:v>181.714285714</c:v>
                </c:pt>
                <c:pt idx="193">
                  <c:v>192.857142857</c:v>
                </c:pt>
                <c:pt idx="194">
                  <c:v>154</c:v>
                </c:pt>
                <c:pt idx="195">
                  <c:v>181.142857143</c:v>
                </c:pt>
                <c:pt idx="196">
                  <c:v>189.571428571</c:v>
                </c:pt>
                <c:pt idx="197">
                  <c:v>186</c:v>
                </c:pt>
                <c:pt idx="198">
                  <c:v>181.857142857</c:v>
                </c:pt>
                <c:pt idx="199">
                  <c:v>159</c:v>
                </c:pt>
                <c:pt idx="200">
                  <c:v>170.714285714</c:v>
                </c:pt>
                <c:pt idx="201">
                  <c:v>135.571428571</c:v>
                </c:pt>
                <c:pt idx="202">
                  <c:v>116.142857143</c:v>
                </c:pt>
                <c:pt idx="203">
                  <c:v>111.714285714</c:v>
                </c:pt>
                <c:pt idx="204">
                  <c:v>182.571428571</c:v>
                </c:pt>
                <c:pt idx="205">
                  <c:v>159</c:v>
                </c:pt>
                <c:pt idx="206">
                  <c:v>190.285714286</c:v>
                </c:pt>
                <c:pt idx="207">
                  <c:v>183.714285714</c:v>
                </c:pt>
                <c:pt idx="208">
                  <c:v>121.428571429</c:v>
                </c:pt>
                <c:pt idx="209">
                  <c:v>117.428571429</c:v>
                </c:pt>
                <c:pt idx="210">
                  <c:v>166</c:v>
                </c:pt>
                <c:pt idx="211">
                  <c:v>176.857142857</c:v>
                </c:pt>
                <c:pt idx="212">
                  <c:v>189.571428571</c:v>
                </c:pt>
                <c:pt idx="213">
                  <c:v>181.857142857</c:v>
                </c:pt>
                <c:pt idx="214">
                  <c:v>157.142857143</c:v>
                </c:pt>
                <c:pt idx="215">
                  <c:v>201</c:v>
                </c:pt>
                <c:pt idx="216">
                  <c:v>181.857142857</c:v>
                </c:pt>
                <c:pt idx="217">
                  <c:v>159</c:v>
                </c:pt>
                <c:pt idx="218">
                  <c:v>273.714285714</c:v>
                </c:pt>
                <c:pt idx="219">
                  <c:v>151.571428571</c:v>
                </c:pt>
                <c:pt idx="220">
                  <c:v>244.714285714</c:v>
                </c:pt>
                <c:pt idx="221">
                  <c:v>159</c:v>
                </c:pt>
                <c:pt idx="222">
                  <c:v>159</c:v>
                </c:pt>
                <c:pt idx="223">
                  <c:v>177</c:v>
                </c:pt>
                <c:pt idx="224">
                  <c:v>113.428571429</c:v>
                </c:pt>
                <c:pt idx="225">
                  <c:v>176.857142857</c:v>
                </c:pt>
                <c:pt idx="226">
                  <c:v>194.142857143</c:v>
                </c:pt>
                <c:pt idx="227">
                  <c:v>112.571428571</c:v>
                </c:pt>
                <c:pt idx="228">
                  <c:v>201</c:v>
                </c:pt>
                <c:pt idx="229">
                  <c:v>184.285714286</c:v>
                </c:pt>
                <c:pt idx="230">
                  <c:v>157.142857143</c:v>
                </c:pt>
                <c:pt idx="231">
                  <c:v>185.857142857</c:v>
                </c:pt>
                <c:pt idx="232">
                  <c:v>295</c:v>
                </c:pt>
                <c:pt idx="233">
                  <c:v>177.428571429</c:v>
                </c:pt>
                <c:pt idx="234">
                  <c:v>177</c:v>
                </c:pt>
                <c:pt idx="235">
                  <c:v>216</c:v>
                </c:pt>
                <c:pt idx="236">
                  <c:v>140.428571429</c:v>
                </c:pt>
                <c:pt idx="237">
                  <c:v>162.714285714</c:v>
                </c:pt>
                <c:pt idx="238">
                  <c:v>181.857142857</c:v>
                </c:pt>
                <c:pt idx="239">
                  <c:v>174.142857143</c:v>
                </c:pt>
                <c:pt idx="240">
                  <c:v>159</c:v>
                </c:pt>
                <c:pt idx="241">
                  <c:v>186.142857143</c:v>
                </c:pt>
                <c:pt idx="242">
                  <c:v>295</c:v>
                </c:pt>
                <c:pt idx="243">
                  <c:v>115.571428571</c:v>
                </c:pt>
                <c:pt idx="244">
                  <c:v>181.857142857</c:v>
                </c:pt>
                <c:pt idx="245">
                  <c:v>183.285714286</c:v>
                </c:pt>
                <c:pt idx="246">
                  <c:v>172.428571429</c:v>
                </c:pt>
                <c:pt idx="247">
                  <c:v>123.714285714</c:v>
                </c:pt>
                <c:pt idx="248">
                  <c:v>176.857142857</c:v>
                </c:pt>
                <c:pt idx="249">
                  <c:v>179.428571429</c:v>
                </c:pt>
                <c:pt idx="250">
                  <c:v>131.285714286</c:v>
                </c:pt>
                <c:pt idx="251">
                  <c:v>150.857142857</c:v>
                </c:pt>
                <c:pt idx="252">
                  <c:v>216</c:v>
                </c:pt>
                <c:pt idx="253">
                  <c:v>165.428571429</c:v>
                </c:pt>
                <c:pt idx="254">
                  <c:v>181.714285714</c:v>
                </c:pt>
                <c:pt idx="255">
                  <c:v>116</c:v>
                </c:pt>
                <c:pt idx="256">
                  <c:v>137.714285714</c:v>
                </c:pt>
                <c:pt idx="257">
                  <c:v>235.285714286</c:v>
                </c:pt>
                <c:pt idx="258">
                  <c:v>132.857142857</c:v>
                </c:pt>
                <c:pt idx="259">
                  <c:v>189.571428571</c:v>
                </c:pt>
                <c:pt idx="260">
                  <c:v>121.857142857</c:v>
                </c:pt>
                <c:pt idx="261">
                  <c:v>154</c:v>
                </c:pt>
                <c:pt idx="262">
                  <c:v>136.285714286</c:v>
                </c:pt>
                <c:pt idx="263">
                  <c:v>147.857142857</c:v>
                </c:pt>
                <c:pt idx="264">
                  <c:v>160.428571429</c:v>
                </c:pt>
                <c:pt idx="265">
                  <c:v>110.714285714</c:v>
                </c:pt>
                <c:pt idx="266">
                  <c:v>133.285714286</c:v>
                </c:pt>
                <c:pt idx="267">
                  <c:v>216</c:v>
                </c:pt>
                <c:pt idx="268">
                  <c:v>159</c:v>
                </c:pt>
                <c:pt idx="269">
                  <c:v>180.142857143</c:v>
                </c:pt>
                <c:pt idx="270">
                  <c:v>196</c:v>
                </c:pt>
                <c:pt idx="271">
                  <c:v>159</c:v>
                </c:pt>
                <c:pt idx="272">
                  <c:v>175.857142857</c:v>
                </c:pt>
                <c:pt idx="273">
                  <c:v>125.571428571</c:v>
                </c:pt>
                <c:pt idx="274">
                  <c:v>201.857142857</c:v>
                </c:pt>
                <c:pt idx="275">
                  <c:v>140.428571429</c:v>
                </c:pt>
                <c:pt idx="276">
                  <c:v>133.571428571</c:v>
                </c:pt>
                <c:pt idx="277">
                  <c:v>170.285714286</c:v>
                </c:pt>
                <c:pt idx="278">
                  <c:v>134.714285714</c:v>
                </c:pt>
                <c:pt idx="279">
                  <c:v>189.571428571</c:v>
                </c:pt>
                <c:pt idx="280">
                  <c:v>177</c:v>
                </c:pt>
                <c:pt idx="281">
                  <c:v>110.285714286</c:v>
                </c:pt>
                <c:pt idx="282">
                  <c:v>181.714285714</c:v>
                </c:pt>
                <c:pt idx="283">
                  <c:v>150.428571429</c:v>
                </c:pt>
                <c:pt idx="284">
                  <c:v>181.714285714</c:v>
                </c:pt>
                <c:pt idx="285">
                  <c:v>176.857142857</c:v>
                </c:pt>
                <c:pt idx="286">
                  <c:v>110.571428571</c:v>
                </c:pt>
                <c:pt idx="287">
                  <c:v>181.857142857</c:v>
                </c:pt>
                <c:pt idx="288">
                  <c:v>181.714285714</c:v>
                </c:pt>
                <c:pt idx="289">
                  <c:v>179.428571429</c:v>
                </c:pt>
                <c:pt idx="290">
                  <c:v>181.714285714</c:v>
                </c:pt>
                <c:pt idx="291">
                  <c:v>157.142857143</c:v>
                </c:pt>
                <c:pt idx="292">
                  <c:v>177</c:v>
                </c:pt>
                <c:pt idx="293">
                  <c:v>97.5714285714</c:v>
                </c:pt>
                <c:pt idx="294">
                  <c:v>170.285714286</c:v>
                </c:pt>
                <c:pt idx="295">
                  <c:v>152.857142857</c:v>
                </c:pt>
                <c:pt idx="296">
                  <c:v>123.285714286</c:v>
                </c:pt>
                <c:pt idx="297">
                  <c:v>181.857142857</c:v>
                </c:pt>
                <c:pt idx="298">
                  <c:v>190.285714286</c:v>
                </c:pt>
                <c:pt idx="299">
                  <c:v>159</c:v>
                </c:pt>
                <c:pt idx="300">
                  <c:v>181.857142857</c:v>
                </c:pt>
                <c:pt idx="301">
                  <c:v>177.142857143</c:v>
                </c:pt>
                <c:pt idx="302">
                  <c:v>172.428571429</c:v>
                </c:pt>
                <c:pt idx="303">
                  <c:v>159.428571429</c:v>
                </c:pt>
                <c:pt idx="304">
                  <c:v>174</c:v>
                </c:pt>
                <c:pt idx="305">
                  <c:v>177</c:v>
                </c:pt>
                <c:pt idx="306">
                  <c:v>112.571428571</c:v>
                </c:pt>
                <c:pt idx="307">
                  <c:v>190.285714286</c:v>
                </c:pt>
                <c:pt idx="308">
                  <c:v>181.714285714</c:v>
                </c:pt>
                <c:pt idx="309">
                  <c:v>117</c:v>
                </c:pt>
                <c:pt idx="310">
                  <c:v>256.285714286</c:v>
                </c:pt>
                <c:pt idx="311">
                  <c:v>174</c:v>
                </c:pt>
                <c:pt idx="312">
                  <c:v>189.428571429</c:v>
                </c:pt>
                <c:pt idx="313">
                  <c:v>122.571428571</c:v>
                </c:pt>
                <c:pt idx="314">
                  <c:v>159</c:v>
                </c:pt>
                <c:pt idx="315">
                  <c:v>189.571428571</c:v>
                </c:pt>
                <c:pt idx="316">
                  <c:v>181.857142857</c:v>
                </c:pt>
                <c:pt idx="317">
                  <c:v>120.142857143</c:v>
                </c:pt>
                <c:pt idx="318">
                  <c:v>159</c:v>
                </c:pt>
                <c:pt idx="319">
                  <c:v>176.857142857</c:v>
                </c:pt>
                <c:pt idx="320">
                  <c:v>92.2857142857</c:v>
                </c:pt>
                <c:pt idx="321">
                  <c:v>118.714285714</c:v>
                </c:pt>
                <c:pt idx="322">
                  <c:v>189.571428571</c:v>
                </c:pt>
                <c:pt idx="323">
                  <c:v>177</c:v>
                </c:pt>
                <c:pt idx="324">
                  <c:v>160.285714286</c:v>
                </c:pt>
                <c:pt idx="325">
                  <c:v>177</c:v>
                </c:pt>
                <c:pt idx="326">
                  <c:v>143</c:v>
                </c:pt>
                <c:pt idx="327">
                  <c:v>177</c:v>
                </c:pt>
                <c:pt idx="328">
                  <c:v>130.285714286</c:v>
                </c:pt>
                <c:pt idx="329">
                  <c:v>165.428571429</c:v>
                </c:pt>
                <c:pt idx="330">
                  <c:v>122.714285714</c:v>
                </c:pt>
                <c:pt idx="331">
                  <c:v>115.571428571</c:v>
                </c:pt>
                <c:pt idx="332">
                  <c:v>181.857142857</c:v>
                </c:pt>
                <c:pt idx="333">
                  <c:v>116.285714286</c:v>
                </c:pt>
                <c:pt idx="334">
                  <c:v>180.285714286</c:v>
                </c:pt>
                <c:pt idx="335">
                  <c:v>113</c:v>
                </c:pt>
                <c:pt idx="336">
                  <c:v>169</c:v>
                </c:pt>
                <c:pt idx="337">
                  <c:v>174</c:v>
                </c:pt>
                <c:pt idx="338">
                  <c:v>295</c:v>
                </c:pt>
                <c:pt idx="339">
                  <c:v>220.285714286</c:v>
                </c:pt>
                <c:pt idx="340">
                  <c:v>166.285714286</c:v>
                </c:pt>
                <c:pt idx="341">
                  <c:v>148.571428571</c:v>
                </c:pt>
                <c:pt idx="342">
                  <c:v>189.571428571</c:v>
                </c:pt>
                <c:pt idx="343">
                  <c:v>115.857142857</c:v>
                </c:pt>
                <c:pt idx="344">
                  <c:v>126.857142857</c:v>
                </c:pt>
                <c:pt idx="345">
                  <c:v>119.571428571</c:v>
                </c:pt>
                <c:pt idx="346">
                  <c:v>223.285714286</c:v>
                </c:pt>
                <c:pt idx="347">
                  <c:v>177</c:v>
                </c:pt>
                <c:pt idx="348">
                  <c:v>190.285714286</c:v>
                </c:pt>
                <c:pt idx="349">
                  <c:v>189.571428571</c:v>
                </c:pt>
                <c:pt idx="350">
                  <c:v>190.285714286</c:v>
                </c:pt>
                <c:pt idx="351">
                  <c:v>201</c:v>
                </c:pt>
                <c:pt idx="352">
                  <c:v>206.714285714</c:v>
                </c:pt>
                <c:pt idx="353">
                  <c:v>201</c:v>
                </c:pt>
                <c:pt idx="354">
                  <c:v>135.857142857</c:v>
                </c:pt>
                <c:pt idx="355">
                  <c:v>293.571428571</c:v>
                </c:pt>
                <c:pt idx="356">
                  <c:v>159</c:v>
                </c:pt>
                <c:pt idx="357">
                  <c:v>189.571428571</c:v>
                </c:pt>
                <c:pt idx="358">
                  <c:v>140.428571429</c:v>
                </c:pt>
                <c:pt idx="359">
                  <c:v>159</c:v>
                </c:pt>
                <c:pt idx="360">
                  <c:v>170.285714286</c:v>
                </c:pt>
                <c:pt idx="361">
                  <c:v>207.714285714</c:v>
                </c:pt>
                <c:pt idx="362">
                  <c:v>159</c:v>
                </c:pt>
                <c:pt idx="363">
                  <c:v>190.285714286</c:v>
                </c:pt>
                <c:pt idx="364">
                  <c:v>185.857142857</c:v>
                </c:pt>
                <c:pt idx="365">
                  <c:v>109.857142857</c:v>
                </c:pt>
                <c:pt idx="366">
                  <c:v>192.857142857</c:v>
                </c:pt>
                <c:pt idx="367">
                  <c:v>126.142857143</c:v>
                </c:pt>
                <c:pt idx="368">
                  <c:v>177</c:v>
                </c:pt>
                <c:pt idx="369">
                  <c:v>181.714285714</c:v>
                </c:pt>
                <c:pt idx="370">
                  <c:v>159</c:v>
                </c:pt>
                <c:pt idx="371">
                  <c:v>114.714285714</c:v>
                </c:pt>
                <c:pt idx="372">
                  <c:v>181.857142857</c:v>
                </c:pt>
                <c:pt idx="373">
                  <c:v>132.857142857</c:v>
                </c:pt>
                <c:pt idx="374">
                  <c:v>251.285714286</c:v>
                </c:pt>
                <c:pt idx="375">
                  <c:v>181.142857143</c:v>
                </c:pt>
                <c:pt idx="376">
                  <c:v>220.285714286</c:v>
                </c:pt>
                <c:pt idx="377">
                  <c:v>174.142857143</c:v>
                </c:pt>
                <c:pt idx="378">
                  <c:v>159</c:v>
                </c:pt>
                <c:pt idx="379">
                  <c:v>93.2857142857</c:v>
                </c:pt>
                <c:pt idx="380">
                  <c:v>190.285714286</c:v>
                </c:pt>
                <c:pt idx="381">
                  <c:v>181.714285714</c:v>
                </c:pt>
                <c:pt idx="382">
                  <c:v>177</c:v>
                </c:pt>
                <c:pt idx="383">
                  <c:v>94.2857142857</c:v>
                </c:pt>
                <c:pt idx="384">
                  <c:v>126.142857143</c:v>
                </c:pt>
                <c:pt idx="385">
                  <c:v>190.285714286</c:v>
                </c:pt>
                <c:pt idx="386">
                  <c:v>216</c:v>
                </c:pt>
                <c:pt idx="387">
                  <c:v>177.285714286</c:v>
                </c:pt>
                <c:pt idx="388">
                  <c:v>190.285714286</c:v>
                </c:pt>
                <c:pt idx="389">
                  <c:v>177</c:v>
                </c:pt>
                <c:pt idx="390">
                  <c:v>295</c:v>
                </c:pt>
                <c:pt idx="391">
                  <c:v>159</c:v>
                </c:pt>
                <c:pt idx="392">
                  <c:v>177.285714286</c:v>
                </c:pt>
                <c:pt idx="393">
                  <c:v>161.285714286</c:v>
                </c:pt>
                <c:pt idx="394">
                  <c:v>122.428571429</c:v>
                </c:pt>
                <c:pt idx="395">
                  <c:v>189.571428571</c:v>
                </c:pt>
                <c:pt idx="396">
                  <c:v>177</c:v>
                </c:pt>
                <c:pt idx="397">
                  <c:v>157.857142857</c:v>
                </c:pt>
                <c:pt idx="398">
                  <c:v>174.142857143</c:v>
                </c:pt>
                <c:pt idx="399">
                  <c:v>111.714285714</c:v>
                </c:pt>
                <c:pt idx="400">
                  <c:v>190.285714286</c:v>
                </c:pt>
                <c:pt idx="401">
                  <c:v>177</c:v>
                </c:pt>
                <c:pt idx="402">
                  <c:v>170.285714286</c:v>
                </c:pt>
                <c:pt idx="403">
                  <c:v>235.285714286</c:v>
                </c:pt>
                <c:pt idx="404">
                  <c:v>154.857142857</c:v>
                </c:pt>
                <c:pt idx="405">
                  <c:v>117.571428571</c:v>
                </c:pt>
                <c:pt idx="406">
                  <c:v>174</c:v>
                </c:pt>
                <c:pt idx="407">
                  <c:v>122.714285714</c:v>
                </c:pt>
                <c:pt idx="408">
                  <c:v>207.714285714</c:v>
                </c:pt>
                <c:pt idx="409">
                  <c:v>202.571428571</c:v>
                </c:pt>
                <c:pt idx="410">
                  <c:v>189.571428571</c:v>
                </c:pt>
                <c:pt idx="411">
                  <c:v>192.857142857</c:v>
                </c:pt>
                <c:pt idx="412">
                  <c:v>189.571428571</c:v>
                </c:pt>
                <c:pt idx="413">
                  <c:v>175.857142857</c:v>
                </c:pt>
                <c:pt idx="414">
                  <c:v>176.857142857</c:v>
                </c:pt>
                <c:pt idx="415">
                  <c:v>181.857142857</c:v>
                </c:pt>
                <c:pt idx="416">
                  <c:v>135.428571429</c:v>
                </c:pt>
                <c:pt idx="417">
                  <c:v>152.857142857</c:v>
                </c:pt>
                <c:pt idx="418">
                  <c:v>177</c:v>
                </c:pt>
                <c:pt idx="419">
                  <c:v>176.857142857</c:v>
                </c:pt>
                <c:pt idx="420">
                  <c:v>144.428571429</c:v>
                </c:pt>
                <c:pt idx="421">
                  <c:v>180.857142857</c:v>
                </c:pt>
                <c:pt idx="422">
                  <c:v>177</c:v>
                </c:pt>
                <c:pt idx="423">
                  <c:v>177</c:v>
                </c:pt>
                <c:pt idx="424">
                  <c:v>159</c:v>
                </c:pt>
                <c:pt idx="425">
                  <c:v>216</c:v>
                </c:pt>
                <c:pt idx="426">
                  <c:v>146.428571429</c:v>
                </c:pt>
                <c:pt idx="427">
                  <c:v>157</c:v>
                </c:pt>
                <c:pt idx="428">
                  <c:v>190.285714286</c:v>
                </c:pt>
                <c:pt idx="429">
                  <c:v>272.571428571</c:v>
                </c:pt>
                <c:pt idx="430">
                  <c:v>159</c:v>
                </c:pt>
                <c:pt idx="431">
                  <c:v>154</c:v>
                </c:pt>
                <c:pt idx="432">
                  <c:v>170.714285714</c:v>
                </c:pt>
                <c:pt idx="433">
                  <c:v>295</c:v>
                </c:pt>
                <c:pt idx="434">
                  <c:v>123.285714286</c:v>
                </c:pt>
                <c:pt idx="435">
                  <c:v>221.857142857</c:v>
                </c:pt>
                <c:pt idx="436">
                  <c:v>177</c:v>
                </c:pt>
                <c:pt idx="437">
                  <c:v>107.285714286</c:v>
                </c:pt>
                <c:pt idx="438">
                  <c:v>207.714285714</c:v>
                </c:pt>
                <c:pt idx="439">
                  <c:v>189.571428571</c:v>
                </c:pt>
                <c:pt idx="440">
                  <c:v>172.857142857</c:v>
                </c:pt>
                <c:pt idx="441">
                  <c:v>142.714285714</c:v>
                </c:pt>
                <c:pt idx="442">
                  <c:v>176.857142857</c:v>
                </c:pt>
                <c:pt idx="443">
                  <c:v>121.285714286</c:v>
                </c:pt>
                <c:pt idx="444">
                  <c:v>152</c:v>
                </c:pt>
                <c:pt idx="445">
                  <c:v>159</c:v>
                </c:pt>
                <c:pt idx="446">
                  <c:v>190.285714286</c:v>
                </c:pt>
                <c:pt idx="447">
                  <c:v>140.428571429</c:v>
                </c:pt>
                <c:pt idx="448">
                  <c:v>159</c:v>
                </c:pt>
                <c:pt idx="449">
                  <c:v>99.7142857143</c:v>
                </c:pt>
                <c:pt idx="450">
                  <c:v>176.857142857</c:v>
                </c:pt>
                <c:pt idx="451">
                  <c:v>159</c:v>
                </c:pt>
                <c:pt idx="452">
                  <c:v>114.714285714</c:v>
                </c:pt>
                <c:pt idx="453">
                  <c:v>181.142857143</c:v>
                </c:pt>
                <c:pt idx="454">
                  <c:v>160.428571429</c:v>
                </c:pt>
                <c:pt idx="455">
                  <c:v>133.571428571</c:v>
                </c:pt>
                <c:pt idx="456">
                  <c:v>123</c:v>
                </c:pt>
                <c:pt idx="457">
                  <c:v>150.285714286</c:v>
                </c:pt>
                <c:pt idx="458">
                  <c:v>159</c:v>
                </c:pt>
                <c:pt idx="459">
                  <c:v>159</c:v>
                </c:pt>
                <c:pt idx="460">
                  <c:v>190.285714286</c:v>
                </c:pt>
                <c:pt idx="461">
                  <c:v>104.714285714</c:v>
                </c:pt>
                <c:pt idx="462">
                  <c:v>150.857142857</c:v>
                </c:pt>
                <c:pt idx="463">
                  <c:v>181.714285714</c:v>
                </c:pt>
                <c:pt idx="464">
                  <c:v>150.714285714</c:v>
                </c:pt>
                <c:pt idx="465">
                  <c:v>127.142857143</c:v>
                </c:pt>
                <c:pt idx="466">
                  <c:v>190.285714286</c:v>
                </c:pt>
                <c:pt idx="467">
                  <c:v>216</c:v>
                </c:pt>
                <c:pt idx="468">
                  <c:v>190.285714286</c:v>
                </c:pt>
                <c:pt idx="469">
                  <c:v>176.857142857</c:v>
                </c:pt>
                <c:pt idx="470">
                  <c:v>112.571428571</c:v>
                </c:pt>
                <c:pt idx="471">
                  <c:v>207.714285714</c:v>
                </c:pt>
                <c:pt idx="472">
                  <c:v>190.285714286</c:v>
                </c:pt>
                <c:pt idx="473">
                  <c:v>181.857142857</c:v>
                </c:pt>
                <c:pt idx="474">
                  <c:v>137.714285714</c:v>
                </c:pt>
                <c:pt idx="475">
                  <c:v>170.714285714</c:v>
                </c:pt>
                <c:pt idx="476">
                  <c:v>123.285714286</c:v>
                </c:pt>
                <c:pt idx="477">
                  <c:v>134.142857143</c:v>
                </c:pt>
                <c:pt idx="478">
                  <c:v>145.857142857</c:v>
                </c:pt>
                <c:pt idx="479">
                  <c:v>117.857142857</c:v>
                </c:pt>
                <c:pt idx="480">
                  <c:v>181.857142857</c:v>
                </c:pt>
                <c:pt idx="481">
                  <c:v>216.142857143</c:v>
                </c:pt>
                <c:pt idx="482">
                  <c:v>168.714285714</c:v>
                </c:pt>
                <c:pt idx="483">
                  <c:v>181.714285714</c:v>
                </c:pt>
                <c:pt idx="484">
                  <c:v>221.142857143</c:v>
                </c:pt>
                <c:pt idx="485">
                  <c:v>159</c:v>
                </c:pt>
                <c:pt idx="486">
                  <c:v>189.571428571</c:v>
                </c:pt>
                <c:pt idx="487">
                  <c:v>141.428571429</c:v>
                </c:pt>
                <c:pt idx="488">
                  <c:v>150.285714286</c:v>
                </c:pt>
                <c:pt idx="489">
                  <c:v>244.714285714</c:v>
                </c:pt>
                <c:pt idx="490">
                  <c:v>157.428571429</c:v>
                </c:pt>
                <c:pt idx="491">
                  <c:v>135.571428571</c:v>
                </c:pt>
                <c:pt idx="492">
                  <c:v>159</c:v>
                </c:pt>
                <c:pt idx="493">
                  <c:v>181.857142857</c:v>
                </c:pt>
                <c:pt idx="494">
                  <c:v>177</c:v>
                </c:pt>
                <c:pt idx="495">
                  <c:v>216</c:v>
                </c:pt>
                <c:pt idx="496">
                  <c:v>117.571428571</c:v>
                </c:pt>
                <c:pt idx="497">
                  <c:v>170.285714286</c:v>
                </c:pt>
                <c:pt idx="498">
                  <c:v>189.571428571</c:v>
                </c:pt>
                <c:pt idx="499">
                  <c:v>295</c:v>
                </c:pt>
                <c:pt idx="500">
                  <c:v>186</c:v>
                </c:pt>
                <c:pt idx="501">
                  <c:v>183.285714286</c:v>
                </c:pt>
                <c:pt idx="502">
                  <c:v>181.857142857</c:v>
                </c:pt>
                <c:pt idx="503">
                  <c:v>179.428571429</c:v>
                </c:pt>
                <c:pt idx="504">
                  <c:v>149.571428571</c:v>
                </c:pt>
                <c:pt idx="505">
                  <c:v>143.142857143</c:v>
                </c:pt>
                <c:pt idx="506">
                  <c:v>125</c:v>
                </c:pt>
                <c:pt idx="507">
                  <c:v>201</c:v>
                </c:pt>
                <c:pt idx="508">
                  <c:v>91</c:v>
                </c:pt>
                <c:pt idx="509">
                  <c:v>216</c:v>
                </c:pt>
                <c:pt idx="510">
                  <c:v>177</c:v>
                </c:pt>
                <c:pt idx="511">
                  <c:v>181.857142857</c:v>
                </c:pt>
                <c:pt idx="512">
                  <c:v>122.714285714</c:v>
                </c:pt>
                <c:pt idx="513">
                  <c:v>97</c:v>
                </c:pt>
                <c:pt idx="514">
                  <c:v>152</c:v>
                </c:pt>
                <c:pt idx="515">
                  <c:v>159</c:v>
                </c:pt>
                <c:pt idx="516">
                  <c:v>183.142857143</c:v>
                </c:pt>
                <c:pt idx="517">
                  <c:v>295</c:v>
                </c:pt>
                <c:pt idx="518">
                  <c:v>179.428571429</c:v>
                </c:pt>
                <c:pt idx="519">
                  <c:v>190.285714286</c:v>
                </c:pt>
                <c:pt idx="520">
                  <c:v>148.428571429</c:v>
                </c:pt>
                <c:pt idx="521">
                  <c:v>174.142857143</c:v>
                </c:pt>
                <c:pt idx="522">
                  <c:v>190.285714286</c:v>
                </c:pt>
                <c:pt idx="523">
                  <c:v>104.285714286</c:v>
                </c:pt>
                <c:pt idx="524">
                  <c:v>176.857142857</c:v>
                </c:pt>
                <c:pt idx="525">
                  <c:v>172.428571429</c:v>
                </c:pt>
                <c:pt idx="526">
                  <c:v>141.428571429</c:v>
                </c:pt>
                <c:pt idx="527">
                  <c:v>220.285714286</c:v>
                </c:pt>
                <c:pt idx="528">
                  <c:v>181.857142857</c:v>
                </c:pt>
                <c:pt idx="529">
                  <c:v>159</c:v>
                </c:pt>
                <c:pt idx="530">
                  <c:v>192.857142857</c:v>
                </c:pt>
                <c:pt idx="531">
                  <c:v>127.142857143</c:v>
                </c:pt>
                <c:pt idx="532">
                  <c:v>146.285714286</c:v>
                </c:pt>
                <c:pt idx="533">
                  <c:v>159</c:v>
                </c:pt>
                <c:pt idx="534">
                  <c:v>159</c:v>
                </c:pt>
                <c:pt idx="535">
                  <c:v>216</c:v>
                </c:pt>
                <c:pt idx="536">
                  <c:v>177</c:v>
                </c:pt>
                <c:pt idx="537">
                  <c:v>177</c:v>
                </c:pt>
                <c:pt idx="538">
                  <c:v>181.857142857</c:v>
                </c:pt>
                <c:pt idx="539">
                  <c:v>190.285714286</c:v>
                </c:pt>
                <c:pt idx="540">
                  <c:v>152</c:v>
                </c:pt>
                <c:pt idx="541">
                  <c:v>216.142857143</c:v>
                </c:pt>
                <c:pt idx="542">
                  <c:v>169.428571429</c:v>
                </c:pt>
                <c:pt idx="543">
                  <c:v>162.571428571</c:v>
                </c:pt>
                <c:pt idx="544">
                  <c:v>194.714285714</c:v>
                </c:pt>
                <c:pt idx="545">
                  <c:v>156.714285714</c:v>
                </c:pt>
                <c:pt idx="546">
                  <c:v>122.714285714</c:v>
                </c:pt>
                <c:pt idx="547">
                  <c:v>150.285714286</c:v>
                </c:pt>
                <c:pt idx="548">
                  <c:v>176</c:v>
                </c:pt>
                <c:pt idx="549">
                  <c:v>295</c:v>
                </c:pt>
                <c:pt idx="550">
                  <c:v>151.142857143</c:v>
                </c:pt>
                <c:pt idx="551">
                  <c:v>180.142857143</c:v>
                </c:pt>
                <c:pt idx="552">
                  <c:v>159</c:v>
                </c:pt>
                <c:pt idx="553">
                  <c:v>187.571428571</c:v>
                </c:pt>
                <c:pt idx="554">
                  <c:v>155.714285714</c:v>
                </c:pt>
                <c:pt idx="555">
                  <c:v>170.285714286</c:v>
                </c:pt>
                <c:pt idx="556">
                  <c:v>174</c:v>
                </c:pt>
                <c:pt idx="557">
                  <c:v>176.857142857</c:v>
                </c:pt>
                <c:pt idx="558">
                  <c:v>130.285714286</c:v>
                </c:pt>
                <c:pt idx="559">
                  <c:v>189.571428571</c:v>
                </c:pt>
                <c:pt idx="560">
                  <c:v>123</c:v>
                </c:pt>
                <c:pt idx="561">
                  <c:v>151.857142857</c:v>
                </c:pt>
                <c:pt idx="562">
                  <c:v>177</c:v>
                </c:pt>
                <c:pt idx="563">
                  <c:v>210.428571429</c:v>
                </c:pt>
                <c:pt idx="564">
                  <c:v>148</c:v>
                </c:pt>
                <c:pt idx="565">
                  <c:v>181.857142857</c:v>
                </c:pt>
                <c:pt idx="566">
                  <c:v>94.2857142857</c:v>
                </c:pt>
                <c:pt idx="567">
                  <c:v>142.428571429</c:v>
                </c:pt>
                <c:pt idx="568">
                  <c:v>170.285714286</c:v>
                </c:pt>
                <c:pt idx="569">
                  <c:v>186</c:v>
                </c:pt>
                <c:pt idx="570">
                  <c:v>216</c:v>
                </c:pt>
                <c:pt idx="571">
                  <c:v>152</c:v>
                </c:pt>
                <c:pt idx="572">
                  <c:v>154</c:v>
                </c:pt>
                <c:pt idx="573">
                  <c:v>113.428571429</c:v>
                </c:pt>
                <c:pt idx="574">
                  <c:v>190.285714286</c:v>
                </c:pt>
                <c:pt idx="575">
                  <c:v>181.714285714</c:v>
                </c:pt>
                <c:pt idx="576">
                  <c:v>172.428571429</c:v>
                </c:pt>
                <c:pt idx="577">
                  <c:v>115.714285714</c:v>
                </c:pt>
                <c:pt idx="578">
                  <c:v>149.571428571</c:v>
                </c:pt>
                <c:pt idx="579">
                  <c:v>180.285714286</c:v>
                </c:pt>
                <c:pt idx="580">
                  <c:v>160.285714286</c:v>
                </c:pt>
                <c:pt idx="581">
                  <c:v>118.428571429</c:v>
                </c:pt>
                <c:pt idx="582">
                  <c:v>159</c:v>
                </c:pt>
                <c:pt idx="583">
                  <c:v>155.571428571</c:v>
                </c:pt>
                <c:pt idx="584">
                  <c:v>189.571428571</c:v>
                </c:pt>
                <c:pt idx="585">
                  <c:v>190.285714286</c:v>
                </c:pt>
                <c:pt idx="586">
                  <c:v>141.857142857</c:v>
                </c:pt>
                <c:pt idx="587">
                  <c:v>160.285714286</c:v>
                </c:pt>
                <c:pt idx="588">
                  <c:v>159</c:v>
                </c:pt>
                <c:pt idx="589">
                  <c:v>159</c:v>
                </c:pt>
                <c:pt idx="590">
                  <c:v>189.571428571</c:v>
                </c:pt>
                <c:pt idx="591">
                  <c:v>170.285714286</c:v>
                </c:pt>
                <c:pt idx="592">
                  <c:v>137.142857143</c:v>
                </c:pt>
                <c:pt idx="593">
                  <c:v>159</c:v>
                </c:pt>
                <c:pt idx="594">
                  <c:v>152</c:v>
                </c:pt>
                <c:pt idx="595">
                  <c:v>122.428571429</c:v>
                </c:pt>
                <c:pt idx="596">
                  <c:v>98.1428571429</c:v>
                </c:pt>
                <c:pt idx="597">
                  <c:v>295</c:v>
                </c:pt>
                <c:pt idx="598">
                  <c:v>189.571428571</c:v>
                </c:pt>
                <c:pt idx="599">
                  <c:v>183.142857143</c:v>
                </c:pt>
              </c:numCache>
            </c:numRef>
          </c:yVal>
        </c:ser>
        <c:ser>
          <c:idx val="1"/>
          <c:order val="1"/>
          <c:tx>
            <c:v>Prédiction parfaite</c:v>
          </c:tx>
          <c:spPr>
            <a:ln xmlns:a="http://schemas.openxmlformats.org/drawingml/2006/main" w="19050">
              <a:solidFill>
                <a:srgbClr val="5A6E71"/>
              </a:solidFill>
            </a:ln>
          </c:spPr>
          <c:marker>
            <c:symbol val="none"/>
            <c:size val="2"/>
          </c:marker>
          <c:xVal>
            <c:numRef>
              <c:f>'Chart Data'!$C$2:$C$3</c:f>
              <c:numCache>
                <c:formatCode>General</c:formatCode>
                <c:ptCount val="2"/>
                <c:pt idx="0">
                  <c:v>0</c:v>
                </c:pt>
                <c:pt idx="1">
                  <c:v>400</c:v>
                </c:pt>
              </c:numCache>
            </c:numRef>
          </c:xVal>
          <c:yVal>
            <c:numRef>
              <c:f>'Chart Data'!$D$2:$D$3</c:f>
              <c:numCache>
                <c:formatCode>0</c:formatCode>
                <c:ptCount val="2"/>
                <c:pt idx="0">
                  <c:v>0</c:v>
                </c:pt>
                <c:pt idx="1">
                  <c:v>400</c:v>
                </c:pt>
              </c:numCache>
            </c:numRef>
          </c:yVal>
        </c:ser>
        <c:dLbls>
          <c:numFmt formatCode="0" sourceLinked="0"/>
          <c:txPr>
            <a:bodyPr xmlns:a="http://schemas.openxmlformats.org/drawingml/2006/main" anchorCtr="1"/>
            <a:lstStyle xmlns:a="http://schemas.openxmlformats.org/drawingml/2006/main"/>
            <a:p xmlns:a="http://schemas.openxmlformats.org/drawingml/2006/main">
              <a:pPr>
                <a:defRPr sz="1575" b="1">
                  <a:solidFill>
                    <a:srgbClr val="17363A"/>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0"/>
          <c:min val="0"/>
        </c:scaling>
        <c:delete val="0"/>
        <c:axPos val="l"/>
        <c:majorGridlines>
          <c:spPr>
            <a:ln xmlns:a="http://schemas.openxmlformats.org/drawingml/2006/main" w="9525">
              <a:solidFill>
                <a:srgbClr val="DCE6E5"/>
              </a:solidFill>
            </a:ln>
          </c:spPr>
        </c:majorGridlines>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CO₂ prédit (g/km)</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50112"/>
      </c:valAx>
      <c:valAx>
        <c:axId val="48650112"/>
        <c:scaling>
          <c:orientation val="minMax"/>
          <c:max val="400"/>
          <c:min val="0"/>
        </c:scaling>
        <c:delete val="0"/>
        <c:axPos val="b"/>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CO₂ observé (g/km)</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72768"/>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MAE</c:v>
          </c:tx>
          <c:spPr>
            <a:solidFill xmlns:a="http://schemas.openxmlformats.org/drawingml/2006/main">
              <a:srgbClr val="008C85"/>
            </a:solidFill>
          </c:spPr>
          <c:invertIfNegative val="0"/>
          <c:cat>
            <c:strRef>
              <c:f>'Chart Data'!$A$2:$A$5</c:f>
              <c:strCache>
                <c:ptCount val="4"/>
                <c:pt idx="0">
                  <c:v>Apprentissage</c:v>
                </c:pt>
                <c:pt idx="1">
                  <c:v>Validation</c:v>
                </c:pt>
                <c:pt idx="2">
                  <c:v>Test</c:v>
                </c:pt>
                <c:pt idx="3">
                  <c:v>Baseline test</c:v>
                </c:pt>
              </c:strCache>
            </c:strRef>
          </c:cat>
          <c:val>
            <c:numRef>
              <c:f>'Chart Data'!$B$2:$B$5</c:f>
              <c:numCache>
                <c:formatCode>0.0</c:formatCode>
                <c:ptCount val="4"/>
                <c:pt idx="0">
                  <c:v>4.0469</c:v>
                </c:pt>
                <c:pt idx="1">
                  <c:v>12.3371175274</c:v>
                </c:pt>
                <c:pt idx="2">
                  <c:v>16.7821576763</c:v>
                </c:pt>
                <c:pt idx="3">
                  <c:v>41.6790801262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575" b="1">
                  <a:solidFill>
                    <a:srgbClr val="17363A"/>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title>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CE6E5"/>
            </a:solid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9525">
              <a:solidFill>
                <a:srgbClr val="DCE6E5"/>
              </a:solidFill>
            </a:ln>
          </c:spPr>
        </c:majorGridlines>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MAE (g/km)</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50112"/>
        <c:crossBetween val="between"/>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marker"/>
        <c:varyColors val="0"/>
        <c:ser>
          <c:idx val="0"/>
          <c:order val="0"/>
          <c:tx>
            <c:v>C0</c:v>
          </c:tx>
          <c:spPr>
            <a:ln xmlns:a="http://schemas.openxmlformats.org/drawingml/2006/main" w="0">
              <a:noFill/>
            </a:ln>
          </c:spPr>
          <c:marker>
            <c:symbol val="circle"/>
            <c:size val="5"/>
            <c:spPr>
              <a:solidFill xmlns:a="http://schemas.openxmlformats.org/drawingml/2006/main">
                <a:srgbClr val="008C85"/>
              </a:solidFill>
            </c:spPr>
          </c:marker>
          <c:xVal>
            <c:numRef>
              <c:f>'Chart Data'!$A$2:$A$221</c:f>
              <c:numCache>
                <c:formatCode>General</c:formatCode>
                <c:ptCount val="220"/>
                <c:pt idx="0">
                  <c:v>60</c:v>
                </c:pt>
                <c:pt idx="1">
                  <c:v>135</c:v>
                </c:pt>
                <c:pt idx="2">
                  <c:v>125</c:v>
                </c:pt>
                <c:pt idx="3">
                  <c:v>125</c:v>
                </c:pt>
                <c:pt idx="4">
                  <c:v>63</c:v>
                </c:pt>
                <c:pt idx="5">
                  <c:v>63</c:v>
                </c:pt>
                <c:pt idx="6">
                  <c:v>115</c:v>
                </c:pt>
                <c:pt idx="7">
                  <c:v>115</c:v>
                </c:pt>
                <c:pt idx="8">
                  <c:v>100</c:v>
                </c:pt>
                <c:pt idx="9">
                  <c:v>90</c:v>
                </c:pt>
                <c:pt idx="10">
                  <c:v>66</c:v>
                </c:pt>
                <c:pt idx="11">
                  <c:v>80</c:v>
                </c:pt>
                <c:pt idx="12">
                  <c:v>100</c:v>
                </c:pt>
                <c:pt idx="13">
                  <c:v>115</c:v>
                </c:pt>
                <c:pt idx="14">
                  <c:v>103</c:v>
                </c:pt>
                <c:pt idx="15">
                  <c:v>130</c:v>
                </c:pt>
                <c:pt idx="16">
                  <c:v>125</c:v>
                </c:pt>
                <c:pt idx="17">
                  <c:v>140</c:v>
                </c:pt>
                <c:pt idx="18">
                  <c:v>81</c:v>
                </c:pt>
                <c:pt idx="19">
                  <c:v>155</c:v>
                </c:pt>
                <c:pt idx="20">
                  <c:v>150</c:v>
                </c:pt>
                <c:pt idx="21">
                  <c:v>81</c:v>
                </c:pt>
                <c:pt idx="22">
                  <c:v>135</c:v>
                </c:pt>
                <c:pt idx="23">
                  <c:v>150</c:v>
                </c:pt>
                <c:pt idx="24">
                  <c:v>100</c:v>
                </c:pt>
                <c:pt idx="25">
                  <c:v>135</c:v>
                </c:pt>
                <c:pt idx="26">
                  <c:v>125</c:v>
                </c:pt>
                <c:pt idx="27">
                  <c:v>155</c:v>
                </c:pt>
                <c:pt idx="28">
                  <c:v>140</c:v>
                </c:pt>
                <c:pt idx="29">
                  <c:v>85</c:v>
                </c:pt>
                <c:pt idx="30">
                  <c:v>55</c:v>
                </c:pt>
                <c:pt idx="31">
                  <c:v>121.4</c:v>
                </c:pt>
                <c:pt idx="32">
                  <c:v>100</c:v>
                </c:pt>
                <c:pt idx="33">
                  <c:v>265</c:v>
                </c:pt>
                <c:pt idx="34">
                  <c:v>66</c:v>
                </c:pt>
                <c:pt idx="35">
                  <c:v>121.4</c:v>
                </c:pt>
                <c:pt idx="36">
                  <c:v>125</c:v>
                </c:pt>
                <c:pt idx="37">
                  <c:v>155</c:v>
                </c:pt>
                <c:pt idx="38">
                  <c:v>147</c:v>
                </c:pt>
                <c:pt idx="39">
                  <c:v>100</c:v>
                </c:pt>
                <c:pt idx="40">
                  <c:v>85</c:v>
                </c:pt>
                <c:pt idx="41">
                  <c:v>150</c:v>
                </c:pt>
                <c:pt idx="42">
                  <c:v>110</c:v>
                </c:pt>
                <c:pt idx="43">
                  <c:v>135</c:v>
                </c:pt>
                <c:pt idx="44">
                  <c:v>88</c:v>
                </c:pt>
                <c:pt idx="45">
                  <c:v>150</c:v>
                </c:pt>
                <c:pt idx="46">
                  <c:v>100</c:v>
                </c:pt>
                <c:pt idx="47">
                  <c:v>130</c:v>
                </c:pt>
                <c:pt idx="48">
                  <c:v>135</c:v>
                </c:pt>
                <c:pt idx="49">
                  <c:v>160</c:v>
                </c:pt>
                <c:pt idx="50">
                  <c:v>100</c:v>
                </c:pt>
                <c:pt idx="51">
                  <c:v>135</c:v>
                </c:pt>
                <c:pt idx="52">
                  <c:v>150</c:v>
                </c:pt>
                <c:pt idx="53">
                  <c:v>135</c:v>
                </c:pt>
                <c:pt idx="54">
                  <c:v>66</c:v>
                </c:pt>
                <c:pt idx="55">
                  <c:v>150</c:v>
                </c:pt>
                <c:pt idx="56">
                  <c:v>141</c:v>
                </c:pt>
                <c:pt idx="57">
                  <c:v>115</c:v>
                </c:pt>
                <c:pt idx="58">
                  <c:v>150</c:v>
                </c:pt>
                <c:pt idx="59">
                  <c:v>100</c:v>
                </c:pt>
                <c:pt idx="60">
                  <c:v>121.4</c:v>
                </c:pt>
                <c:pt idx="61">
                  <c:v>140</c:v>
                </c:pt>
                <c:pt idx="62">
                  <c:v>115</c:v>
                </c:pt>
                <c:pt idx="63">
                  <c:v>85</c:v>
                </c:pt>
                <c:pt idx="64">
                  <c:v>62</c:v>
                </c:pt>
                <c:pt idx="65">
                  <c:v>125</c:v>
                </c:pt>
                <c:pt idx="66">
                  <c:v>97</c:v>
                </c:pt>
                <c:pt idx="67">
                  <c:v>110</c:v>
                </c:pt>
                <c:pt idx="68">
                  <c:v>51</c:v>
                </c:pt>
                <c:pt idx="69">
                  <c:v>88</c:v>
                </c:pt>
                <c:pt idx="70">
                  <c:v>140</c:v>
                </c:pt>
                <c:pt idx="71">
                  <c:v>155</c:v>
                </c:pt>
                <c:pt idx="72">
                  <c:v>150</c:v>
                </c:pt>
                <c:pt idx="73">
                  <c:v>135</c:v>
                </c:pt>
                <c:pt idx="74">
                  <c:v>120</c:v>
                </c:pt>
                <c:pt idx="75">
                  <c:v>135</c:v>
                </c:pt>
                <c:pt idx="76">
                  <c:v>85</c:v>
                </c:pt>
                <c:pt idx="77">
                  <c:v>130</c:v>
                </c:pt>
                <c:pt idx="78">
                  <c:v>125</c:v>
                </c:pt>
                <c:pt idx="79">
                  <c:v>140</c:v>
                </c:pt>
                <c:pt idx="80">
                  <c:v>90</c:v>
                </c:pt>
                <c:pt idx="81">
                  <c:v>155</c:v>
                </c:pt>
                <c:pt idx="82">
                  <c:v>88</c:v>
                </c:pt>
                <c:pt idx="83">
                  <c:v>85</c:v>
                </c:pt>
                <c:pt idx="84">
                  <c:v>55</c:v>
                </c:pt>
                <c:pt idx="85">
                  <c:v>185</c:v>
                </c:pt>
                <c:pt idx="86">
                  <c:v>115</c:v>
                </c:pt>
                <c:pt idx="87">
                  <c:v>125</c:v>
                </c:pt>
                <c:pt idx="88">
                  <c:v>190</c:v>
                </c:pt>
                <c:pt idx="89">
                  <c:v>135</c:v>
                </c:pt>
                <c:pt idx="90">
                  <c:v>180</c:v>
                </c:pt>
                <c:pt idx="91">
                  <c:v>125</c:v>
                </c:pt>
                <c:pt idx="92">
                  <c:v>135</c:v>
                </c:pt>
                <c:pt idx="93">
                  <c:v>121.4</c:v>
                </c:pt>
                <c:pt idx="94">
                  <c:v>62.5</c:v>
                </c:pt>
                <c:pt idx="95">
                  <c:v>130</c:v>
                </c:pt>
                <c:pt idx="96">
                  <c:v>110</c:v>
                </c:pt>
                <c:pt idx="97">
                  <c:v>140</c:v>
                </c:pt>
                <c:pt idx="98">
                  <c:v>125</c:v>
                </c:pt>
                <c:pt idx="99">
                  <c:v>155</c:v>
                </c:pt>
                <c:pt idx="100">
                  <c:v>110</c:v>
                </c:pt>
                <c:pt idx="101">
                  <c:v>110</c:v>
                </c:pt>
                <c:pt idx="102">
                  <c:v>125</c:v>
                </c:pt>
                <c:pt idx="103">
                  <c:v>70</c:v>
                </c:pt>
                <c:pt idx="104">
                  <c:v>125</c:v>
                </c:pt>
                <c:pt idx="105">
                  <c:v>92</c:v>
                </c:pt>
                <c:pt idx="106">
                  <c:v>66</c:v>
                </c:pt>
                <c:pt idx="107">
                  <c:v>125</c:v>
                </c:pt>
                <c:pt idx="108">
                  <c:v>120</c:v>
                </c:pt>
                <c:pt idx="109">
                  <c:v>125</c:v>
                </c:pt>
                <c:pt idx="110">
                  <c:v>51</c:v>
                </c:pt>
                <c:pt idx="111">
                  <c:v>150</c:v>
                </c:pt>
                <c:pt idx="112">
                  <c:v>81</c:v>
                </c:pt>
                <c:pt idx="113">
                  <c:v>135</c:v>
                </c:pt>
                <c:pt idx="114">
                  <c:v>150</c:v>
                </c:pt>
                <c:pt idx="115">
                  <c:v>135</c:v>
                </c:pt>
                <c:pt idx="116">
                  <c:v>100</c:v>
                </c:pt>
                <c:pt idx="117">
                  <c:v>125</c:v>
                </c:pt>
                <c:pt idx="118">
                  <c:v>125</c:v>
                </c:pt>
                <c:pt idx="119">
                  <c:v>125</c:v>
                </c:pt>
                <c:pt idx="120">
                  <c:v>100</c:v>
                </c:pt>
                <c:pt idx="121">
                  <c:v>80</c:v>
                </c:pt>
                <c:pt idx="122">
                  <c:v>150</c:v>
                </c:pt>
                <c:pt idx="123">
                  <c:v>100</c:v>
                </c:pt>
                <c:pt idx="124">
                  <c:v>115</c:v>
                </c:pt>
                <c:pt idx="125">
                  <c:v>110</c:v>
                </c:pt>
                <c:pt idx="126">
                  <c:v>135</c:v>
                </c:pt>
                <c:pt idx="127">
                  <c:v>115</c:v>
                </c:pt>
                <c:pt idx="128">
                  <c:v>66</c:v>
                </c:pt>
                <c:pt idx="129">
                  <c:v>52</c:v>
                </c:pt>
                <c:pt idx="130">
                  <c:v>103</c:v>
                </c:pt>
                <c:pt idx="131">
                  <c:v>100</c:v>
                </c:pt>
                <c:pt idx="132">
                  <c:v>125</c:v>
                </c:pt>
                <c:pt idx="133">
                  <c:v>99</c:v>
                </c:pt>
                <c:pt idx="134">
                  <c:v>121</c:v>
                </c:pt>
                <c:pt idx="135">
                  <c:v>125</c:v>
                </c:pt>
                <c:pt idx="136">
                  <c:v>66</c:v>
                </c:pt>
                <c:pt idx="137">
                  <c:v>110</c:v>
                </c:pt>
                <c:pt idx="138">
                  <c:v>150</c:v>
                </c:pt>
                <c:pt idx="139">
                  <c:v>103</c:v>
                </c:pt>
                <c:pt idx="140">
                  <c:v>110</c:v>
                </c:pt>
                <c:pt idx="141">
                  <c:v>120</c:v>
                </c:pt>
                <c:pt idx="142">
                  <c:v>140</c:v>
                </c:pt>
                <c:pt idx="143">
                  <c:v>150</c:v>
                </c:pt>
                <c:pt idx="144">
                  <c:v>68</c:v>
                </c:pt>
                <c:pt idx="145">
                  <c:v>135</c:v>
                </c:pt>
                <c:pt idx="146">
                  <c:v>100</c:v>
                </c:pt>
                <c:pt idx="147">
                  <c:v>100</c:v>
                </c:pt>
                <c:pt idx="148">
                  <c:v>125</c:v>
                </c:pt>
                <c:pt idx="149">
                  <c:v>150</c:v>
                </c:pt>
                <c:pt idx="150">
                  <c:v>135</c:v>
                </c:pt>
                <c:pt idx="151">
                  <c:v>115</c:v>
                </c:pt>
                <c:pt idx="152">
                  <c:v>155</c:v>
                </c:pt>
                <c:pt idx="153">
                  <c:v>125</c:v>
                </c:pt>
                <c:pt idx="154">
                  <c:v>135</c:v>
                </c:pt>
                <c:pt idx="155">
                  <c:v>150</c:v>
                </c:pt>
                <c:pt idx="156">
                  <c:v>100</c:v>
                </c:pt>
                <c:pt idx="157">
                  <c:v>88</c:v>
                </c:pt>
                <c:pt idx="158">
                  <c:v>85</c:v>
                </c:pt>
                <c:pt idx="159">
                  <c:v>135</c:v>
                </c:pt>
                <c:pt idx="160">
                  <c:v>80</c:v>
                </c:pt>
                <c:pt idx="161">
                  <c:v>135</c:v>
                </c:pt>
                <c:pt idx="162">
                  <c:v>100</c:v>
                </c:pt>
                <c:pt idx="163">
                  <c:v>100</c:v>
                </c:pt>
                <c:pt idx="164">
                  <c:v>165</c:v>
                </c:pt>
                <c:pt idx="165">
                  <c:v>125</c:v>
                </c:pt>
                <c:pt idx="166">
                  <c:v>66</c:v>
                </c:pt>
                <c:pt idx="167">
                  <c:v>190</c:v>
                </c:pt>
                <c:pt idx="168">
                  <c:v>90</c:v>
                </c:pt>
                <c:pt idx="169">
                  <c:v>84</c:v>
                </c:pt>
                <c:pt idx="170">
                  <c:v>150</c:v>
                </c:pt>
                <c:pt idx="171">
                  <c:v>100</c:v>
                </c:pt>
                <c:pt idx="172">
                  <c:v>135</c:v>
                </c:pt>
                <c:pt idx="173">
                  <c:v>120</c:v>
                </c:pt>
                <c:pt idx="174">
                  <c:v>100</c:v>
                </c:pt>
                <c:pt idx="175">
                  <c:v>115</c:v>
                </c:pt>
                <c:pt idx="176">
                  <c:v>125</c:v>
                </c:pt>
                <c:pt idx="177">
                  <c:v>265</c:v>
                </c:pt>
                <c:pt idx="178">
                  <c:v>155</c:v>
                </c:pt>
                <c:pt idx="179">
                  <c:v>100</c:v>
                </c:pt>
                <c:pt idx="180">
                  <c:v>85</c:v>
                </c:pt>
                <c:pt idx="181">
                  <c:v>135</c:v>
                </c:pt>
                <c:pt idx="182">
                  <c:v>73</c:v>
                </c:pt>
                <c:pt idx="183">
                  <c:v>90</c:v>
                </c:pt>
                <c:pt idx="184">
                  <c:v>125</c:v>
                </c:pt>
                <c:pt idx="185">
                  <c:v>100</c:v>
                </c:pt>
                <c:pt idx="186">
                  <c:v>55</c:v>
                </c:pt>
                <c:pt idx="187">
                  <c:v>125</c:v>
                </c:pt>
                <c:pt idx="188">
                  <c:v>135</c:v>
                </c:pt>
                <c:pt idx="189">
                  <c:v>125</c:v>
                </c:pt>
                <c:pt idx="190">
                  <c:v>150</c:v>
                </c:pt>
                <c:pt idx="191">
                  <c:v>66</c:v>
                </c:pt>
                <c:pt idx="192">
                  <c:v>180</c:v>
                </c:pt>
                <c:pt idx="193">
                  <c:v>158</c:v>
                </c:pt>
                <c:pt idx="194">
                  <c:v>125</c:v>
                </c:pt>
                <c:pt idx="195">
                  <c:v>130</c:v>
                </c:pt>
                <c:pt idx="196">
                  <c:v>125</c:v>
                </c:pt>
                <c:pt idx="197">
                  <c:v>135</c:v>
                </c:pt>
                <c:pt idx="198">
                  <c:v>135</c:v>
                </c:pt>
                <c:pt idx="199">
                  <c:v>100</c:v>
                </c:pt>
                <c:pt idx="200">
                  <c:v>88</c:v>
                </c:pt>
                <c:pt idx="201">
                  <c:v>125</c:v>
                </c:pt>
                <c:pt idx="202">
                  <c:v>100</c:v>
                </c:pt>
                <c:pt idx="203">
                  <c:v>125</c:v>
                </c:pt>
                <c:pt idx="204">
                  <c:v>73</c:v>
                </c:pt>
                <c:pt idx="205">
                  <c:v>133</c:v>
                </c:pt>
                <c:pt idx="206">
                  <c:v>100</c:v>
                </c:pt>
                <c:pt idx="207">
                  <c:v>125</c:v>
                </c:pt>
                <c:pt idx="208">
                  <c:v>140</c:v>
                </c:pt>
                <c:pt idx="209">
                  <c:v>125</c:v>
                </c:pt>
                <c:pt idx="210">
                  <c:v>81</c:v>
                </c:pt>
                <c:pt idx="211">
                  <c:v>125</c:v>
                </c:pt>
                <c:pt idx="212">
                  <c:v>85</c:v>
                </c:pt>
                <c:pt idx="213">
                  <c:v>150</c:v>
                </c:pt>
                <c:pt idx="214">
                  <c:v>130</c:v>
                </c:pt>
                <c:pt idx="215">
                  <c:v>150</c:v>
                </c:pt>
                <c:pt idx="216">
                  <c:v>125</c:v>
                </c:pt>
                <c:pt idx="217">
                  <c:v>100</c:v>
                </c:pt>
                <c:pt idx="218">
                  <c:v>70</c:v>
                </c:pt>
                <c:pt idx="219">
                  <c:v>73</c:v>
                </c:pt>
              </c:numCache>
            </c:numRef>
          </c:xVal>
          <c:yVal>
            <c:numRef>
              <c:f>'Chart Data'!$B$2:$B$221</c:f>
              <c:numCache>
                <c:formatCode>0</c:formatCode>
                <c:ptCount val="220"/>
                <c:pt idx="0">
                  <c:v>105</c:v>
                </c:pt>
                <c:pt idx="1">
                  <c:v>131</c:v>
                </c:pt>
                <c:pt idx="2">
                  <c:v>127</c:v>
                </c:pt>
                <c:pt idx="3">
                  <c:v>110</c:v>
                </c:pt>
                <c:pt idx="4">
                  <c:v>27</c:v>
                </c:pt>
                <c:pt idx="5">
                  <c:v>136</c:v>
                </c:pt>
                <c:pt idx="6">
                  <c:v>133</c:v>
                </c:pt>
                <c:pt idx="7">
                  <c:v>134</c:v>
                </c:pt>
                <c:pt idx="8">
                  <c:v>135</c:v>
                </c:pt>
                <c:pt idx="9">
                  <c:v>119</c:v>
                </c:pt>
                <c:pt idx="10">
                  <c:v>107</c:v>
                </c:pt>
                <c:pt idx="11">
                  <c:v>117</c:v>
                </c:pt>
                <c:pt idx="12">
                  <c:v>125</c:v>
                </c:pt>
                <c:pt idx="13">
                  <c:v>133</c:v>
                </c:pt>
                <c:pt idx="14">
                  <c:v>124</c:v>
                </c:pt>
                <c:pt idx="15">
                  <c:v>124</c:v>
                </c:pt>
                <c:pt idx="16">
                  <c:v>127</c:v>
                </c:pt>
                <c:pt idx="17">
                  <c:v>119</c:v>
                </c:pt>
                <c:pt idx="18">
                  <c:v>110</c:v>
                </c:pt>
                <c:pt idx="19">
                  <c:v>132</c:v>
                </c:pt>
                <c:pt idx="20">
                  <c:v>129</c:v>
                </c:pt>
                <c:pt idx="21">
                  <c:v>88</c:v>
                </c:pt>
                <c:pt idx="22">
                  <c:v>128</c:v>
                </c:pt>
                <c:pt idx="23">
                  <c:v>129</c:v>
                </c:pt>
                <c:pt idx="24">
                  <c:v>116</c:v>
                </c:pt>
                <c:pt idx="25">
                  <c:v>128</c:v>
                </c:pt>
                <c:pt idx="26">
                  <c:v>145</c:v>
                </c:pt>
                <c:pt idx="27">
                  <c:v>128</c:v>
                </c:pt>
                <c:pt idx="28">
                  <c:v>118</c:v>
                </c:pt>
                <c:pt idx="29">
                  <c:v>113</c:v>
                </c:pt>
                <c:pt idx="30">
                  <c:v>109</c:v>
                </c:pt>
                <c:pt idx="31">
                  <c:v>130</c:v>
                </c:pt>
                <c:pt idx="32">
                  <c:v>133</c:v>
                </c:pt>
                <c:pt idx="33">
                  <c:v>161</c:v>
                </c:pt>
                <c:pt idx="34">
                  <c:v>105</c:v>
                </c:pt>
                <c:pt idx="35">
                  <c:v>135</c:v>
                </c:pt>
                <c:pt idx="36">
                  <c:v>118</c:v>
                </c:pt>
                <c:pt idx="37">
                  <c:v>141</c:v>
                </c:pt>
                <c:pt idx="38">
                  <c:v>181</c:v>
                </c:pt>
                <c:pt idx="39">
                  <c:v>114</c:v>
                </c:pt>
                <c:pt idx="40">
                  <c:v>119</c:v>
                </c:pt>
                <c:pt idx="41">
                  <c:v>121</c:v>
                </c:pt>
                <c:pt idx="42">
                  <c:v>97</c:v>
                </c:pt>
                <c:pt idx="43">
                  <c:v>142</c:v>
                </c:pt>
                <c:pt idx="44">
                  <c:v>144</c:v>
                </c:pt>
                <c:pt idx="45">
                  <c:v>118</c:v>
                </c:pt>
                <c:pt idx="46">
                  <c:v>110</c:v>
                </c:pt>
                <c:pt idx="47">
                  <c:v>111</c:v>
                </c:pt>
                <c:pt idx="48">
                  <c:v>120</c:v>
                </c:pt>
                <c:pt idx="49">
                  <c:v>151</c:v>
                </c:pt>
                <c:pt idx="50">
                  <c:v>137</c:v>
                </c:pt>
                <c:pt idx="51">
                  <c:v>131</c:v>
                </c:pt>
                <c:pt idx="52">
                  <c:v>134</c:v>
                </c:pt>
                <c:pt idx="53">
                  <c:v>138</c:v>
                </c:pt>
                <c:pt idx="54">
                  <c:v>130</c:v>
                </c:pt>
                <c:pt idx="55">
                  <c:v>117</c:v>
                </c:pt>
                <c:pt idx="56">
                  <c:v>134</c:v>
                </c:pt>
                <c:pt idx="57">
                  <c:v>137</c:v>
                </c:pt>
                <c:pt idx="58">
                  <c:v>109</c:v>
                </c:pt>
                <c:pt idx="59">
                  <c:v>111</c:v>
                </c:pt>
                <c:pt idx="60">
                  <c:v>135</c:v>
                </c:pt>
                <c:pt idx="61">
                  <c:v>104</c:v>
                </c:pt>
                <c:pt idx="62">
                  <c:v>126</c:v>
                </c:pt>
                <c:pt idx="63">
                  <c:v>131</c:v>
                </c:pt>
                <c:pt idx="64">
                  <c:v>105</c:v>
                </c:pt>
                <c:pt idx="65">
                  <c:v>141</c:v>
                </c:pt>
                <c:pt idx="66">
                  <c:v>140</c:v>
                </c:pt>
                <c:pt idx="67">
                  <c:v>110</c:v>
                </c:pt>
                <c:pt idx="68">
                  <c:v>95</c:v>
                </c:pt>
                <c:pt idx="69">
                  <c:v>112</c:v>
                </c:pt>
                <c:pt idx="70">
                  <c:v>140</c:v>
                </c:pt>
                <c:pt idx="71">
                  <c:v>127</c:v>
                </c:pt>
                <c:pt idx="72">
                  <c:v>99</c:v>
                </c:pt>
                <c:pt idx="73">
                  <c:v>147</c:v>
                </c:pt>
                <c:pt idx="74">
                  <c:v>113</c:v>
                </c:pt>
                <c:pt idx="75">
                  <c:v>151</c:v>
                </c:pt>
                <c:pt idx="76">
                  <c:v>118</c:v>
                </c:pt>
                <c:pt idx="77">
                  <c:v>125</c:v>
                </c:pt>
                <c:pt idx="78">
                  <c:v>122</c:v>
                </c:pt>
                <c:pt idx="79">
                  <c:v>124</c:v>
                </c:pt>
                <c:pt idx="80">
                  <c:v>126</c:v>
                </c:pt>
                <c:pt idx="81">
                  <c:v>135</c:v>
                </c:pt>
                <c:pt idx="82">
                  <c:v>149</c:v>
                </c:pt>
                <c:pt idx="83">
                  <c:v>99</c:v>
                </c:pt>
                <c:pt idx="84">
                  <c:v>99</c:v>
                </c:pt>
                <c:pt idx="85">
                  <c:v>160</c:v>
                </c:pt>
                <c:pt idx="86">
                  <c:v>137</c:v>
                </c:pt>
                <c:pt idx="87">
                  <c:v>111</c:v>
                </c:pt>
                <c:pt idx="88">
                  <c:v>129</c:v>
                </c:pt>
                <c:pt idx="89">
                  <c:v>151</c:v>
                </c:pt>
                <c:pt idx="90">
                  <c:v>149</c:v>
                </c:pt>
                <c:pt idx="91">
                  <c:v>126</c:v>
                </c:pt>
                <c:pt idx="92">
                  <c:v>152</c:v>
                </c:pt>
                <c:pt idx="93">
                  <c:v>134</c:v>
                </c:pt>
                <c:pt idx="94">
                  <c:v>97</c:v>
                </c:pt>
                <c:pt idx="95">
                  <c:v>136</c:v>
                </c:pt>
                <c:pt idx="96">
                  <c:v>168</c:v>
                </c:pt>
                <c:pt idx="97">
                  <c:v>114</c:v>
                </c:pt>
                <c:pt idx="98">
                  <c:v>132</c:v>
                </c:pt>
                <c:pt idx="99">
                  <c:v>156</c:v>
                </c:pt>
                <c:pt idx="100">
                  <c:v>124</c:v>
                </c:pt>
                <c:pt idx="101">
                  <c:v>134</c:v>
                </c:pt>
                <c:pt idx="102">
                  <c:v>126</c:v>
                </c:pt>
                <c:pt idx="103">
                  <c:v>107</c:v>
                </c:pt>
                <c:pt idx="104">
                  <c:v>123</c:v>
                </c:pt>
                <c:pt idx="105">
                  <c:v>127</c:v>
                </c:pt>
                <c:pt idx="106">
                  <c:v>113</c:v>
                </c:pt>
                <c:pt idx="107">
                  <c:v>134</c:v>
                </c:pt>
                <c:pt idx="108">
                  <c:v>115</c:v>
                </c:pt>
                <c:pt idx="109">
                  <c:v>141</c:v>
                </c:pt>
                <c:pt idx="110">
                  <c:v>126</c:v>
                </c:pt>
                <c:pt idx="111">
                  <c:v>139</c:v>
                </c:pt>
                <c:pt idx="112">
                  <c:v>112</c:v>
                </c:pt>
                <c:pt idx="113">
                  <c:v>148</c:v>
                </c:pt>
                <c:pt idx="114">
                  <c:v>140</c:v>
                </c:pt>
                <c:pt idx="115">
                  <c:v>151</c:v>
                </c:pt>
                <c:pt idx="116">
                  <c:v>135</c:v>
                </c:pt>
                <c:pt idx="117">
                  <c:v>111</c:v>
                </c:pt>
                <c:pt idx="118">
                  <c:v>123</c:v>
                </c:pt>
                <c:pt idx="119">
                  <c:v>104</c:v>
                </c:pt>
                <c:pt idx="120">
                  <c:v>121</c:v>
                </c:pt>
                <c:pt idx="121">
                  <c:v>104</c:v>
                </c:pt>
                <c:pt idx="122">
                  <c:v>116</c:v>
                </c:pt>
                <c:pt idx="123">
                  <c:v>133</c:v>
                </c:pt>
                <c:pt idx="124">
                  <c:v>129</c:v>
                </c:pt>
                <c:pt idx="125">
                  <c:v>118</c:v>
                </c:pt>
                <c:pt idx="126">
                  <c:v>130</c:v>
                </c:pt>
                <c:pt idx="127">
                  <c:v>130</c:v>
                </c:pt>
                <c:pt idx="128">
                  <c:v>139</c:v>
                </c:pt>
                <c:pt idx="129">
                  <c:v>105</c:v>
                </c:pt>
                <c:pt idx="130">
                  <c:v>104</c:v>
                </c:pt>
                <c:pt idx="131">
                  <c:v>141</c:v>
                </c:pt>
                <c:pt idx="132">
                  <c:v>114</c:v>
                </c:pt>
                <c:pt idx="133">
                  <c:v>155</c:v>
                </c:pt>
                <c:pt idx="134">
                  <c:v>139</c:v>
                </c:pt>
                <c:pt idx="135">
                  <c:v>114</c:v>
                </c:pt>
                <c:pt idx="136">
                  <c:v>103</c:v>
                </c:pt>
                <c:pt idx="137">
                  <c:v>122</c:v>
                </c:pt>
                <c:pt idx="138">
                  <c:v>129</c:v>
                </c:pt>
                <c:pt idx="139">
                  <c:v>119</c:v>
                </c:pt>
                <c:pt idx="140">
                  <c:v>95</c:v>
                </c:pt>
                <c:pt idx="141">
                  <c:v>104</c:v>
                </c:pt>
                <c:pt idx="142">
                  <c:v>116</c:v>
                </c:pt>
                <c:pt idx="143">
                  <c:v>109</c:v>
                </c:pt>
                <c:pt idx="144">
                  <c:v>95</c:v>
                </c:pt>
                <c:pt idx="145">
                  <c:v>170</c:v>
                </c:pt>
                <c:pt idx="146">
                  <c:v>138</c:v>
                </c:pt>
                <c:pt idx="147">
                  <c:v>116</c:v>
                </c:pt>
                <c:pt idx="148">
                  <c:v>123</c:v>
                </c:pt>
                <c:pt idx="149">
                  <c:v>105</c:v>
                </c:pt>
                <c:pt idx="150">
                  <c:v>128</c:v>
                </c:pt>
                <c:pt idx="151">
                  <c:v>153</c:v>
                </c:pt>
                <c:pt idx="152">
                  <c:v>152</c:v>
                </c:pt>
                <c:pt idx="153">
                  <c:v>115</c:v>
                </c:pt>
                <c:pt idx="154">
                  <c:v>154</c:v>
                </c:pt>
                <c:pt idx="155">
                  <c:v>126</c:v>
                </c:pt>
                <c:pt idx="156">
                  <c:v>128</c:v>
                </c:pt>
                <c:pt idx="157">
                  <c:v>131</c:v>
                </c:pt>
                <c:pt idx="158">
                  <c:v>117</c:v>
                </c:pt>
                <c:pt idx="159">
                  <c:v>134</c:v>
                </c:pt>
                <c:pt idx="160">
                  <c:v>112</c:v>
                </c:pt>
                <c:pt idx="161">
                  <c:v>135</c:v>
                </c:pt>
                <c:pt idx="162">
                  <c:v>129</c:v>
                </c:pt>
                <c:pt idx="163">
                  <c:v>122</c:v>
                </c:pt>
                <c:pt idx="164">
                  <c:v>143</c:v>
                </c:pt>
                <c:pt idx="165">
                  <c:v>118</c:v>
                </c:pt>
                <c:pt idx="166">
                  <c:v>111</c:v>
                </c:pt>
                <c:pt idx="167">
                  <c:v>139</c:v>
                </c:pt>
                <c:pt idx="168">
                  <c:v>134</c:v>
                </c:pt>
                <c:pt idx="169">
                  <c:v>98</c:v>
                </c:pt>
                <c:pt idx="170">
                  <c:v>127</c:v>
                </c:pt>
                <c:pt idx="171">
                  <c:v>123</c:v>
                </c:pt>
                <c:pt idx="172">
                  <c:v>124</c:v>
                </c:pt>
                <c:pt idx="173">
                  <c:v>130</c:v>
                </c:pt>
                <c:pt idx="174">
                  <c:v>99</c:v>
                </c:pt>
                <c:pt idx="175">
                  <c:v>150</c:v>
                </c:pt>
                <c:pt idx="176">
                  <c:v>129</c:v>
                </c:pt>
                <c:pt idx="177">
                  <c:v>161</c:v>
                </c:pt>
                <c:pt idx="178">
                  <c:v>131</c:v>
                </c:pt>
                <c:pt idx="179">
                  <c:v>114</c:v>
                </c:pt>
                <c:pt idx="180">
                  <c:v>106</c:v>
                </c:pt>
                <c:pt idx="181">
                  <c:v>155</c:v>
                </c:pt>
                <c:pt idx="182">
                  <c:v>130</c:v>
                </c:pt>
                <c:pt idx="183">
                  <c:v>169</c:v>
                </c:pt>
                <c:pt idx="184">
                  <c:v>113</c:v>
                </c:pt>
                <c:pt idx="185">
                  <c:v>127</c:v>
                </c:pt>
                <c:pt idx="186">
                  <c:v>119</c:v>
                </c:pt>
                <c:pt idx="187">
                  <c:v>106</c:v>
                </c:pt>
                <c:pt idx="188">
                  <c:v>124</c:v>
                </c:pt>
                <c:pt idx="189">
                  <c:v>108</c:v>
                </c:pt>
                <c:pt idx="190">
                  <c:v>107</c:v>
                </c:pt>
                <c:pt idx="191">
                  <c:v>90</c:v>
                </c:pt>
                <c:pt idx="192">
                  <c:v>161</c:v>
                </c:pt>
                <c:pt idx="193">
                  <c:v>139</c:v>
                </c:pt>
                <c:pt idx="194">
                  <c:v>123</c:v>
                </c:pt>
                <c:pt idx="195">
                  <c:v>134</c:v>
                </c:pt>
                <c:pt idx="196">
                  <c:v>127</c:v>
                </c:pt>
                <c:pt idx="197">
                  <c:v>151</c:v>
                </c:pt>
                <c:pt idx="198">
                  <c:v>127</c:v>
                </c:pt>
                <c:pt idx="199">
                  <c:v>135</c:v>
                </c:pt>
                <c:pt idx="200">
                  <c:v>130</c:v>
                </c:pt>
                <c:pt idx="201">
                  <c:v>109</c:v>
                </c:pt>
                <c:pt idx="202">
                  <c:v>114</c:v>
                </c:pt>
                <c:pt idx="203">
                  <c:v>103</c:v>
                </c:pt>
                <c:pt idx="204">
                  <c:v>128</c:v>
                </c:pt>
                <c:pt idx="205">
                  <c:v>99</c:v>
                </c:pt>
                <c:pt idx="206">
                  <c:v>123</c:v>
                </c:pt>
                <c:pt idx="207">
                  <c:v>123</c:v>
                </c:pt>
                <c:pt idx="208">
                  <c:v>118</c:v>
                </c:pt>
                <c:pt idx="209">
                  <c:v>122</c:v>
                </c:pt>
                <c:pt idx="210">
                  <c:v>119</c:v>
                </c:pt>
                <c:pt idx="211">
                  <c:v>120</c:v>
                </c:pt>
                <c:pt idx="212">
                  <c:v>116</c:v>
                </c:pt>
                <c:pt idx="213">
                  <c:v>109</c:v>
                </c:pt>
                <c:pt idx="214">
                  <c:v>144</c:v>
                </c:pt>
                <c:pt idx="215">
                  <c:v>100</c:v>
                </c:pt>
                <c:pt idx="216">
                  <c:v>132</c:v>
                </c:pt>
                <c:pt idx="217">
                  <c:v>119</c:v>
                </c:pt>
                <c:pt idx="218">
                  <c:v>102</c:v>
                </c:pt>
                <c:pt idx="219">
                  <c:v>128</c:v>
                </c:pt>
              </c:numCache>
            </c:numRef>
          </c:yVal>
        </c:ser>
        <c:ser>
          <c:idx val="1"/>
          <c:order val="1"/>
          <c:tx>
            <c:v>C1</c:v>
          </c:tx>
          <c:spPr>
            <a:ln xmlns:a="http://schemas.openxmlformats.org/drawingml/2006/main" w="0">
              <a:noFill/>
            </a:ln>
          </c:spPr>
          <c:marker>
            <c:symbol val="circle"/>
            <c:size val="5"/>
            <c:spPr>
              <a:solidFill xmlns:a="http://schemas.openxmlformats.org/drawingml/2006/main">
                <a:srgbClr val="4179B7"/>
              </a:solidFill>
            </c:spPr>
          </c:marker>
          <c:xVal>
            <c:numRef>
              <c:f>'Chart Data'!$C$2:$C$221</c:f>
              <c:numCache>
                <c:formatCode>General</c:formatCode>
                <c:ptCount val="220"/>
                <c:pt idx="0">
                  <c:v>170</c:v>
                </c:pt>
                <c:pt idx="1">
                  <c:v>100</c:v>
                </c:pt>
                <c:pt idx="2">
                  <c:v>95</c:v>
                </c:pt>
                <c:pt idx="3">
                  <c:v>140</c:v>
                </c:pt>
                <c:pt idx="4">
                  <c:v>190</c:v>
                </c:pt>
                <c:pt idx="5">
                  <c:v>190</c:v>
                </c:pt>
                <c:pt idx="6">
                  <c:v>95</c:v>
                </c:pt>
                <c:pt idx="7">
                  <c:v>180</c:v>
                </c:pt>
                <c:pt idx="8">
                  <c:v>140</c:v>
                </c:pt>
                <c:pt idx="9">
                  <c:v>183</c:v>
                </c:pt>
                <c:pt idx="10">
                  <c:v>191</c:v>
                </c:pt>
                <c:pt idx="11">
                  <c:v>140</c:v>
                </c:pt>
                <c:pt idx="12">
                  <c:v>120</c:v>
                </c:pt>
                <c:pt idx="13">
                  <c:v>120</c:v>
                </c:pt>
                <c:pt idx="14">
                  <c:v>225</c:v>
                </c:pt>
                <c:pt idx="15">
                  <c:v>95</c:v>
                </c:pt>
                <c:pt idx="16">
                  <c:v>120</c:v>
                </c:pt>
                <c:pt idx="17">
                  <c:v>115</c:v>
                </c:pt>
                <c:pt idx="18">
                  <c:v>120</c:v>
                </c:pt>
                <c:pt idx="19">
                  <c:v>120</c:v>
                </c:pt>
                <c:pt idx="20">
                  <c:v>120</c:v>
                </c:pt>
                <c:pt idx="21">
                  <c:v>95</c:v>
                </c:pt>
                <c:pt idx="22">
                  <c:v>225</c:v>
                </c:pt>
                <c:pt idx="23">
                  <c:v>120</c:v>
                </c:pt>
                <c:pt idx="24">
                  <c:v>100</c:v>
                </c:pt>
                <c:pt idx="25">
                  <c:v>74</c:v>
                </c:pt>
                <c:pt idx="26">
                  <c:v>100</c:v>
                </c:pt>
                <c:pt idx="27">
                  <c:v>140</c:v>
                </c:pt>
                <c:pt idx="28">
                  <c:v>120</c:v>
                </c:pt>
                <c:pt idx="29">
                  <c:v>109</c:v>
                </c:pt>
                <c:pt idx="30">
                  <c:v>115</c:v>
                </c:pt>
                <c:pt idx="31">
                  <c:v>95</c:v>
                </c:pt>
                <c:pt idx="32">
                  <c:v>147</c:v>
                </c:pt>
                <c:pt idx="33">
                  <c:v>95</c:v>
                </c:pt>
                <c:pt idx="34">
                  <c:v>120</c:v>
                </c:pt>
                <c:pt idx="35">
                  <c:v>120</c:v>
                </c:pt>
                <c:pt idx="36">
                  <c:v>120</c:v>
                </c:pt>
                <c:pt idx="37">
                  <c:v>215</c:v>
                </c:pt>
                <c:pt idx="38">
                  <c:v>154</c:v>
                </c:pt>
                <c:pt idx="39">
                  <c:v>140</c:v>
                </c:pt>
                <c:pt idx="40">
                  <c:v>120</c:v>
                </c:pt>
                <c:pt idx="41">
                  <c:v>96</c:v>
                </c:pt>
                <c:pt idx="42">
                  <c:v>120</c:v>
                </c:pt>
                <c:pt idx="43">
                  <c:v>120</c:v>
                </c:pt>
                <c:pt idx="44">
                  <c:v>225</c:v>
                </c:pt>
                <c:pt idx="45">
                  <c:v>95</c:v>
                </c:pt>
                <c:pt idx="46">
                  <c:v>120</c:v>
                </c:pt>
                <c:pt idx="47">
                  <c:v>120</c:v>
                </c:pt>
                <c:pt idx="48">
                  <c:v>100</c:v>
                </c:pt>
                <c:pt idx="49">
                  <c:v>225</c:v>
                </c:pt>
                <c:pt idx="50">
                  <c:v>85</c:v>
                </c:pt>
                <c:pt idx="51">
                  <c:v>120</c:v>
                </c:pt>
                <c:pt idx="52">
                  <c:v>215</c:v>
                </c:pt>
                <c:pt idx="53">
                  <c:v>160</c:v>
                </c:pt>
                <c:pt idx="54">
                  <c:v>190</c:v>
                </c:pt>
                <c:pt idx="55">
                  <c:v>120</c:v>
                </c:pt>
                <c:pt idx="56">
                  <c:v>120</c:v>
                </c:pt>
                <c:pt idx="57">
                  <c:v>95</c:v>
                </c:pt>
                <c:pt idx="58">
                  <c:v>165</c:v>
                </c:pt>
                <c:pt idx="59">
                  <c:v>245</c:v>
                </c:pt>
                <c:pt idx="60">
                  <c:v>245</c:v>
                </c:pt>
                <c:pt idx="61">
                  <c:v>140</c:v>
                </c:pt>
                <c:pt idx="62">
                  <c:v>85</c:v>
                </c:pt>
                <c:pt idx="63">
                  <c:v>120</c:v>
                </c:pt>
                <c:pt idx="64">
                  <c:v>245</c:v>
                </c:pt>
                <c:pt idx="65">
                  <c:v>200</c:v>
                </c:pt>
                <c:pt idx="66">
                  <c:v>165</c:v>
                </c:pt>
                <c:pt idx="67">
                  <c:v>95</c:v>
                </c:pt>
                <c:pt idx="68">
                  <c:v>95</c:v>
                </c:pt>
                <c:pt idx="69">
                  <c:v>120</c:v>
                </c:pt>
                <c:pt idx="70">
                  <c:v>120</c:v>
                </c:pt>
                <c:pt idx="71">
                  <c:v>95</c:v>
                </c:pt>
                <c:pt idx="72">
                  <c:v>103</c:v>
                </c:pt>
                <c:pt idx="73">
                  <c:v>245</c:v>
                </c:pt>
                <c:pt idx="74">
                  <c:v>190</c:v>
                </c:pt>
                <c:pt idx="75">
                  <c:v>120</c:v>
                </c:pt>
                <c:pt idx="76">
                  <c:v>95</c:v>
                </c:pt>
                <c:pt idx="77">
                  <c:v>120</c:v>
                </c:pt>
                <c:pt idx="78">
                  <c:v>95</c:v>
                </c:pt>
                <c:pt idx="79">
                  <c:v>95</c:v>
                </c:pt>
                <c:pt idx="80">
                  <c:v>245</c:v>
                </c:pt>
                <c:pt idx="81">
                  <c:v>225</c:v>
                </c:pt>
                <c:pt idx="82">
                  <c:v>95</c:v>
                </c:pt>
                <c:pt idx="83">
                  <c:v>95</c:v>
                </c:pt>
                <c:pt idx="84">
                  <c:v>190</c:v>
                </c:pt>
                <c:pt idx="85">
                  <c:v>190</c:v>
                </c:pt>
                <c:pt idx="86">
                  <c:v>65</c:v>
                </c:pt>
                <c:pt idx="87">
                  <c:v>120</c:v>
                </c:pt>
                <c:pt idx="88">
                  <c:v>190</c:v>
                </c:pt>
                <c:pt idx="89">
                  <c:v>140</c:v>
                </c:pt>
                <c:pt idx="90">
                  <c:v>100</c:v>
                </c:pt>
                <c:pt idx="91">
                  <c:v>120</c:v>
                </c:pt>
                <c:pt idx="92">
                  <c:v>95</c:v>
                </c:pt>
                <c:pt idx="93">
                  <c:v>95</c:v>
                </c:pt>
                <c:pt idx="94">
                  <c:v>100</c:v>
                </c:pt>
                <c:pt idx="95">
                  <c:v>84</c:v>
                </c:pt>
                <c:pt idx="96">
                  <c:v>185</c:v>
                </c:pt>
                <c:pt idx="97">
                  <c:v>95</c:v>
                </c:pt>
                <c:pt idx="98">
                  <c:v>95</c:v>
                </c:pt>
                <c:pt idx="99">
                  <c:v>100</c:v>
                </c:pt>
                <c:pt idx="100">
                  <c:v>120</c:v>
                </c:pt>
                <c:pt idx="101">
                  <c:v>88</c:v>
                </c:pt>
                <c:pt idx="102">
                  <c:v>120</c:v>
                </c:pt>
                <c:pt idx="103">
                  <c:v>109</c:v>
                </c:pt>
                <c:pt idx="104">
                  <c:v>140</c:v>
                </c:pt>
                <c:pt idx="105">
                  <c:v>150</c:v>
                </c:pt>
                <c:pt idx="106">
                  <c:v>103</c:v>
                </c:pt>
                <c:pt idx="107">
                  <c:v>140</c:v>
                </c:pt>
                <c:pt idx="108">
                  <c:v>160</c:v>
                </c:pt>
                <c:pt idx="109">
                  <c:v>245</c:v>
                </c:pt>
                <c:pt idx="110">
                  <c:v>135</c:v>
                </c:pt>
                <c:pt idx="111">
                  <c:v>140</c:v>
                </c:pt>
                <c:pt idx="112">
                  <c:v>140</c:v>
                </c:pt>
                <c:pt idx="113">
                  <c:v>95</c:v>
                </c:pt>
                <c:pt idx="114">
                  <c:v>100</c:v>
                </c:pt>
                <c:pt idx="115">
                  <c:v>95</c:v>
                </c:pt>
                <c:pt idx="116">
                  <c:v>170</c:v>
                </c:pt>
                <c:pt idx="117">
                  <c:v>120</c:v>
                </c:pt>
                <c:pt idx="118">
                  <c:v>245</c:v>
                </c:pt>
                <c:pt idx="119">
                  <c:v>103</c:v>
                </c:pt>
                <c:pt idx="120">
                  <c:v>235</c:v>
                </c:pt>
                <c:pt idx="121">
                  <c:v>150</c:v>
                </c:pt>
                <c:pt idx="122">
                  <c:v>245</c:v>
                </c:pt>
                <c:pt idx="123">
                  <c:v>225</c:v>
                </c:pt>
                <c:pt idx="124">
                  <c:v>140</c:v>
                </c:pt>
                <c:pt idx="125">
                  <c:v>100</c:v>
                </c:pt>
                <c:pt idx="126">
                  <c:v>140</c:v>
                </c:pt>
                <c:pt idx="127">
                  <c:v>120</c:v>
                </c:pt>
                <c:pt idx="128">
                  <c:v>160</c:v>
                </c:pt>
                <c:pt idx="129">
                  <c:v>120</c:v>
                </c:pt>
                <c:pt idx="130">
                  <c:v>140</c:v>
                </c:pt>
                <c:pt idx="131">
                  <c:v>225</c:v>
                </c:pt>
                <c:pt idx="132">
                  <c:v>100</c:v>
                </c:pt>
                <c:pt idx="133">
                  <c:v>140</c:v>
                </c:pt>
                <c:pt idx="134">
                  <c:v>88</c:v>
                </c:pt>
                <c:pt idx="135">
                  <c:v>120</c:v>
                </c:pt>
                <c:pt idx="136">
                  <c:v>88</c:v>
                </c:pt>
                <c:pt idx="137">
                  <c:v>190</c:v>
                </c:pt>
                <c:pt idx="138">
                  <c:v>115</c:v>
                </c:pt>
                <c:pt idx="139">
                  <c:v>120</c:v>
                </c:pt>
                <c:pt idx="140">
                  <c:v>120</c:v>
                </c:pt>
                <c:pt idx="141">
                  <c:v>120</c:v>
                </c:pt>
                <c:pt idx="142">
                  <c:v>245</c:v>
                </c:pt>
                <c:pt idx="143">
                  <c:v>120</c:v>
                </c:pt>
                <c:pt idx="144">
                  <c:v>100</c:v>
                </c:pt>
                <c:pt idx="145">
                  <c:v>88</c:v>
                </c:pt>
                <c:pt idx="146">
                  <c:v>183</c:v>
                </c:pt>
                <c:pt idx="147">
                  <c:v>120</c:v>
                </c:pt>
                <c:pt idx="148">
                  <c:v>100</c:v>
                </c:pt>
                <c:pt idx="149">
                  <c:v>120</c:v>
                </c:pt>
                <c:pt idx="150">
                  <c:v>109</c:v>
                </c:pt>
                <c:pt idx="151">
                  <c:v>120</c:v>
                </c:pt>
                <c:pt idx="152">
                  <c:v>140</c:v>
                </c:pt>
                <c:pt idx="153">
                  <c:v>245</c:v>
                </c:pt>
                <c:pt idx="154">
                  <c:v>95</c:v>
                </c:pt>
                <c:pt idx="155">
                  <c:v>175</c:v>
                </c:pt>
                <c:pt idx="156">
                  <c:v>190</c:v>
                </c:pt>
                <c:pt idx="157">
                  <c:v>120</c:v>
                </c:pt>
                <c:pt idx="158">
                  <c:v>153</c:v>
                </c:pt>
                <c:pt idx="159">
                  <c:v>66</c:v>
                </c:pt>
                <c:pt idx="160">
                  <c:v>245</c:v>
                </c:pt>
                <c:pt idx="161">
                  <c:v>120</c:v>
                </c:pt>
                <c:pt idx="162">
                  <c:v>120</c:v>
                </c:pt>
                <c:pt idx="163">
                  <c:v>120</c:v>
                </c:pt>
                <c:pt idx="164">
                  <c:v>120</c:v>
                </c:pt>
                <c:pt idx="165">
                  <c:v>100</c:v>
                </c:pt>
                <c:pt idx="166">
                  <c:v>185</c:v>
                </c:pt>
                <c:pt idx="167">
                  <c:v>120</c:v>
                </c:pt>
                <c:pt idx="168">
                  <c:v>95</c:v>
                </c:pt>
                <c:pt idx="169">
                  <c:v>245</c:v>
                </c:pt>
                <c:pt idx="170">
                  <c:v>81</c:v>
                </c:pt>
                <c:pt idx="171">
                  <c:v>95</c:v>
                </c:pt>
                <c:pt idx="172">
                  <c:v>225</c:v>
                </c:pt>
                <c:pt idx="173">
                  <c:v>120</c:v>
                </c:pt>
                <c:pt idx="174">
                  <c:v>215</c:v>
                </c:pt>
                <c:pt idx="175">
                  <c:v>120</c:v>
                </c:pt>
                <c:pt idx="176">
                  <c:v>120</c:v>
                </c:pt>
                <c:pt idx="177">
                  <c:v>120</c:v>
                </c:pt>
                <c:pt idx="178">
                  <c:v>84</c:v>
                </c:pt>
                <c:pt idx="179">
                  <c:v>95</c:v>
                </c:pt>
                <c:pt idx="180">
                  <c:v>150</c:v>
                </c:pt>
                <c:pt idx="181">
                  <c:v>245</c:v>
                </c:pt>
                <c:pt idx="182">
                  <c:v>120</c:v>
                </c:pt>
                <c:pt idx="183">
                  <c:v>84</c:v>
                </c:pt>
                <c:pt idx="184">
                  <c:v>95</c:v>
                </c:pt>
                <c:pt idx="185">
                  <c:v>120</c:v>
                </c:pt>
                <c:pt idx="186">
                  <c:v>95</c:v>
                </c:pt>
                <c:pt idx="187">
                  <c:v>140</c:v>
                </c:pt>
                <c:pt idx="188">
                  <c:v>140</c:v>
                </c:pt>
                <c:pt idx="189">
                  <c:v>95</c:v>
                </c:pt>
                <c:pt idx="190">
                  <c:v>120</c:v>
                </c:pt>
                <c:pt idx="191">
                  <c:v>154</c:v>
                </c:pt>
                <c:pt idx="192">
                  <c:v>109</c:v>
                </c:pt>
                <c:pt idx="193">
                  <c:v>100</c:v>
                </c:pt>
                <c:pt idx="194">
                  <c:v>150</c:v>
                </c:pt>
                <c:pt idx="195">
                  <c:v>100</c:v>
                </c:pt>
                <c:pt idx="196">
                  <c:v>120</c:v>
                </c:pt>
                <c:pt idx="197">
                  <c:v>140</c:v>
                </c:pt>
                <c:pt idx="198">
                  <c:v>120</c:v>
                </c:pt>
                <c:pt idx="199">
                  <c:v>120</c:v>
                </c:pt>
                <c:pt idx="200">
                  <c:v>120</c:v>
                </c:pt>
                <c:pt idx="201">
                  <c:v>80</c:v>
                </c:pt>
                <c:pt idx="202">
                  <c:v>228</c:v>
                </c:pt>
                <c:pt idx="203">
                  <c:v>95</c:v>
                </c:pt>
                <c:pt idx="204">
                  <c:v>120</c:v>
                </c:pt>
                <c:pt idx="205">
                  <c:v>95</c:v>
                </c:pt>
                <c:pt idx="206">
                  <c:v>95</c:v>
                </c:pt>
                <c:pt idx="207">
                  <c:v>150</c:v>
                </c:pt>
                <c:pt idx="208">
                  <c:v>95</c:v>
                </c:pt>
                <c:pt idx="209">
                  <c:v>95</c:v>
                </c:pt>
                <c:pt idx="210">
                  <c:v>100</c:v>
                </c:pt>
                <c:pt idx="211">
                  <c:v>100</c:v>
                </c:pt>
                <c:pt idx="212">
                  <c:v>190</c:v>
                </c:pt>
                <c:pt idx="213">
                  <c:v>100</c:v>
                </c:pt>
                <c:pt idx="214">
                  <c:v>100</c:v>
                </c:pt>
                <c:pt idx="215">
                  <c:v>100</c:v>
                </c:pt>
                <c:pt idx="216">
                  <c:v>120</c:v>
                </c:pt>
                <c:pt idx="217">
                  <c:v>96</c:v>
                </c:pt>
                <c:pt idx="218">
                  <c:v>115</c:v>
                </c:pt>
                <c:pt idx="219">
                  <c:v>240</c:v>
                </c:pt>
              </c:numCache>
            </c:numRef>
          </c:xVal>
          <c:yVal>
            <c:numRef>
              <c:f>'Chart Data'!$D$2:$D$221</c:f>
              <c:numCache>
                <c:formatCode>0</c:formatCode>
                <c:ptCount val="220"/>
                <c:pt idx="0">
                  <c:v>142</c:v>
                </c:pt>
                <c:pt idx="1">
                  <c:v>159</c:v>
                </c:pt>
                <c:pt idx="2">
                  <c:v>173</c:v>
                </c:pt>
                <c:pt idx="3">
                  <c:v>217</c:v>
                </c:pt>
                <c:pt idx="4">
                  <c:v>157</c:v>
                </c:pt>
                <c:pt idx="5">
                  <c:v>162</c:v>
                </c:pt>
                <c:pt idx="6">
                  <c:v>176</c:v>
                </c:pt>
                <c:pt idx="7">
                  <c:v>163</c:v>
                </c:pt>
                <c:pt idx="8">
                  <c:v>228</c:v>
                </c:pt>
                <c:pt idx="9">
                  <c:v>140</c:v>
                </c:pt>
                <c:pt idx="10">
                  <c:v>217</c:v>
                </c:pt>
                <c:pt idx="11">
                  <c:v>240</c:v>
                </c:pt>
                <c:pt idx="12">
                  <c:v>180</c:v>
                </c:pt>
                <c:pt idx="13">
                  <c:v>149</c:v>
                </c:pt>
                <c:pt idx="14">
                  <c:v>161</c:v>
                </c:pt>
                <c:pt idx="15">
                  <c:v>188</c:v>
                </c:pt>
                <c:pt idx="16">
                  <c:v>197</c:v>
                </c:pt>
                <c:pt idx="17">
                  <c:v>284</c:v>
                </c:pt>
                <c:pt idx="18">
                  <c:v>149</c:v>
                </c:pt>
                <c:pt idx="19">
                  <c:v>180</c:v>
                </c:pt>
                <c:pt idx="20">
                  <c:v>189</c:v>
                </c:pt>
                <c:pt idx="21">
                  <c:v>195</c:v>
                </c:pt>
                <c:pt idx="22">
                  <c:v>163</c:v>
                </c:pt>
                <c:pt idx="23">
                  <c:v>179</c:v>
                </c:pt>
                <c:pt idx="24">
                  <c:v>159</c:v>
                </c:pt>
                <c:pt idx="25">
                  <c:v>168</c:v>
                </c:pt>
                <c:pt idx="26">
                  <c:v>152</c:v>
                </c:pt>
                <c:pt idx="27">
                  <c:v>243</c:v>
                </c:pt>
                <c:pt idx="28">
                  <c:v>149</c:v>
                </c:pt>
                <c:pt idx="29">
                  <c:v>180</c:v>
                </c:pt>
                <c:pt idx="30">
                  <c:v>267</c:v>
                </c:pt>
                <c:pt idx="31">
                  <c:v>189</c:v>
                </c:pt>
                <c:pt idx="32">
                  <c:v>230</c:v>
                </c:pt>
                <c:pt idx="33">
                  <c:v>184</c:v>
                </c:pt>
                <c:pt idx="34">
                  <c:v>200</c:v>
                </c:pt>
                <c:pt idx="35">
                  <c:v>195</c:v>
                </c:pt>
                <c:pt idx="36">
                  <c:v>149</c:v>
                </c:pt>
                <c:pt idx="37">
                  <c:v>139</c:v>
                </c:pt>
                <c:pt idx="38">
                  <c:v>211</c:v>
                </c:pt>
                <c:pt idx="39">
                  <c:v>153</c:v>
                </c:pt>
                <c:pt idx="40">
                  <c:v>202</c:v>
                </c:pt>
                <c:pt idx="41">
                  <c:v>184</c:v>
                </c:pt>
                <c:pt idx="42">
                  <c:v>186</c:v>
                </c:pt>
                <c:pt idx="43">
                  <c:v>149</c:v>
                </c:pt>
                <c:pt idx="44">
                  <c:v>199</c:v>
                </c:pt>
                <c:pt idx="45">
                  <c:v>194</c:v>
                </c:pt>
                <c:pt idx="46">
                  <c:v>181</c:v>
                </c:pt>
                <c:pt idx="47">
                  <c:v>189</c:v>
                </c:pt>
                <c:pt idx="48">
                  <c:v>164</c:v>
                </c:pt>
                <c:pt idx="49">
                  <c:v>185</c:v>
                </c:pt>
                <c:pt idx="50">
                  <c:v>174</c:v>
                </c:pt>
                <c:pt idx="51">
                  <c:v>192</c:v>
                </c:pt>
                <c:pt idx="52">
                  <c:v>137</c:v>
                </c:pt>
                <c:pt idx="53">
                  <c:v>156</c:v>
                </c:pt>
                <c:pt idx="54">
                  <c:v>205</c:v>
                </c:pt>
                <c:pt idx="55">
                  <c:v>154</c:v>
                </c:pt>
                <c:pt idx="56">
                  <c:v>195</c:v>
                </c:pt>
                <c:pt idx="57">
                  <c:v>184</c:v>
                </c:pt>
                <c:pt idx="58">
                  <c:v>174</c:v>
                </c:pt>
                <c:pt idx="59">
                  <c:v>189</c:v>
                </c:pt>
                <c:pt idx="60">
                  <c:v>185</c:v>
                </c:pt>
                <c:pt idx="61">
                  <c:v>157</c:v>
                </c:pt>
                <c:pt idx="62">
                  <c:v>174</c:v>
                </c:pt>
                <c:pt idx="63">
                  <c:v>181</c:v>
                </c:pt>
                <c:pt idx="64">
                  <c:v>170</c:v>
                </c:pt>
                <c:pt idx="65">
                  <c:v>149</c:v>
                </c:pt>
                <c:pt idx="66">
                  <c:v>149</c:v>
                </c:pt>
                <c:pt idx="67">
                  <c:v>197</c:v>
                </c:pt>
                <c:pt idx="68">
                  <c:v>184</c:v>
                </c:pt>
                <c:pt idx="69">
                  <c:v>189</c:v>
                </c:pt>
                <c:pt idx="70">
                  <c:v>189</c:v>
                </c:pt>
                <c:pt idx="71">
                  <c:v>200</c:v>
                </c:pt>
                <c:pt idx="72">
                  <c:v>162</c:v>
                </c:pt>
                <c:pt idx="73">
                  <c:v>173</c:v>
                </c:pt>
                <c:pt idx="74">
                  <c:v>156</c:v>
                </c:pt>
                <c:pt idx="75">
                  <c:v>181</c:v>
                </c:pt>
                <c:pt idx="76">
                  <c:v>195</c:v>
                </c:pt>
                <c:pt idx="77">
                  <c:v>152</c:v>
                </c:pt>
                <c:pt idx="78">
                  <c:v>184</c:v>
                </c:pt>
                <c:pt idx="79">
                  <c:v>188</c:v>
                </c:pt>
                <c:pt idx="80">
                  <c:v>180</c:v>
                </c:pt>
                <c:pt idx="81">
                  <c:v>153</c:v>
                </c:pt>
                <c:pt idx="82">
                  <c:v>202</c:v>
                </c:pt>
                <c:pt idx="83">
                  <c:v>174</c:v>
                </c:pt>
                <c:pt idx="84">
                  <c:v>154</c:v>
                </c:pt>
                <c:pt idx="85">
                  <c:v>194</c:v>
                </c:pt>
                <c:pt idx="86">
                  <c:v>169</c:v>
                </c:pt>
                <c:pt idx="87">
                  <c:v>189</c:v>
                </c:pt>
                <c:pt idx="88">
                  <c:v>163</c:v>
                </c:pt>
                <c:pt idx="89">
                  <c:v>157</c:v>
                </c:pt>
                <c:pt idx="90">
                  <c:v>183</c:v>
                </c:pt>
                <c:pt idx="91">
                  <c:v>154</c:v>
                </c:pt>
                <c:pt idx="92">
                  <c:v>202</c:v>
                </c:pt>
                <c:pt idx="93">
                  <c:v>188</c:v>
                </c:pt>
                <c:pt idx="94">
                  <c:v>163</c:v>
                </c:pt>
                <c:pt idx="95">
                  <c:v>169</c:v>
                </c:pt>
                <c:pt idx="96">
                  <c:v>164</c:v>
                </c:pt>
                <c:pt idx="97">
                  <c:v>194</c:v>
                </c:pt>
                <c:pt idx="98">
                  <c:v>186</c:v>
                </c:pt>
                <c:pt idx="99">
                  <c:v>152</c:v>
                </c:pt>
                <c:pt idx="100">
                  <c:v>189</c:v>
                </c:pt>
                <c:pt idx="101">
                  <c:v>150</c:v>
                </c:pt>
                <c:pt idx="102">
                  <c:v>149</c:v>
                </c:pt>
                <c:pt idx="103">
                  <c:v>180</c:v>
                </c:pt>
                <c:pt idx="104">
                  <c:v>153</c:v>
                </c:pt>
                <c:pt idx="105">
                  <c:v>124</c:v>
                </c:pt>
                <c:pt idx="106">
                  <c:v>164</c:v>
                </c:pt>
                <c:pt idx="107">
                  <c:v>157</c:v>
                </c:pt>
                <c:pt idx="108">
                  <c:v>149</c:v>
                </c:pt>
                <c:pt idx="109">
                  <c:v>173</c:v>
                </c:pt>
                <c:pt idx="110">
                  <c:v>166</c:v>
                </c:pt>
                <c:pt idx="111">
                  <c:v>220</c:v>
                </c:pt>
                <c:pt idx="112">
                  <c:v>243</c:v>
                </c:pt>
                <c:pt idx="113">
                  <c:v>181</c:v>
                </c:pt>
                <c:pt idx="114">
                  <c:v>163</c:v>
                </c:pt>
                <c:pt idx="115">
                  <c:v>197</c:v>
                </c:pt>
                <c:pt idx="116">
                  <c:v>143</c:v>
                </c:pt>
                <c:pt idx="117">
                  <c:v>173</c:v>
                </c:pt>
                <c:pt idx="118">
                  <c:v>168</c:v>
                </c:pt>
                <c:pt idx="119">
                  <c:v>164</c:v>
                </c:pt>
                <c:pt idx="120">
                  <c:v>158</c:v>
                </c:pt>
                <c:pt idx="121">
                  <c:v>146</c:v>
                </c:pt>
                <c:pt idx="122">
                  <c:v>173</c:v>
                </c:pt>
                <c:pt idx="123">
                  <c:v>178</c:v>
                </c:pt>
                <c:pt idx="124">
                  <c:v>177</c:v>
                </c:pt>
                <c:pt idx="125">
                  <c:v>152</c:v>
                </c:pt>
                <c:pt idx="126">
                  <c:v>233</c:v>
                </c:pt>
                <c:pt idx="127">
                  <c:v>152</c:v>
                </c:pt>
                <c:pt idx="128">
                  <c:v>154</c:v>
                </c:pt>
                <c:pt idx="129">
                  <c:v>179</c:v>
                </c:pt>
                <c:pt idx="130">
                  <c:v>217</c:v>
                </c:pt>
                <c:pt idx="131">
                  <c:v>197</c:v>
                </c:pt>
                <c:pt idx="132">
                  <c:v>168</c:v>
                </c:pt>
                <c:pt idx="133">
                  <c:v>177</c:v>
                </c:pt>
                <c:pt idx="134">
                  <c:v>149</c:v>
                </c:pt>
                <c:pt idx="135">
                  <c:v>154</c:v>
                </c:pt>
                <c:pt idx="136">
                  <c:v>149</c:v>
                </c:pt>
                <c:pt idx="137">
                  <c:v>144</c:v>
                </c:pt>
                <c:pt idx="138">
                  <c:v>281</c:v>
                </c:pt>
                <c:pt idx="139">
                  <c:v>178</c:v>
                </c:pt>
                <c:pt idx="140">
                  <c:v>189</c:v>
                </c:pt>
                <c:pt idx="141">
                  <c:v>181</c:v>
                </c:pt>
                <c:pt idx="142">
                  <c:v>186</c:v>
                </c:pt>
                <c:pt idx="143">
                  <c:v>205</c:v>
                </c:pt>
                <c:pt idx="144">
                  <c:v>154</c:v>
                </c:pt>
                <c:pt idx="145">
                  <c:v>149</c:v>
                </c:pt>
                <c:pt idx="146">
                  <c:v>145</c:v>
                </c:pt>
                <c:pt idx="147">
                  <c:v>149</c:v>
                </c:pt>
                <c:pt idx="148">
                  <c:v>164</c:v>
                </c:pt>
                <c:pt idx="149">
                  <c:v>184</c:v>
                </c:pt>
                <c:pt idx="150">
                  <c:v>183</c:v>
                </c:pt>
                <c:pt idx="151">
                  <c:v>172</c:v>
                </c:pt>
                <c:pt idx="152">
                  <c:v>153</c:v>
                </c:pt>
                <c:pt idx="153">
                  <c:v>161</c:v>
                </c:pt>
                <c:pt idx="154">
                  <c:v>171</c:v>
                </c:pt>
                <c:pt idx="155">
                  <c:v>183</c:v>
                </c:pt>
                <c:pt idx="156">
                  <c:v>168</c:v>
                </c:pt>
                <c:pt idx="157">
                  <c:v>197</c:v>
                </c:pt>
                <c:pt idx="158">
                  <c:v>199</c:v>
                </c:pt>
                <c:pt idx="159">
                  <c:v>174</c:v>
                </c:pt>
                <c:pt idx="160">
                  <c:v>178</c:v>
                </c:pt>
                <c:pt idx="161">
                  <c:v>205</c:v>
                </c:pt>
                <c:pt idx="162">
                  <c:v>149</c:v>
                </c:pt>
                <c:pt idx="163">
                  <c:v>187</c:v>
                </c:pt>
                <c:pt idx="164">
                  <c:v>149</c:v>
                </c:pt>
                <c:pt idx="165">
                  <c:v>159</c:v>
                </c:pt>
                <c:pt idx="166">
                  <c:v>145</c:v>
                </c:pt>
                <c:pt idx="167">
                  <c:v>184</c:v>
                </c:pt>
                <c:pt idx="168">
                  <c:v>189</c:v>
                </c:pt>
                <c:pt idx="169">
                  <c:v>178</c:v>
                </c:pt>
                <c:pt idx="170">
                  <c:v>178</c:v>
                </c:pt>
                <c:pt idx="171">
                  <c:v>184</c:v>
                </c:pt>
                <c:pt idx="172">
                  <c:v>169</c:v>
                </c:pt>
                <c:pt idx="173">
                  <c:v>181</c:v>
                </c:pt>
                <c:pt idx="174">
                  <c:v>137</c:v>
                </c:pt>
                <c:pt idx="175">
                  <c:v>149</c:v>
                </c:pt>
                <c:pt idx="176">
                  <c:v>189</c:v>
                </c:pt>
                <c:pt idx="177">
                  <c:v>187</c:v>
                </c:pt>
                <c:pt idx="178">
                  <c:v>169</c:v>
                </c:pt>
                <c:pt idx="179">
                  <c:v>179</c:v>
                </c:pt>
                <c:pt idx="180">
                  <c:v>124</c:v>
                </c:pt>
                <c:pt idx="181">
                  <c:v>182</c:v>
                </c:pt>
                <c:pt idx="182">
                  <c:v>184</c:v>
                </c:pt>
                <c:pt idx="183">
                  <c:v>169</c:v>
                </c:pt>
                <c:pt idx="184">
                  <c:v>189</c:v>
                </c:pt>
                <c:pt idx="185">
                  <c:v>189</c:v>
                </c:pt>
                <c:pt idx="186">
                  <c:v>179</c:v>
                </c:pt>
                <c:pt idx="187">
                  <c:v>215</c:v>
                </c:pt>
                <c:pt idx="188">
                  <c:v>153</c:v>
                </c:pt>
                <c:pt idx="189">
                  <c:v>180</c:v>
                </c:pt>
                <c:pt idx="190">
                  <c:v>187</c:v>
                </c:pt>
                <c:pt idx="191">
                  <c:v>207</c:v>
                </c:pt>
                <c:pt idx="192">
                  <c:v>186</c:v>
                </c:pt>
                <c:pt idx="193">
                  <c:v>164</c:v>
                </c:pt>
                <c:pt idx="194">
                  <c:v>145</c:v>
                </c:pt>
                <c:pt idx="195">
                  <c:v>164</c:v>
                </c:pt>
                <c:pt idx="196">
                  <c:v>189</c:v>
                </c:pt>
                <c:pt idx="197">
                  <c:v>157</c:v>
                </c:pt>
                <c:pt idx="198">
                  <c:v>181</c:v>
                </c:pt>
                <c:pt idx="199">
                  <c:v>152</c:v>
                </c:pt>
                <c:pt idx="200">
                  <c:v>195</c:v>
                </c:pt>
                <c:pt idx="201">
                  <c:v>181</c:v>
                </c:pt>
                <c:pt idx="202">
                  <c:v>206</c:v>
                </c:pt>
                <c:pt idx="203">
                  <c:v>181</c:v>
                </c:pt>
                <c:pt idx="204">
                  <c:v>149</c:v>
                </c:pt>
                <c:pt idx="205">
                  <c:v>188</c:v>
                </c:pt>
                <c:pt idx="206">
                  <c:v>180</c:v>
                </c:pt>
                <c:pt idx="207">
                  <c:v>163</c:v>
                </c:pt>
                <c:pt idx="208">
                  <c:v>171</c:v>
                </c:pt>
                <c:pt idx="209">
                  <c:v>188</c:v>
                </c:pt>
                <c:pt idx="210">
                  <c:v>154</c:v>
                </c:pt>
                <c:pt idx="211">
                  <c:v>164</c:v>
                </c:pt>
                <c:pt idx="212">
                  <c:v>157</c:v>
                </c:pt>
                <c:pt idx="213">
                  <c:v>152</c:v>
                </c:pt>
                <c:pt idx="214">
                  <c:v>164</c:v>
                </c:pt>
                <c:pt idx="215">
                  <c:v>159</c:v>
                </c:pt>
                <c:pt idx="216">
                  <c:v>192</c:v>
                </c:pt>
                <c:pt idx="217">
                  <c:v>184</c:v>
                </c:pt>
                <c:pt idx="218">
                  <c:v>265</c:v>
                </c:pt>
                <c:pt idx="219">
                  <c:v>169</c:v>
                </c:pt>
              </c:numCache>
            </c:numRef>
          </c:yVal>
        </c:ser>
        <c:ser>
          <c:idx val="2"/>
          <c:order val="2"/>
          <c:tx>
            <c:v>C2</c:v>
          </c:tx>
          <c:spPr>
            <a:ln xmlns:a="http://schemas.openxmlformats.org/drawingml/2006/main" w="0">
              <a:noFill/>
            </a:ln>
          </c:spPr>
          <c:marker>
            <c:symbol val="circle"/>
            <c:size val="5"/>
            <c:spPr>
              <a:solidFill xmlns:a="http://schemas.openxmlformats.org/drawingml/2006/main">
                <a:srgbClr val="DE8736"/>
              </a:solidFill>
            </c:spPr>
          </c:marker>
          <c:xVal>
            <c:numRef>
              <c:f>'Chart Data'!$E$2:$E$221</c:f>
              <c:numCache>
                <c:formatCode>General</c:formatCode>
                <c:ptCount val="220"/>
                <c:pt idx="0">
                  <c:v>410</c:v>
                </c:pt>
                <c:pt idx="1">
                  <c:v>441</c:v>
                </c:pt>
                <c:pt idx="2">
                  <c:v>335</c:v>
                </c:pt>
                <c:pt idx="3">
                  <c:v>430</c:v>
                </c:pt>
                <c:pt idx="4">
                  <c:v>250</c:v>
                </c:pt>
                <c:pt idx="5">
                  <c:v>335</c:v>
                </c:pt>
                <c:pt idx="6">
                  <c:v>390</c:v>
                </c:pt>
                <c:pt idx="7">
                  <c:v>335</c:v>
                </c:pt>
                <c:pt idx="8">
                  <c:v>463</c:v>
                </c:pt>
                <c:pt idx="9">
                  <c:v>316</c:v>
                </c:pt>
                <c:pt idx="10">
                  <c:v>335</c:v>
                </c:pt>
                <c:pt idx="11">
                  <c:v>300</c:v>
                </c:pt>
                <c:pt idx="12">
                  <c:v>410</c:v>
                </c:pt>
                <c:pt idx="13">
                  <c:v>430</c:v>
                </c:pt>
                <c:pt idx="14">
                  <c:v>351</c:v>
                </c:pt>
                <c:pt idx="15">
                  <c:v>235</c:v>
                </c:pt>
                <c:pt idx="16">
                  <c:v>430</c:v>
                </c:pt>
                <c:pt idx="17">
                  <c:v>300</c:v>
                </c:pt>
                <c:pt idx="18">
                  <c:v>285</c:v>
                </c:pt>
                <c:pt idx="19">
                  <c:v>335</c:v>
                </c:pt>
                <c:pt idx="20">
                  <c:v>300</c:v>
                </c:pt>
                <c:pt idx="21">
                  <c:v>285</c:v>
                </c:pt>
                <c:pt idx="22">
                  <c:v>316</c:v>
                </c:pt>
                <c:pt idx="23">
                  <c:v>410</c:v>
                </c:pt>
                <c:pt idx="24">
                  <c:v>390</c:v>
                </c:pt>
                <c:pt idx="25">
                  <c:v>243</c:v>
                </c:pt>
                <c:pt idx="26">
                  <c:v>316</c:v>
                </c:pt>
                <c:pt idx="27">
                  <c:v>294</c:v>
                </c:pt>
                <c:pt idx="28">
                  <c:v>358</c:v>
                </c:pt>
                <c:pt idx="29">
                  <c:v>335</c:v>
                </c:pt>
                <c:pt idx="30">
                  <c:v>430</c:v>
                </c:pt>
                <c:pt idx="31">
                  <c:v>388</c:v>
                </c:pt>
                <c:pt idx="32">
                  <c:v>430</c:v>
                </c:pt>
                <c:pt idx="33">
                  <c:v>224</c:v>
                </c:pt>
                <c:pt idx="34">
                  <c:v>430</c:v>
                </c:pt>
                <c:pt idx="35">
                  <c:v>390</c:v>
                </c:pt>
                <c:pt idx="36">
                  <c:v>430</c:v>
                </c:pt>
                <c:pt idx="37">
                  <c:v>300</c:v>
                </c:pt>
                <c:pt idx="38">
                  <c:v>294</c:v>
                </c:pt>
                <c:pt idx="39">
                  <c:v>386</c:v>
                </c:pt>
                <c:pt idx="40">
                  <c:v>467</c:v>
                </c:pt>
                <c:pt idx="41">
                  <c:v>430</c:v>
                </c:pt>
                <c:pt idx="42">
                  <c:v>410</c:v>
                </c:pt>
                <c:pt idx="43">
                  <c:v>430</c:v>
                </c:pt>
                <c:pt idx="44">
                  <c:v>283</c:v>
                </c:pt>
                <c:pt idx="45">
                  <c:v>250</c:v>
                </c:pt>
                <c:pt idx="46">
                  <c:v>463</c:v>
                </c:pt>
                <c:pt idx="47">
                  <c:v>420</c:v>
                </c:pt>
                <c:pt idx="48">
                  <c:v>335</c:v>
                </c:pt>
                <c:pt idx="49">
                  <c:v>416</c:v>
                </c:pt>
                <c:pt idx="50">
                  <c:v>467</c:v>
                </c:pt>
                <c:pt idx="51">
                  <c:v>335</c:v>
                </c:pt>
                <c:pt idx="52">
                  <c:v>430</c:v>
                </c:pt>
                <c:pt idx="53">
                  <c:v>285</c:v>
                </c:pt>
                <c:pt idx="54">
                  <c:v>294</c:v>
                </c:pt>
                <c:pt idx="55">
                  <c:v>335</c:v>
                </c:pt>
                <c:pt idx="56">
                  <c:v>316</c:v>
                </c:pt>
                <c:pt idx="57">
                  <c:v>375</c:v>
                </c:pt>
                <c:pt idx="58">
                  <c:v>285</c:v>
                </c:pt>
                <c:pt idx="59">
                  <c:v>430</c:v>
                </c:pt>
                <c:pt idx="60">
                  <c:v>412</c:v>
                </c:pt>
                <c:pt idx="61">
                  <c:v>294</c:v>
                </c:pt>
                <c:pt idx="62">
                  <c:v>463</c:v>
                </c:pt>
                <c:pt idx="63">
                  <c:v>390</c:v>
                </c:pt>
                <c:pt idx="64">
                  <c:v>410</c:v>
                </c:pt>
                <c:pt idx="65">
                  <c:v>311</c:v>
                </c:pt>
                <c:pt idx="66">
                  <c:v>412</c:v>
                </c:pt>
                <c:pt idx="67">
                  <c:v>410</c:v>
                </c:pt>
                <c:pt idx="68">
                  <c:v>335</c:v>
                </c:pt>
                <c:pt idx="69">
                  <c:v>412</c:v>
                </c:pt>
                <c:pt idx="70">
                  <c:v>430</c:v>
                </c:pt>
                <c:pt idx="71">
                  <c:v>335</c:v>
                </c:pt>
                <c:pt idx="72">
                  <c:v>447</c:v>
                </c:pt>
                <c:pt idx="73">
                  <c:v>463</c:v>
                </c:pt>
                <c:pt idx="74">
                  <c:v>430</c:v>
                </c:pt>
                <c:pt idx="75">
                  <c:v>335</c:v>
                </c:pt>
                <c:pt idx="76">
                  <c:v>320</c:v>
                </c:pt>
                <c:pt idx="77">
                  <c:v>335</c:v>
                </c:pt>
                <c:pt idx="78">
                  <c:v>330</c:v>
                </c:pt>
                <c:pt idx="79">
                  <c:v>404</c:v>
                </c:pt>
                <c:pt idx="80">
                  <c:v>430</c:v>
                </c:pt>
                <c:pt idx="81">
                  <c:v>410</c:v>
                </c:pt>
                <c:pt idx="82">
                  <c:v>335</c:v>
                </c:pt>
                <c:pt idx="83">
                  <c:v>290</c:v>
                </c:pt>
                <c:pt idx="84">
                  <c:v>419</c:v>
                </c:pt>
                <c:pt idx="85">
                  <c:v>335</c:v>
                </c:pt>
                <c:pt idx="86">
                  <c:v>285</c:v>
                </c:pt>
                <c:pt idx="87">
                  <c:v>390</c:v>
                </c:pt>
                <c:pt idx="88">
                  <c:v>285</c:v>
                </c:pt>
                <c:pt idx="89">
                  <c:v>250</c:v>
                </c:pt>
                <c:pt idx="90">
                  <c:v>430</c:v>
                </c:pt>
                <c:pt idx="91">
                  <c:v>430</c:v>
                </c:pt>
                <c:pt idx="92">
                  <c:v>335</c:v>
                </c:pt>
                <c:pt idx="93">
                  <c:v>412</c:v>
                </c:pt>
                <c:pt idx="94">
                  <c:v>335</c:v>
                </c:pt>
                <c:pt idx="95">
                  <c:v>300</c:v>
                </c:pt>
                <c:pt idx="96">
                  <c:v>430</c:v>
                </c:pt>
                <c:pt idx="97">
                  <c:v>377</c:v>
                </c:pt>
                <c:pt idx="98">
                  <c:v>382</c:v>
                </c:pt>
                <c:pt idx="99">
                  <c:v>338</c:v>
                </c:pt>
                <c:pt idx="100">
                  <c:v>419</c:v>
                </c:pt>
                <c:pt idx="101">
                  <c:v>375</c:v>
                </c:pt>
                <c:pt idx="102">
                  <c:v>430</c:v>
                </c:pt>
                <c:pt idx="103">
                  <c:v>335</c:v>
                </c:pt>
                <c:pt idx="104">
                  <c:v>375</c:v>
                </c:pt>
                <c:pt idx="105">
                  <c:v>335</c:v>
                </c:pt>
                <c:pt idx="106">
                  <c:v>298</c:v>
                </c:pt>
                <c:pt idx="107">
                  <c:v>350</c:v>
                </c:pt>
                <c:pt idx="108">
                  <c:v>390</c:v>
                </c:pt>
                <c:pt idx="109">
                  <c:v>206</c:v>
                </c:pt>
                <c:pt idx="110">
                  <c:v>335</c:v>
                </c:pt>
                <c:pt idx="111">
                  <c:v>310</c:v>
                </c:pt>
                <c:pt idx="112">
                  <c:v>441</c:v>
                </c:pt>
                <c:pt idx="113">
                  <c:v>430</c:v>
                </c:pt>
                <c:pt idx="114">
                  <c:v>430</c:v>
                </c:pt>
                <c:pt idx="115">
                  <c:v>405</c:v>
                </c:pt>
                <c:pt idx="116">
                  <c:v>390</c:v>
                </c:pt>
                <c:pt idx="117">
                  <c:v>430</c:v>
                </c:pt>
                <c:pt idx="118">
                  <c:v>515</c:v>
                </c:pt>
                <c:pt idx="119">
                  <c:v>316</c:v>
                </c:pt>
                <c:pt idx="120">
                  <c:v>280</c:v>
                </c:pt>
                <c:pt idx="121">
                  <c:v>395</c:v>
                </c:pt>
                <c:pt idx="122">
                  <c:v>423</c:v>
                </c:pt>
                <c:pt idx="123">
                  <c:v>290</c:v>
                </c:pt>
                <c:pt idx="124">
                  <c:v>350</c:v>
                </c:pt>
                <c:pt idx="125">
                  <c:v>585</c:v>
                </c:pt>
                <c:pt idx="126">
                  <c:v>300</c:v>
                </c:pt>
                <c:pt idx="127">
                  <c:v>410</c:v>
                </c:pt>
                <c:pt idx="128">
                  <c:v>463</c:v>
                </c:pt>
                <c:pt idx="129">
                  <c:v>300</c:v>
                </c:pt>
                <c:pt idx="130">
                  <c:v>410</c:v>
                </c:pt>
                <c:pt idx="131">
                  <c:v>335</c:v>
                </c:pt>
                <c:pt idx="132">
                  <c:v>294</c:v>
                </c:pt>
                <c:pt idx="133">
                  <c:v>316</c:v>
                </c:pt>
                <c:pt idx="134">
                  <c:v>450</c:v>
                </c:pt>
                <c:pt idx="135">
                  <c:v>442</c:v>
                </c:pt>
                <c:pt idx="136">
                  <c:v>410</c:v>
                </c:pt>
                <c:pt idx="137">
                  <c:v>318</c:v>
                </c:pt>
                <c:pt idx="138">
                  <c:v>309</c:v>
                </c:pt>
                <c:pt idx="139">
                  <c:v>410</c:v>
                </c:pt>
                <c:pt idx="140">
                  <c:v>239</c:v>
                </c:pt>
                <c:pt idx="141">
                  <c:v>410</c:v>
                </c:pt>
                <c:pt idx="142">
                  <c:v>400</c:v>
                </c:pt>
                <c:pt idx="143">
                  <c:v>300</c:v>
                </c:pt>
                <c:pt idx="144">
                  <c:v>335</c:v>
                </c:pt>
                <c:pt idx="145">
                  <c:v>410</c:v>
                </c:pt>
                <c:pt idx="146">
                  <c:v>250</c:v>
                </c:pt>
                <c:pt idx="147">
                  <c:v>335</c:v>
                </c:pt>
                <c:pt idx="148">
                  <c:v>309</c:v>
                </c:pt>
                <c:pt idx="149">
                  <c:v>463</c:v>
                </c:pt>
                <c:pt idx="150">
                  <c:v>257</c:v>
                </c:pt>
                <c:pt idx="151">
                  <c:v>430</c:v>
                </c:pt>
                <c:pt idx="152">
                  <c:v>335</c:v>
                </c:pt>
                <c:pt idx="153">
                  <c:v>285</c:v>
                </c:pt>
                <c:pt idx="154">
                  <c:v>465</c:v>
                </c:pt>
                <c:pt idx="155">
                  <c:v>430</c:v>
                </c:pt>
                <c:pt idx="156">
                  <c:v>311</c:v>
                </c:pt>
                <c:pt idx="157">
                  <c:v>400</c:v>
                </c:pt>
                <c:pt idx="158">
                  <c:v>410</c:v>
                </c:pt>
                <c:pt idx="159">
                  <c:v>290</c:v>
                </c:pt>
                <c:pt idx="160">
                  <c:v>335</c:v>
                </c:pt>
                <c:pt idx="161">
                  <c:v>335</c:v>
                </c:pt>
                <c:pt idx="162">
                  <c:v>335</c:v>
                </c:pt>
                <c:pt idx="163">
                  <c:v>373</c:v>
                </c:pt>
                <c:pt idx="164">
                  <c:v>412</c:v>
                </c:pt>
                <c:pt idx="165">
                  <c:v>430</c:v>
                </c:pt>
                <c:pt idx="166">
                  <c:v>331</c:v>
                </c:pt>
                <c:pt idx="167">
                  <c:v>280</c:v>
                </c:pt>
                <c:pt idx="168">
                  <c:v>335</c:v>
                </c:pt>
                <c:pt idx="169">
                  <c:v>335</c:v>
                </c:pt>
                <c:pt idx="170">
                  <c:v>300</c:v>
                </c:pt>
                <c:pt idx="171">
                  <c:v>300</c:v>
                </c:pt>
                <c:pt idx="172">
                  <c:v>430</c:v>
                </c:pt>
                <c:pt idx="173">
                  <c:v>335</c:v>
                </c:pt>
                <c:pt idx="174">
                  <c:v>300</c:v>
                </c:pt>
                <c:pt idx="175">
                  <c:v>430</c:v>
                </c:pt>
                <c:pt idx="176">
                  <c:v>285</c:v>
                </c:pt>
                <c:pt idx="177">
                  <c:v>430</c:v>
                </c:pt>
                <c:pt idx="178">
                  <c:v>410</c:v>
                </c:pt>
                <c:pt idx="179">
                  <c:v>530</c:v>
                </c:pt>
                <c:pt idx="180">
                  <c:v>430</c:v>
                </c:pt>
                <c:pt idx="181">
                  <c:v>285</c:v>
                </c:pt>
                <c:pt idx="182">
                  <c:v>257</c:v>
                </c:pt>
                <c:pt idx="183">
                  <c:v>294</c:v>
                </c:pt>
                <c:pt idx="184">
                  <c:v>290</c:v>
                </c:pt>
                <c:pt idx="185">
                  <c:v>412</c:v>
                </c:pt>
                <c:pt idx="186">
                  <c:v>463</c:v>
                </c:pt>
                <c:pt idx="187">
                  <c:v>386</c:v>
                </c:pt>
                <c:pt idx="188">
                  <c:v>430</c:v>
                </c:pt>
                <c:pt idx="189">
                  <c:v>294</c:v>
                </c:pt>
                <c:pt idx="190">
                  <c:v>390</c:v>
                </c:pt>
                <c:pt idx="191">
                  <c:v>530</c:v>
                </c:pt>
                <c:pt idx="192">
                  <c:v>351</c:v>
                </c:pt>
                <c:pt idx="193">
                  <c:v>335</c:v>
                </c:pt>
                <c:pt idx="194">
                  <c:v>285</c:v>
                </c:pt>
                <c:pt idx="195">
                  <c:v>335</c:v>
                </c:pt>
                <c:pt idx="196">
                  <c:v>412</c:v>
                </c:pt>
                <c:pt idx="197">
                  <c:v>316</c:v>
                </c:pt>
                <c:pt idx="198">
                  <c:v>300</c:v>
                </c:pt>
                <c:pt idx="199">
                  <c:v>316</c:v>
                </c:pt>
                <c:pt idx="200">
                  <c:v>410</c:v>
                </c:pt>
                <c:pt idx="201">
                  <c:v>460</c:v>
                </c:pt>
                <c:pt idx="202">
                  <c:v>335</c:v>
                </c:pt>
                <c:pt idx="203">
                  <c:v>430</c:v>
                </c:pt>
                <c:pt idx="204">
                  <c:v>390</c:v>
                </c:pt>
                <c:pt idx="205">
                  <c:v>412</c:v>
                </c:pt>
                <c:pt idx="206">
                  <c:v>335</c:v>
                </c:pt>
                <c:pt idx="207">
                  <c:v>311</c:v>
                </c:pt>
                <c:pt idx="208">
                  <c:v>463</c:v>
                </c:pt>
                <c:pt idx="209">
                  <c:v>335</c:v>
                </c:pt>
                <c:pt idx="210">
                  <c:v>324</c:v>
                </c:pt>
                <c:pt idx="211">
                  <c:v>412</c:v>
                </c:pt>
                <c:pt idx="212">
                  <c:v>335</c:v>
                </c:pt>
                <c:pt idx="213">
                  <c:v>375</c:v>
                </c:pt>
                <c:pt idx="214">
                  <c:v>390</c:v>
                </c:pt>
                <c:pt idx="215">
                  <c:v>430</c:v>
                </c:pt>
                <c:pt idx="216">
                  <c:v>375</c:v>
                </c:pt>
                <c:pt idx="217">
                  <c:v>441</c:v>
                </c:pt>
                <c:pt idx="218">
                  <c:v>430</c:v>
                </c:pt>
                <c:pt idx="219">
                  <c:v>410</c:v>
                </c:pt>
              </c:numCache>
            </c:numRef>
          </c:xVal>
          <c:yVal>
            <c:numRef>
              <c:f>'Chart Data'!$F$2:$F$221</c:f>
              <c:numCache>
                <c:formatCode>0</c:formatCode>
                <c:ptCount val="220"/>
                <c:pt idx="0">
                  <c:v>288</c:v>
                </c:pt>
                <c:pt idx="1">
                  <c:v>307</c:v>
                </c:pt>
                <c:pt idx="2">
                  <c:v>225</c:v>
                </c:pt>
                <c:pt idx="3">
                  <c:v>242</c:v>
                </c:pt>
                <c:pt idx="4">
                  <c:v>199</c:v>
                </c:pt>
                <c:pt idx="5">
                  <c:v>213</c:v>
                </c:pt>
                <c:pt idx="6">
                  <c:v>264</c:v>
                </c:pt>
                <c:pt idx="7">
                  <c:v>211</c:v>
                </c:pt>
                <c:pt idx="8">
                  <c:v>279</c:v>
                </c:pt>
                <c:pt idx="9">
                  <c:v>223</c:v>
                </c:pt>
                <c:pt idx="10">
                  <c:v>225</c:v>
                </c:pt>
                <c:pt idx="11">
                  <c:v>219</c:v>
                </c:pt>
                <c:pt idx="12">
                  <c:v>227</c:v>
                </c:pt>
                <c:pt idx="13">
                  <c:v>237</c:v>
                </c:pt>
                <c:pt idx="14">
                  <c:v>251</c:v>
                </c:pt>
                <c:pt idx="15">
                  <c:v>265</c:v>
                </c:pt>
                <c:pt idx="16">
                  <c:v>239</c:v>
                </c:pt>
                <c:pt idx="17">
                  <c:v>207</c:v>
                </c:pt>
                <c:pt idx="18">
                  <c:v>348</c:v>
                </c:pt>
                <c:pt idx="19">
                  <c:v>208</c:v>
                </c:pt>
                <c:pt idx="20">
                  <c:v>222</c:v>
                </c:pt>
                <c:pt idx="21">
                  <c:v>249</c:v>
                </c:pt>
                <c:pt idx="22">
                  <c:v>223</c:v>
                </c:pt>
                <c:pt idx="23">
                  <c:v>248</c:v>
                </c:pt>
                <c:pt idx="24">
                  <c:v>268</c:v>
                </c:pt>
                <c:pt idx="25">
                  <c:v>211</c:v>
                </c:pt>
                <c:pt idx="26">
                  <c:v>214</c:v>
                </c:pt>
                <c:pt idx="27">
                  <c:v>214</c:v>
                </c:pt>
                <c:pt idx="28">
                  <c:v>280</c:v>
                </c:pt>
                <c:pt idx="29">
                  <c:v>225</c:v>
                </c:pt>
                <c:pt idx="30">
                  <c:v>241</c:v>
                </c:pt>
                <c:pt idx="31">
                  <c:v>258</c:v>
                </c:pt>
                <c:pt idx="32">
                  <c:v>237</c:v>
                </c:pt>
                <c:pt idx="33">
                  <c:v>249</c:v>
                </c:pt>
                <c:pt idx="34">
                  <c:v>247</c:v>
                </c:pt>
                <c:pt idx="35">
                  <c:v>259</c:v>
                </c:pt>
                <c:pt idx="36">
                  <c:v>237</c:v>
                </c:pt>
                <c:pt idx="37">
                  <c:v>211</c:v>
                </c:pt>
                <c:pt idx="38">
                  <c:v>228</c:v>
                </c:pt>
                <c:pt idx="39">
                  <c:v>305</c:v>
                </c:pt>
                <c:pt idx="40">
                  <c:v>347</c:v>
                </c:pt>
                <c:pt idx="41">
                  <c:v>237</c:v>
                </c:pt>
                <c:pt idx="42">
                  <c:v>244</c:v>
                </c:pt>
                <c:pt idx="43">
                  <c:v>235</c:v>
                </c:pt>
                <c:pt idx="44">
                  <c:v>197</c:v>
                </c:pt>
                <c:pt idx="45">
                  <c:v>234</c:v>
                </c:pt>
                <c:pt idx="46">
                  <c:v>279</c:v>
                </c:pt>
                <c:pt idx="47">
                  <c:v>327</c:v>
                </c:pt>
                <c:pt idx="48">
                  <c:v>219</c:v>
                </c:pt>
                <c:pt idx="49">
                  <c:v>307</c:v>
                </c:pt>
                <c:pt idx="50">
                  <c:v>338</c:v>
                </c:pt>
                <c:pt idx="51">
                  <c:v>199</c:v>
                </c:pt>
                <c:pt idx="52">
                  <c:v>242</c:v>
                </c:pt>
                <c:pt idx="53">
                  <c:v>348</c:v>
                </c:pt>
                <c:pt idx="54">
                  <c:v>207</c:v>
                </c:pt>
                <c:pt idx="55">
                  <c:v>222</c:v>
                </c:pt>
                <c:pt idx="56">
                  <c:v>214</c:v>
                </c:pt>
                <c:pt idx="57">
                  <c:v>192</c:v>
                </c:pt>
                <c:pt idx="58">
                  <c:v>249</c:v>
                </c:pt>
                <c:pt idx="59">
                  <c:v>246</c:v>
                </c:pt>
                <c:pt idx="60">
                  <c:v>232</c:v>
                </c:pt>
                <c:pt idx="61">
                  <c:v>213</c:v>
                </c:pt>
                <c:pt idx="62">
                  <c:v>279</c:v>
                </c:pt>
                <c:pt idx="63">
                  <c:v>264</c:v>
                </c:pt>
                <c:pt idx="64">
                  <c:v>235</c:v>
                </c:pt>
                <c:pt idx="65">
                  <c:v>270</c:v>
                </c:pt>
                <c:pt idx="66">
                  <c:v>379</c:v>
                </c:pt>
                <c:pt idx="67">
                  <c:v>241</c:v>
                </c:pt>
                <c:pt idx="68">
                  <c:v>222</c:v>
                </c:pt>
                <c:pt idx="69">
                  <c:v>379</c:v>
                </c:pt>
                <c:pt idx="70">
                  <c:v>232</c:v>
                </c:pt>
                <c:pt idx="71">
                  <c:v>212</c:v>
                </c:pt>
                <c:pt idx="72">
                  <c:v>72</c:v>
                </c:pt>
                <c:pt idx="73">
                  <c:v>270</c:v>
                </c:pt>
                <c:pt idx="74">
                  <c:v>229</c:v>
                </c:pt>
                <c:pt idx="75">
                  <c:v>213</c:v>
                </c:pt>
                <c:pt idx="76">
                  <c:v>262</c:v>
                </c:pt>
                <c:pt idx="77">
                  <c:v>207</c:v>
                </c:pt>
                <c:pt idx="78">
                  <c:v>208</c:v>
                </c:pt>
                <c:pt idx="79">
                  <c:v>299</c:v>
                </c:pt>
                <c:pt idx="80">
                  <c:v>234</c:v>
                </c:pt>
                <c:pt idx="81">
                  <c:v>276</c:v>
                </c:pt>
                <c:pt idx="82">
                  <c:v>207</c:v>
                </c:pt>
                <c:pt idx="83">
                  <c:v>199</c:v>
                </c:pt>
                <c:pt idx="84">
                  <c:v>239</c:v>
                </c:pt>
                <c:pt idx="85">
                  <c:v>199</c:v>
                </c:pt>
                <c:pt idx="86">
                  <c:v>249</c:v>
                </c:pt>
                <c:pt idx="87">
                  <c:v>268</c:v>
                </c:pt>
                <c:pt idx="88">
                  <c:v>249</c:v>
                </c:pt>
                <c:pt idx="89">
                  <c:v>229</c:v>
                </c:pt>
                <c:pt idx="90">
                  <c:v>237</c:v>
                </c:pt>
                <c:pt idx="91">
                  <c:v>243</c:v>
                </c:pt>
                <c:pt idx="92">
                  <c:v>208</c:v>
                </c:pt>
                <c:pt idx="93">
                  <c:v>379</c:v>
                </c:pt>
                <c:pt idx="94">
                  <c:v>207</c:v>
                </c:pt>
                <c:pt idx="95">
                  <c:v>215</c:v>
                </c:pt>
                <c:pt idx="96">
                  <c:v>235</c:v>
                </c:pt>
                <c:pt idx="97">
                  <c:v>342</c:v>
                </c:pt>
                <c:pt idx="98">
                  <c:v>245</c:v>
                </c:pt>
                <c:pt idx="99">
                  <c:v>347</c:v>
                </c:pt>
                <c:pt idx="100">
                  <c:v>319</c:v>
                </c:pt>
                <c:pt idx="101">
                  <c:v>299</c:v>
                </c:pt>
                <c:pt idx="102">
                  <c:v>235</c:v>
                </c:pt>
                <c:pt idx="103">
                  <c:v>213</c:v>
                </c:pt>
                <c:pt idx="104">
                  <c:v>192</c:v>
                </c:pt>
                <c:pt idx="105">
                  <c:v>208</c:v>
                </c:pt>
                <c:pt idx="106">
                  <c:v>304</c:v>
                </c:pt>
                <c:pt idx="107">
                  <c:v>196</c:v>
                </c:pt>
                <c:pt idx="108">
                  <c:v>259</c:v>
                </c:pt>
                <c:pt idx="109">
                  <c:v>265</c:v>
                </c:pt>
                <c:pt idx="110">
                  <c:v>226</c:v>
                </c:pt>
                <c:pt idx="111">
                  <c:v>195</c:v>
                </c:pt>
                <c:pt idx="112">
                  <c:v>275</c:v>
                </c:pt>
                <c:pt idx="113">
                  <c:v>237</c:v>
                </c:pt>
                <c:pt idx="114">
                  <c:v>247</c:v>
                </c:pt>
                <c:pt idx="115">
                  <c:v>354</c:v>
                </c:pt>
                <c:pt idx="116">
                  <c:v>264</c:v>
                </c:pt>
                <c:pt idx="117">
                  <c:v>237</c:v>
                </c:pt>
                <c:pt idx="118">
                  <c:v>370</c:v>
                </c:pt>
                <c:pt idx="119">
                  <c:v>212</c:v>
                </c:pt>
                <c:pt idx="120">
                  <c:v>211</c:v>
                </c:pt>
                <c:pt idx="121">
                  <c:v>231</c:v>
                </c:pt>
                <c:pt idx="122">
                  <c:v>347</c:v>
                </c:pt>
                <c:pt idx="123">
                  <c:v>199</c:v>
                </c:pt>
                <c:pt idx="124">
                  <c:v>192</c:v>
                </c:pt>
                <c:pt idx="125">
                  <c:v>330</c:v>
                </c:pt>
                <c:pt idx="126">
                  <c:v>205</c:v>
                </c:pt>
                <c:pt idx="127">
                  <c:v>247</c:v>
                </c:pt>
                <c:pt idx="128">
                  <c:v>279</c:v>
                </c:pt>
                <c:pt idx="129">
                  <c:v>229</c:v>
                </c:pt>
                <c:pt idx="130">
                  <c:v>243</c:v>
                </c:pt>
                <c:pt idx="131">
                  <c:v>222</c:v>
                </c:pt>
                <c:pt idx="132">
                  <c:v>237</c:v>
                </c:pt>
                <c:pt idx="133">
                  <c:v>212</c:v>
                </c:pt>
                <c:pt idx="134">
                  <c:v>397</c:v>
                </c:pt>
                <c:pt idx="135">
                  <c:v>329</c:v>
                </c:pt>
                <c:pt idx="136">
                  <c:v>232</c:v>
                </c:pt>
                <c:pt idx="137">
                  <c:v>329</c:v>
                </c:pt>
                <c:pt idx="138">
                  <c:v>213</c:v>
                </c:pt>
                <c:pt idx="139">
                  <c:v>234</c:v>
                </c:pt>
                <c:pt idx="140">
                  <c:v>255</c:v>
                </c:pt>
                <c:pt idx="141">
                  <c:v>248</c:v>
                </c:pt>
                <c:pt idx="142">
                  <c:v>322</c:v>
                </c:pt>
                <c:pt idx="143">
                  <c:v>208</c:v>
                </c:pt>
                <c:pt idx="144">
                  <c:v>199</c:v>
                </c:pt>
                <c:pt idx="145">
                  <c:v>239</c:v>
                </c:pt>
                <c:pt idx="146">
                  <c:v>229</c:v>
                </c:pt>
                <c:pt idx="147">
                  <c:v>199</c:v>
                </c:pt>
                <c:pt idx="148">
                  <c:v>207</c:v>
                </c:pt>
                <c:pt idx="149">
                  <c:v>279</c:v>
                </c:pt>
                <c:pt idx="150">
                  <c:v>216</c:v>
                </c:pt>
                <c:pt idx="151">
                  <c:v>242</c:v>
                </c:pt>
                <c:pt idx="152">
                  <c:v>222</c:v>
                </c:pt>
                <c:pt idx="153">
                  <c:v>249</c:v>
                </c:pt>
                <c:pt idx="154">
                  <c:v>327</c:v>
                </c:pt>
                <c:pt idx="155">
                  <c:v>235</c:v>
                </c:pt>
                <c:pt idx="156">
                  <c:v>270</c:v>
                </c:pt>
                <c:pt idx="157">
                  <c:v>322</c:v>
                </c:pt>
                <c:pt idx="158">
                  <c:v>234</c:v>
                </c:pt>
                <c:pt idx="159">
                  <c:v>199</c:v>
                </c:pt>
                <c:pt idx="160">
                  <c:v>211</c:v>
                </c:pt>
                <c:pt idx="161">
                  <c:v>207</c:v>
                </c:pt>
                <c:pt idx="162">
                  <c:v>221</c:v>
                </c:pt>
                <c:pt idx="163">
                  <c:v>246</c:v>
                </c:pt>
                <c:pt idx="164">
                  <c:v>273</c:v>
                </c:pt>
                <c:pt idx="165">
                  <c:v>237</c:v>
                </c:pt>
                <c:pt idx="166">
                  <c:v>224</c:v>
                </c:pt>
                <c:pt idx="167">
                  <c:v>261</c:v>
                </c:pt>
                <c:pt idx="168">
                  <c:v>213</c:v>
                </c:pt>
                <c:pt idx="169">
                  <c:v>213</c:v>
                </c:pt>
                <c:pt idx="170">
                  <c:v>208</c:v>
                </c:pt>
                <c:pt idx="171">
                  <c:v>207</c:v>
                </c:pt>
                <c:pt idx="172">
                  <c:v>248</c:v>
                </c:pt>
                <c:pt idx="173">
                  <c:v>225</c:v>
                </c:pt>
                <c:pt idx="174">
                  <c:v>213</c:v>
                </c:pt>
                <c:pt idx="175">
                  <c:v>248</c:v>
                </c:pt>
                <c:pt idx="176">
                  <c:v>348</c:v>
                </c:pt>
                <c:pt idx="177">
                  <c:v>247</c:v>
                </c:pt>
                <c:pt idx="178">
                  <c:v>243</c:v>
                </c:pt>
                <c:pt idx="179">
                  <c:v>370</c:v>
                </c:pt>
                <c:pt idx="180">
                  <c:v>243</c:v>
                </c:pt>
                <c:pt idx="181">
                  <c:v>249</c:v>
                </c:pt>
                <c:pt idx="182">
                  <c:v>200</c:v>
                </c:pt>
                <c:pt idx="183">
                  <c:v>213</c:v>
                </c:pt>
                <c:pt idx="184">
                  <c:v>218</c:v>
                </c:pt>
                <c:pt idx="185">
                  <c:v>379</c:v>
                </c:pt>
                <c:pt idx="186">
                  <c:v>279</c:v>
                </c:pt>
                <c:pt idx="187">
                  <c:v>276</c:v>
                </c:pt>
                <c:pt idx="188">
                  <c:v>231</c:v>
                </c:pt>
                <c:pt idx="189">
                  <c:v>216</c:v>
                </c:pt>
                <c:pt idx="190">
                  <c:v>264</c:v>
                </c:pt>
                <c:pt idx="191">
                  <c:v>370</c:v>
                </c:pt>
                <c:pt idx="192">
                  <c:v>251</c:v>
                </c:pt>
                <c:pt idx="193">
                  <c:v>222</c:v>
                </c:pt>
                <c:pt idx="194">
                  <c:v>249</c:v>
                </c:pt>
                <c:pt idx="195">
                  <c:v>213</c:v>
                </c:pt>
                <c:pt idx="196">
                  <c:v>227</c:v>
                </c:pt>
                <c:pt idx="197">
                  <c:v>228</c:v>
                </c:pt>
                <c:pt idx="198">
                  <c:v>198</c:v>
                </c:pt>
                <c:pt idx="199">
                  <c:v>212</c:v>
                </c:pt>
                <c:pt idx="200">
                  <c:v>247</c:v>
                </c:pt>
                <c:pt idx="201">
                  <c:v>343</c:v>
                </c:pt>
                <c:pt idx="202">
                  <c:v>199</c:v>
                </c:pt>
                <c:pt idx="203">
                  <c:v>234</c:v>
                </c:pt>
                <c:pt idx="204">
                  <c:v>259</c:v>
                </c:pt>
                <c:pt idx="205">
                  <c:v>379</c:v>
                </c:pt>
                <c:pt idx="206">
                  <c:v>230</c:v>
                </c:pt>
                <c:pt idx="207">
                  <c:v>270</c:v>
                </c:pt>
                <c:pt idx="208">
                  <c:v>270</c:v>
                </c:pt>
                <c:pt idx="209">
                  <c:v>208</c:v>
                </c:pt>
                <c:pt idx="210">
                  <c:v>234</c:v>
                </c:pt>
                <c:pt idx="211">
                  <c:v>379</c:v>
                </c:pt>
                <c:pt idx="212">
                  <c:v>207</c:v>
                </c:pt>
                <c:pt idx="213">
                  <c:v>196</c:v>
                </c:pt>
                <c:pt idx="214">
                  <c:v>259</c:v>
                </c:pt>
                <c:pt idx="215">
                  <c:v>242</c:v>
                </c:pt>
                <c:pt idx="216">
                  <c:v>196</c:v>
                </c:pt>
                <c:pt idx="217">
                  <c:v>275</c:v>
                </c:pt>
                <c:pt idx="218">
                  <c:v>242</c:v>
                </c:pt>
                <c:pt idx="219">
                  <c:v>248</c:v>
                </c:pt>
              </c:numCache>
            </c:numRef>
          </c:yVal>
        </c:ser>
        <c:dLbls>
          <c:numFmt formatCode="0" sourceLinked="0"/>
          <c:txPr>
            <a:bodyPr xmlns:a="http://schemas.openxmlformats.org/drawingml/2006/main" anchorCtr="1"/>
            <a:lstStyle xmlns:a="http://schemas.openxmlformats.org/drawingml/2006/main"/>
            <a:p xmlns:a="http://schemas.openxmlformats.org/drawingml/2006/main">
              <a:pPr>
                <a:defRPr sz="1575" b="1">
                  <a:solidFill>
                    <a:srgbClr val="17363A"/>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scaling>
        <c:delete val="0"/>
        <c:axPos val="l"/>
        <c:majorGridlines>
          <c:spPr>
            <a:ln xmlns:a="http://schemas.openxmlformats.org/drawingml/2006/main" w="9525">
              <a:solidFill>
                <a:srgbClr val="DCE6E5"/>
              </a:solidFill>
            </a:ln>
          </c:spPr>
        </c:majorGridlines>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CO₂ déclaré (g/km)</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50112"/>
      </c:valAx>
      <c:val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Puissance maximale (kW)</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General"/>
        <c:majorTickMark val="none"/>
        <c:minorTickMark val="none"/>
        <c:spPr>
          <a:ln xmlns:a="http://schemas.openxmlformats.org/drawingml/2006/main" w="9525">
            <a:solidFill>
              <a:srgbClr val="DCE6E5"/>
            </a:solid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72768"/>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5A6E71"/>
              </a:solidFill>
              <a:latin typeface="Arial"/>
              <a:ea typeface="Arial"/>
              <a:cs typeface="Arial"/>
            </a:defRPr>
          </a:pPr>
        </a:p>
      </c:txPr>
    </c:legend>
    <c:plotVisOnly val="1"/>
  </c:chart>
  <c:spPr>
    <a:noFill xmlns:a="http://schemas.openxmlformats.org/drawingml/2006/mai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Écart-type brut</c:v>
          </c:tx>
          <c:spPr>
            <a:solidFill xmlns:a="http://schemas.openxmlformats.org/drawingml/2006/main">
              <a:srgbClr val="5A6E71"/>
            </a:solidFill>
          </c:spPr>
          <c:invertIfNegative val="0"/>
          <c:cat>
            <c:strRef>
              <c:f>'Chart Data'!$A$2:$A$4</c:f>
              <c:strCache>
                <c:ptCount val="3"/>
                <c:pt idx="0">
                  <c:v>Puissance</c:v>
                </c:pt>
                <c:pt idx="1">
                  <c:v>Masse</c:v>
                </c:pt>
                <c:pt idx="2">
                  <c:v>CO₂</c:v>
                </c:pt>
              </c:strCache>
            </c:strRef>
          </c:cat>
          <c:val>
            <c:numRef>
              <c:f>'Chart Data'!$B$2:$B$4</c:f>
              <c:numCache>
                <c:formatCode>0.0</c:formatCode>
                <c:ptCount val="3"/>
                <c:pt idx="0">
                  <c:v>80.1118311923</c:v>
                </c:pt>
                <c:pt idx="1">
                  <c:v>371.707315384</c:v>
                </c:pt>
                <c:pt idx="2">
                  <c:v>44.2464188197</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575" b="1">
                  <a:solidFill>
                    <a:srgbClr val="17363A"/>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title>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CE6E5"/>
            </a:solid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9525">
              <a:solidFill>
                <a:srgbClr val="DCE6E5"/>
              </a:solidFill>
            </a:ln>
          </c:spPr>
        </c:majorGridlines>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Écart-type, unités propres</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50112"/>
        <c:crossBetween val="between"/>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Écart-type standardisé</c:v>
          </c:tx>
          <c:spPr>
            <a:solidFill xmlns:a="http://schemas.openxmlformats.org/drawingml/2006/main">
              <a:srgbClr val="008C85"/>
            </a:solidFill>
          </c:spPr>
          <c:invertIfNegative val="0"/>
          <c:cat>
            <c:strRef>
              <c:f>'Chart Data'!$A$2:$A$4</c:f>
              <c:strCache>
                <c:ptCount val="3"/>
                <c:pt idx="0">
                  <c:v>Puissance</c:v>
                </c:pt>
                <c:pt idx="1">
                  <c:v>Masse</c:v>
                </c:pt>
                <c:pt idx="2">
                  <c:v>CO₂</c:v>
                </c:pt>
              </c:strCache>
            </c:strRef>
          </c:cat>
          <c:val>
            <c:numRef>
              <c:f>'Chart Data'!$B$2:$B$4</c:f>
              <c:numCache>
                <c:formatCode>0.0</c:formatCode>
                <c:ptCount val="3"/>
                <c:pt idx="0">
                  <c:v>1</c:v>
                </c:pt>
                <c:pt idx="1">
                  <c:v>1</c:v>
                </c:pt>
                <c:pt idx="2">
                  <c:v>1</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575" b="1">
                  <a:solidFill>
                    <a:srgbClr val="17363A"/>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title>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CE6E5"/>
            </a:solid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72768"/>
      </c:catAx>
      <c:valAx>
        <c:axId val="48672768"/>
        <c:scaling>
          <c:orientation val="minMax"/>
          <c:max val="1.3"/>
          <c:min val="0"/>
        </c:scaling>
        <c:delete val="0"/>
        <c:axPos val="l"/>
        <c:majorGridlines>
          <c:spPr>
            <a:ln xmlns:a="http://schemas.openxmlformats.org/drawingml/2006/main" w="9525">
              <a:solidFill>
                <a:srgbClr val="DCE6E5"/>
              </a:solidFill>
            </a:ln>
          </c:spPr>
        </c:majorGridlines>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Écart-type, sans unité</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50112"/>
        <c:crossBetween val="between"/>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scatterChart>
        <c:scatterStyle val="marker"/>
        <c:varyColors val="0"/>
        <c:ser>
          <c:idx val="0"/>
          <c:order val="0"/>
          <c:tx>
            <c:v>C0</c:v>
          </c:tx>
          <c:spPr>
            <a:ln xmlns:a="http://schemas.openxmlformats.org/drawingml/2006/main" w="0">
              <a:noFill/>
            </a:ln>
          </c:spPr>
          <c:marker>
            <c:symbol val="circle"/>
            <c:size val="4"/>
            <c:spPr>
              <a:solidFill xmlns:a="http://schemas.openxmlformats.org/drawingml/2006/main">
                <a:srgbClr val="008C85"/>
              </a:solidFill>
            </c:spPr>
          </c:marker>
          <c:xVal>
            <c:numRef>
              <c:f>'Chart Data'!$A$2:$A$221</c:f>
              <c:numCache>
                <c:formatCode>General</c:formatCode>
                <c:ptCount val="220"/>
                <c:pt idx="0">
                  <c:v>-1.07456431516</c:v>
                </c:pt>
                <c:pt idx="1">
                  <c:v>-0.138373007534</c:v>
                </c:pt>
                <c:pt idx="2">
                  <c:v>-0.263198515217</c:v>
                </c:pt>
                <c:pt idx="3">
                  <c:v>-0.263198515217</c:v>
                </c:pt>
                <c:pt idx="4">
                  <c:v>-1.03711666285</c:v>
                </c:pt>
                <c:pt idx="5">
                  <c:v>-1.03711666285</c:v>
                </c:pt>
                <c:pt idx="6">
                  <c:v>-0.3880240229</c:v>
                </c:pt>
                <c:pt idx="7">
                  <c:v>-0.3880240229</c:v>
                </c:pt>
                <c:pt idx="8">
                  <c:v>-0.575262284424</c:v>
                </c:pt>
                <c:pt idx="9">
                  <c:v>-0.700087792107</c:v>
                </c:pt>
                <c:pt idx="10">
                  <c:v>-0.999669010547</c:v>
                </c:pt>
                <c:pt idx="11">
                  <c:v>-0.82491329979</c:v>
                </c:pt>
                <c:pt idx="12">
                  <c:v>-0.575262284424</c:v>
                </c:pt>
                <c:pt idx="13">
                  <c:v>-0.3880240229</c:v>
                </c:pt>
                <c:pt idx="14">
                  <c:v>-0.537814632119</c:v>
                </c:pt>
                <c:pt idx="15">
                  <c:v>-0.200785761375</c:v>
                </c:pt>
                <c:pt idx="16">
                  <c:v>-0.263198515217</c:v>
                </c:pt>
                <c:pt idx="17">
                  <c:v>-0.0759602536924</c:v>
                </c:pt>
                <c:pt idx="18">
                  <c:v>-0.812430749022</c:v>
                </c:pt>
                <c:pt idx="19">
                  <c:v>0.111278007832</c:v>
                </c:pt>
                <c:pt idx="20">
                  <c:v>0.0488652539907</c:v>
                </c:pt>
                <c:pt idx="21">
                  <c:v>-0.812430749022</c:v>
                </c:pt>
                <c:pt idx="22">
                  <c:v>-0.138373007534</c:v>
                </c:pt>
                <c:pt idx="23">
                  <c:v>0.0488652539907</c:v>
                </c:pt>
                <c:pt idx="24">
                  <c:v>-0.575262284424</c:v>
                </c:pt>
                <c:pt idx="25">
                  <c:v>-0.138373007534</c:v>
                </c:pt>
                <c:pt idx="26">
                  <c:v>-0.263198515217</c:v>
                </c:pt>
                <c:pt idx="27">
                  <c:v>0.111278007832</c:v>
                </c:pt>
                <c:pt idx="28">
                  <c:v>-0.0759602536924</c:v>
                </c:pt>
                <c:pt idx="29">
                  <c:v>-0.762500545949</c:v>
                </c:pt>
                <c:pt idx="30">
                  <c:v>-1.136977069</c:v>
                </c:pt>
                <c:pt idx="31">
                  <c:v>-0.308135697983</c:v>
                </c:pt>
                <c:pt idx="32">
                  <c:v>-0.575262284424</c:v>
                </c:pt>
                <c:pt idx="33">
                  <c:v>1.48435859235</c:v>
                </c:pt>
                <c:pt idx="34">
                  <c:v>-0.999669010547</c:v>
                </c:pt>
                <c:pt idx="35">
                  <c:v>-0.308135697983</c:v>
                </c:pt>
                <c:pt idx="36">
                  <c:v>-0.263198515217</c:v>
                </c:pt>
                <c:pt idx="37">
                  <c:v>0.111278007832</c:v>
                </c:pt>
                <c:pt idx="38">
                  <c:v>0.0114176016858</c:v>
                </c:pt>
                <c:pt idx="39">
                  <c:v>-0.575262284424</c:v>
                </c:pt>
                <c:pt idx="40">
                  <c:v>-0.762500545949</c:v>
                </c:pt>
                <c:pt idx="41">
                  <c:v>0.0488652539907</c:v>
                </c:pt>
                <c:pt idx="42">
                  <c:v>-0.450436776741</c:v>
                </c:pt>
                <c:pt idx="43">
                  <c:v>-0.138373007534</c:v>
                </c:pt>
                <c:pt idx="44">
                  <c:v>-0.725052893644</c:v>
                </c:pt>
                <c:pt idx="45">
                  <c:v>0.0488652539907</c:v>
                </c:pt>
                <c:pt idx="46">
                  <c:v>-0.575262284424</c:v>
                </c:pt>
                <c:pt idx="47">
                  <c:v>-0.200785761375</c:v>
                </c:pt>
                <c:pt idx="48">
                  <c:v>-0.138373007534</c:v>
                </c:pt>
                <c:pt idx="49">
                  <c:v>0.173690761674</c:v>
                </c:pt>
                <c:pt idx="50">
                  <c:v>-0.575262284424</c:v>
                </c:pt>
                <c:pt idx="51">
                  <c:v>-0.138373007534</c:v>
                </c:pt>
                <c:pt idx="52">
                  <c:v>0.0488652539907</c:v>
                </c:pt>
                <c:pt idx="53">
                  <c:v>-0.138373007534</c:v>
                </c:pt>
                <c:pt idx="54">
                  <c:v>-0.999669010547</c:v>
                </c:pt>
                <c:pt idx="55">
                  <c:v>0.0488652539907</c:v>
                </c:pt>
                <c:pt idx="56">
                  <c:v>-0.0634777029241</c:v>
                </c:pt>
                <c:pt idx="57">
                  <c:v>-0.3880240229</c:v>
                </c:pt>
                <c:pt idx="58">
                  <c:v>0.0488652539907</c:v>
                </c:pt>
                <c:pt idx="59">
                  <c:v>-0.575262284424</c:v>
                </c:pt>
                <c:pt idx="60">
                  <c:v>-0.308135697983</c:v>
                </c:pt>
                <c:pt idx="61">
                  <c:v>-0.0759602536924</c:v>
                </c:pt>
                <c:pt idx="62">
                  <c:v>-0.3880240229</c:v>
                </c:pt>
                <c:pt idx="63">
                  <c:v>-0.762500545949</c:v>
                </c:pt>
                <c:pt idx="64">
                  <c:v>-1.04959921362</c:v>
                </c:pt>
                <c:pt idx="65">
                  <c:v>-0.263198515217</c:v>
                </c:pt>
                <c:pt idx="66">
                  <c:v>-0.612709936729</c:v>
                </c:pt>
                <c:pt idx="67">
                  <c:v>-0.450436776741</c:v>
                </c:pt>
                <c:pt idx="68">
                  <c:v>-1.18690727207</c:v>
                </c:pt>
                <c:pt idx="69">
                  <c:v>-0.725052893644</c:v>
                </c:pt>
                <c:pt idx="70">
                  <c:v>-0.0759602536924</c:v>
                </c:pt>
                <c:pt idx="71">
                  <c:v>0.111278007832</c:v>
                </c:pt>
                <c:pt idx="72">
                  <c:v>0.0488652539907</c:v>
                </c:pt>
                <c:pt idx="73">
                  <c:v>-0.138373007534</c:v>
                </c:pt>
                <c:pt idx="74">
                  <c:v>-0.325611269058</c:v>
                </c:pt>
                <c:pt idx="75">
                  <c:v>-0.138373007534</c:v>
                </c:pt>
                <c:pt idx="76">
                  <c:v>-0.762500545949</c:v>
                </c:pt>
                <c:pt idx="77">
                  <c:v>-0.200785761375</c:v>
                </c:pt>
                <c:pt idx="78">
                  <c:v>-0.263198515217</c:v>
                </c:pt>
                <c:pt idx="79">
                  <c:v>-0.0759602536924</c:v>
                </c:pt>
                <c:pt idx="80">
                  <c:v>-0.700087792107</c:v>
                </c:pt>
                <c:pt idx="81">
                  <c:v>0.111278007832</c:v>
                </c:pt>
                <c:pt idx="82">
                  <c:v>-0.725052893644</c:v>
                </c:pt>
                <c:pt idx="83">
                  <c:v>-0.762500545949</c:v>
                </c:pt>
                <c:pt idx="84">
                  <c:v>-1.136977069</c:v>
                </c:pt>
                <c:pt idx="85">
                  <c:v>0.485754530881</c:v>
                </c:pt>
                <c:pt idx="86">
                  <c:v>-0.3880240229</c:v>
                </c:pt>
                <c:pt idx="87">
                  <c:v>-0.263198515217</c:v>
                </c:pt>
                <c:pt idx="88">
                  <c:v>0.548167284723</c:v>
                </c:pt>
                <c:pt idx="89">
                  <c:v>-0.138373007534</c:v>
                </c:pt>
                <c:pt idx="90">
                  <c:v>0.42334177704</c:v>
                </c:pt>
                <c:pt idx="91">
                  <c:v>-0.263198515217</c:v>
                </c:pt>
                <c:pt idx="92">
                  <c:v>-0.138373007534</c:v>
                </c:pt>
                <c:pt idx="93">
                  <c:v>-0.308135697983</c:v>
                </c:pt>
                <c:pt idx="94">
                  <c:v>-1.04335793824</c:v>
                </c:pt>
                <c:pt idx="95">
                  <c:v>-0.200785761375</c:v>
                </c:pt>
                <c:pt idx="96">
                  <c:v>-0.450436776741</c:v>
                </c:pt>
                <c:pt idx="97">
                  <c:v>-0.0759602536924</c:v>
                </c:pt>
                <c:pt idx="98">
                  <c:v>-0.263198515217</c:v>
                </c:pt>
                <c:pt idx="99">
                  <c:v>0.111278007832</c:v>
                </c:pt>
                <c:pt idx="100">
                  <c:v>-0.450436776741</c:v>
                </c:pt>
                <c:pt idx="101">
                  <c:v>-0.450436776741</c:v>
                </c:pt>
                <c:pt idx="102">
                  <c:v>-0.263198515217</c:v>
                </c:pt>
                <c:pt idx="103">
                  <c:v>-0.949738807473</c:v>
                </c:pt>
                <c:pt idx="104">
                  <c:v>-0.263198515217</c:v>
                </c:pt>
                <c:pt idx="105">
                  <c:v>-0.675122690571</c:v>
                </c:pt>
                <c:pt idx="106">
                  <c:v>-0.999669010547</c:v>
                </c:pt>
                <c:pt idx="107">
                  <c:v>-0.263198515217</c:v>
                </c:pt>
                <c:pt idx="108">
                  <c:v>-0.325611269058</c:v>
                </c:pt>
                <c:pt idx="109">
                  <c:v>-0.263198515217</c:v>
                </c:pt>
                <c:pt idx="110">
                  <c:v>-1.18690727207</c:v>
                </c:pt>
                <c:pt idx="111">
                  <c:v>0.0488652539907</c:v>
                </c:pt>
                <c:pt idx="112">
                  <c:v>-0.812430749022</c:v>
                </c:pt>
                <c:pt idx="113">
                  <c:v>-0.138373007534</c:v>
                </c:pt>
                <c:pt idx="114">
                  <c:v>0.0488652539907</c:v>
                </c:pt>
                <c:pt idx="115">
                  <c:v>-0.138373007534</c:v>
                </c:pt>
                <c:pt idx="116">
                  <c:v>-0.575262284424</c:v>
                </c:pt>
                <c:pt idx="117">
                  <c:v>-0.263198515217</c:v>
                </c:pt>
                <c:pt idx="118">
                  <c:v>-0.263198515217</c:v>
                </c:pt>
                <c:pt idx="119">
                  <c:v>-0.263198515217</c:v>
                </c:pt>
                <c:pt idx="120">
                  <c:v>-0.575262284424</c:v>
                </c:pt>
                <c:pt idx="121">
                  <c:v>-0.82491329979</c:v>
                </c:pt>
                <c:pt idx="122">
                  <c:v>0.0488652539907</c:v>
                </c:pt>
                <c:pt idx="123">
                  <c:v>-0.575262284424</c:v>
                </c:pt>
                <c:pt idx="124">
                  <c:v>-0.3880240229</c:v>
                </c:pt>
                <c:pt idx="125">
                  <c:v>-0.450436776741</c:v>
                </c:pt>
                <c:pt idx="126">
                  <c:v>-0.138373007534</c:v>
                </c:pt>
                <c:pt idx="127">
                  <c:v>-0.3880240229</c:v>
                </c:pt>
                <c:pt idx="128">
                  <c:v>-0.999669010547</c:v>
                </c:pt>
                <c:pt idx="129">
                  <c:v>-1.1744247213</c:v>
                </c:pt>
                <c:pt idx="130">
                  <c:v>-0.537814632119</c:v>
                </c:pt>
                <c:pt idx="131">
                  <c:v>-0.575262284424</c:v>
                </c:pt>
                <c:pt idx="132">
                  <c:v>-0.263198515217</c:v>
                </c:pt>
                <c:pt idx="133">
                  <c:v>-0.587744835193</c:v>
                </c:pt>
                <c:pt idx="134">
                  <c:v>-0.31312871829</c:v>
                </c:pt>
                <c:pt idx="135">
                  <c:v>-0.263198515217</c:v>
                </c:pt>
                <c:pt idx="136">
                  <c:v>-0.999669010547</c:v>
                </c:pt>
                <c:pt idx="137">
                  <c:v>-0.450436776741</c:v>
                </c:pt>
                <c:pt idx="138">
                  <c:v>0.0488652539907</c:v>
                </c:pt>
                <c:pt idx="139">
                  <c:v>-0.537814632119</c:v>
                </c:pt>
                <c:pt idx="140">
                  <c:v>-0.450436776741</c:v>
                </c:pt>
                <c:pt idx="141">
                  <c:v>-0.325611269058</c:v>
                </c:pt>
                <c:pt idx="142">
                  <c:v>-0.0759602536924</c:v>
                </c:pt>
                <c:pt idx="143">
                  <c:v>0.0488652539907</c:v>
                </c:pt>
                <c:pt idx="144">
                  <c:v>-0.97470390901</c:v>
                </c:pt>
                <c:pt idx="145">
                  <c:v>-0.138373007534</c:v>
                </c:pt>
                <c:pt idx="146">
                  <c:v>-0.575262284424</c:v>
                </c:pt>
                <c:pt idx="147">
                  <c:v>-0.575262284424</c:v>
                </c:pt>
                <c:pt idx="148">
                  <c:v>-0.263198515217</c:v>
                </c:pt>
                <c:pt idx="149">
                  <c:v>0.0488652539907</c:v>
                </c:pt>
                <c:pt idx="150">
                  <c:v>-0.138373007534</c:v>
                </c:pt>
                <c:pt idx="151">
                  <c:v>-0.3880240229</c:v>
                </c:pt>
                <c:pt idx="152">
                  <c:v>0.111278007832</c:v>
                </c:pt>
                <c:pt idx="153">
                  <c:v>-0.263198515217</c:v>
                </c:pt>
                <c:pt idx="154">
                  <c:v>-0.138373007534</c:v>
                </c:pt>
                <c:pt idx="155">
                  <c:v>0.0488652539907</c:v>
                </c:pt>
                <c:pt idx="156">
                  <c:v>-0.575262284424</c:v>
                </c:pt>
                <c:pt idx="157">
                  <c:v>-0.725052893644</c:v>
                </c:pt>
                <c:pt idx="158">
                  <c:v>-0.762500545949</c:v>
                </c:pt>
                <c:pt idx="159">
                  <c:v>-0.138373007534</c:v>
                </c:pt>
                <c:pt idx="160">
                  <c:v>-0.82491329979</c:v>
                </c:pt>
                <c:pt idx="161">
                  <c:v>-0.138373007534</c:v>
                </c:pt>
                <c:pt idx="162">
                  <c:v>-0.575262284424</c:v>
                </c:pt>
                <c:pt idx="163">
                  <c:v>-0.575262284424</c:v>
                </c:pt>
                <c:pt idx="164">
                  <c:v>0.236103515515</c:v>
                </c:pt>
                <c:pt idx="165">
                  <c:v>-0.263198515217</c:v>
                </c:pt>
                <c:pt idx="166">
                  <c:v>-0.999669010547</c:v>
                </c:pt>
                <c:pt idx="167">
                  <c:v>0.548167284723</c:v>
                </c:pt>
                <c:pt idx="168">
                  <c:v>-0.700087792107</c:v>
                </c:pt>
                <c:pt idx="169">
                  <c:v>-0.774983096717</c:v>
                </c:pt>
                <c:pt idx="170">
                  <c:v>0.0488652539907</c:v>
                </c:pt>
                <c:pt idx="171">
                  <c:v>-0.575262284424</c:v>
                </c:pt>
                <c:pt idx="172">
                  <c:v>-0.138373007534</c:v>
                </c:pt>
                <c:pt idx="173">
                  <c:v>-0.325611269058</c:v>
                </c:pt>
                <c:pt idx="174">
                  <c:v>-0.575262284424</c:v>
                </c:pt>
                <c:pt idx="175">
                  <c:v>-0.3880240229</c:v>
                </c:pt>
                <c:pt idx="176">
                  <c:v>-0.263198515217</c:v>
                </c:pt>
                <c:pt idx="177">
                  <c:v>1.48435859235</c:v>
                </c:pt>
                <c:pt idx="178">
                  <c:v>0.111278007832</c:v>
                </c:pt>
                <c:pt idx="179">
                  <c:v>-0.575262284424</c:v>
                </c:pt>
                <c:pt idx="180">
                  <c:v>-0.762500545949</c:v>
                </c:pt>
                <c:pt idx="181">
                  <c:v>-0.138373007534</c:v>
                </c:pt>
                <c:pt idx="182">
                  <c:v>-0.912291155169</c:v>
                </c:pt>
                <c:pt idx="183">
                  <c:v>-0.700087792107</c:v>
                </c:pt>
                <c:pt idx="184">
                  <c:v>-0.263198515217</c:v>
                </c:pt>
                <c:pt idx="185">
                  <c:v>-0.575262284424</c:v>
                </c:pt>
                <c:pt idx="186">
                  <c:v>-1.136977069</c:v>
                </c:pt>
                <c:pt idx="187">
                  <c:v>-0.263198515217</c:v>
                </c:pt>
                <c:pt idx="188">
                  <c:v>-0.138373007534</c:v>
                </c:pt>
                <c:pt idx="189">
                  <c:v>-0.263198515217</c:v>
                </c:pt>
                <c:pt idx="190">
                  <c:v>0.0488652539907</c:v>
                </c:pt>
                <c:pt idx="191">
                  <c:v>-0.999669010547</c:v>
                </c:pt>
                <c:pt idx="192">
                  <c:v>0.42334177704</c:v>
                </c:pt>
                <c:pt idx="193">
                  <c:v>0.148725660137</c:v>
                </c:pt>
                <c:pt idx="194">
                  <c:v>-0.263198515217</c:v>
                </c:pt>
                <c:pt idx="195">
                  <c:v>-0.200785761375</c:v>
                </c:pt>
                <c:pt idx="196">
                  <c:v>-0.263198515217</c:v>
                </c:pt>
                <c:pt idx="197">
                  <c:v>-0.138373007534</c:v>
                </c:pt>
                <c:pt idx="198">
                  <c:v>-0.138373007534</c:v>
                </c:pt>
                <c:pt idx="199">
                  <c:v>-0.575262284424</c:v>
                </c:pt>
                <c:pt idx="200">
                  <c:v>-0.725052893644</c:v>
                </c:pt>
                <c:pt idx="201">
                  <c:v>-0.263198515217</c:v>
                </c:pt>
                <c:pt idx="202">
                  <c:v>-0.575262284424</c:v>
                </c:pt>
                <c:pt idx="203">
                  <c:v>-0.263198515217</c:v>
                </c:pt>
                <c:pt idx="204">
                  <c:v>-0.912291155169</c:v>
                </c:pt>
                <c:pt idx="205">
                  <c:v>-0.16333810907</c:v>
                </c:pt>
                <c:pt idx="206">
                  <c:v>-0.575262284424</c:v>
                </c:pt>
                <c:pt idx="207">
                  <c:v>-0.263198515217</c:v>
                </c:pt>
                <c:pt idx="208">
                  <c:v>-0.0759602536924</c:v>
                </c:pt>
                <c:pt idx="209">
                  <c:v>-0.263198515217</c:v>
                </c:pt>
                <c:pt idx="210">
                  <c:v>-0.812430749022</c:v>
                </c:pt>
                <c:pt idx="211">
                  <c:v>-0.263198515217</c:v>
                </c:pt>
                <c:pt idx="212">
                  <c:v>-0.762500545949</c:v>
                </c:pt>
                <c:pt idx="213">
                  <c:v>0.0488652539907</c:v>
                </c:pt>
                <c:pt idx="214">
                  <c:v>-0.200785761375</c:v>
                </c:pt>
                <c:pt idx="215">
                  <c:v>0.0488652539907</c:v>
                </c:pt>
                <c:pt idx="216">
                  <c:v>-0.263198515217</c:v>
                </c:pt>
                <c:pt idx="217">
                  <c:v>-0.575262284424</c:v>
                </c:pt>
                <c:pt idx="218">
                  <c:v>-0.949738807473</c:v>
                </c:pt>
                <c:pt idx="219">
                  <c:v>-0.912291155169</c:v>
                </c:pt>
              </c:numCache>
            </c:numRef>
          </c:xVal>
          <c:yVal>
            <c:numRef>
              <c:f>'Chart Data'!$B$2:$B$221</c:f>
              <c:numCache>
                <c:formatCode>0.0</c:formatCode>
                <c:ptCount val="220"/>
                <c:pt idx="0">
                  <c:v>-2.07351897742</c:v>
                </c:pt>
                <c:pt idx="1">
                  <c:v>-0.123059650968</c:v>
                </c:pt>
                <c:pt idx="2">
                  <c:v>0.145969221646</c:v>
                </c:pt>
                <c:pt idx="3">
                  <c:v>-0.647665952565</c:v>
                </c:pt>
                <c:pt idx="4">
                  <c:v>-0.21183917893</c:v>
                </c:pt>
                <c:pt idx="5">
                  <c:v>-1.47089430276</c:v>
                </c:pt>
                <c:pt idx="6">
                  <c:v>-0.835986163394</c:v>
                </c:pt>
                <c:pt idx="7">
                  <c:v>-1.11846647964</c:v>
                </c:pt>
                <c:pt idx="8">
                  <c:v>0.0921634471233</c:v>
                </c:pt>
                <c:pt idx="9">
                  <c:v>-1.02430637422</c:v>
                </c:pt>
                <c:pt idx="10">
                  <c:v>-1.89326963277</c:v>
                </c:pt>
                <c:pt idx="11">
                  <c:v>-1.01085493059</c:v>
                </c:pt>
                <c:pt idx="12">
                  <c:v>-0.203768312752</c:v>
                </c:pt>
                <c:pt idx="13">
                  <c:v>-0.835986163394</c:v>
                </c:pt>
                <c:pt idx="14">
                  <c:v>-0.970500599701</c:v>
                </c:pt>
                <c:pt idx="15">
                  <c:v>-0.136511094598</c:v>
                </c:pt>
                <c:pt idx="16">
                  <c:v>0.0921634471233</c:v>
                </c:pt>
                <c:pt idx="17">
                  <c:v>-0.580408734411</c:v>
                </c:pt>
                <c:pt idx="18">
                  <c:v>-1.20186543015</c:v>
                </c:pt>
                <c:pt idx="19">
                  <c:v>-0.714923170718</c:v>
                </c:pt>
                <c:pt idx="20">
                  <c:v>0.199774996169</c:v>
                </c:pt>
                <c:pt idx="21">
                  <c:v>-1.33368957773</c:v>
                </c:pt>
                <c:pt idx="22">
                  <c:v>-0.970500599701</c:v>
                </c:pt>
                <c:pt idx="23">
                  <c:v>-0.405539967212</c:v>
                </c:pt>
                <c:pt idx="24">
                  <c:v>-0.822534719764</c:v>
                </c:pt>
                <c:pt idx="25">
                  <c:v>-0.849437607025</c:v>
                </c:pt>
                <c:pt idx="26">
                  <c:v>-0.394778812308</c:v>
                </c:pt>
                <c:pt idx="27">
                  <c:v>-0.889791937917</c:v>
                </c:pt>
                <c:pt idx="28">
                  <c:v>-0.983952043332</c:v>
                </c:pt>
                <c:pt idx="29">
                  <c:v>-0.701471727087</c:v>
                </c:pt>
                <c:pt idx="30">
                  <c:v>-1.88519876659</c:v>
                </c:pt>
                <c:pt idx="31">
                  <c:v>-1.1453693669</c:v>
                </c:pt>
                <c:pt idx="32">
                  <c:v>0.0921634471233</c:v>
                </c:pt>
                <c:pt idx="33">
                  <c:v>-0.607311621673</c:v>
                </c:pt>
                <c:pt idx="34">
                  <c:v>-1.83139299207</c:v>
                </c:pt>
                <c:pt idx="35">
                  <c:v>-0.82522500849</c:v>
                </c:pt>
                <c:pt idx="36">
                  <c:v>-0.203768312752</c:v>
                </c:pt>
                <c:pt idx="37">
                  <c:v>-0.069253876445</c:v>
                </c:pt>
                <c:pt idx="38">
                  <c:v>-1.36059246499</c:v>
                </c:pt>
                <c:pt idx="39">
                  <c:v>-0.620763065303</c:v>
                </c:pt>
                <c:pt idx="40">
                  <c:v>-0.701471727087</c:v>
                </c:pt>
                <c:pt idx="41">
                  <c:v>-0.069253876445</c:v>
                </c:pt>
                <c:pt idx="42">
                  <c:v>-0.634214508934</c:v>
                </c:pt>
                <c:pt idx="43">
                  <c:v>-0.849437607025</c:v>
                </c:pt>
                <c:pt idx="44">
                  <c:v>-0.394778812308</c:v>
                </c:pt>
                <c:pt idx="45">
                  <c:v>-0.0288995455529</c:v>
                </c:pt>
                <c:pt idx="46">
                  <c:v>-0.768728945241</c:v>
                </c:pt>
                <c:pt idx="47">
                  <c:v>-0.822534719764</c:v>
                </c:pt>
                <c:pt idx="48">
                  <c:v>-0.849437607025</c:v>
                </c:pt>
                <c:pt idx="49">
                  <c:v>-0.983952043332</c:v>
                </c:pt>
                <c:pt idx="50">
                  <c:v>0.0921634471233</c:v>
                </c:pt>
                <c:pt idx="51">
                  <c:v>-0.930146268809</c:v>
                </c:pt>
                <c:pt idx="52">
                  <c:v>-0.271025530905</c:v>
                </c:pt>
                <c:pt idx="53">
                  <c:v>-0.445894298104</c:v>
                </c:pt>
                <c:pt idx="54">
                  <c:v>-1.02430637422</c:v>
                </c:pt>
                <c:pt idx="55">
                  <c:v>-0.405539967212</c:v>
                </c:pt>
                <c:pt idx="56">
                  <c:v>-0.822534719764</c:v>
                </c:pt>
                <c:pt idx="57">
                  <c:v>-1.01085493059</c:v>
                </c:pt>
                <c:pt idx="58">
                  <c:v>-0.580408734411</c:v>
                </c:pt>
                <c:pt idx="59">
                  <c:v>-0.531983537341</c:v>
                </c:pt>
                <c:pt idx="60">
                  <c:v>-0.849437607025</c:v>
                </c:pt>
                <c:pt idx="61">
                  <c:v>-0.876340494286</c:v>
                </c:pt>
                <c:pt idx="62">
                  <c:v>-1.03775781785</c:v>
                </c:pt>
                <c:pt idx="63">
                  <c:v>-1.43861083805</c:v>
                </c:pt>
                <c:pt idx="64">
                  <c:v>-1.11846647964</c:v>
                </c:pt>
                <c:pt idx="65">
                  <c:v>-0.661117396195</c:v>
                </c:pt>
                <c:pt idx="66">
                  <c:v>-1.46820401404</c:v>
                </c:pt>
                <c:pt idx="67">
                  <c:v>-1.57850585181</c:v>
                </c:pt>
                <c:pt idx="68">
                  <c:v>-2.36945073729</c:v>
                </c:pt>
                <c:pt idx="69">
                  <c:v>-0.714923170718</c:v>
                </c:pt>
                <c:pt idx="70">
                  <c:v>-0.540054403519</c:v>
                </c:pt>
                <c:pt idx="71">
                  <c:v>-0.889791937917</c:v>
                </c:pt>
                <c:pt idx="72">
                  <c:v>-0.123059650968</c:v>
                </c:pt>
                <c:pt idx="73">
                  <c:v>-0.203768312752</c:v>
                </c:pt>
                <c:pt idx="74">
                  <c:v>-0.822534719764</c:v>
                </c:pt>
                <c:pt idx="75">
                  <c:v>-0.526602959888</c:v>
                </c:pt>
                <c:pt idx="76">
                  <c:v>-0.607311621673</c:v>
                </c:pt>
                <c:pt idx="77">
                  <c:v>-0.620763065303</c:v>
                </c:pt>
                <c:pt idx="78">
                  <c:v>-0.526602959888</c:v>
                </c:pt>
                <c:pt idx="79">
                  <c:v>-0.674568839826</c:v>
                </c:pt>
                <c:pt idx="80">
                  <c:v>-1.11846647964</c:v>
                </c:pt>
                <c:pt idx="81">
                  <c:v>-0.714923170718</c:v>
                </c:pt>
                <c:pt idx="82">
                  <c:v>-1.22607802868</c:v>
                </c:pt>
                <c:pt idx="83">
                  <c:v>-1.57581556308</c:v>
                </c:pt>
                <c:pt idx="84">
                  <c:v>-1.6699756685</c:v>
                </c:pt>
                <c:pt idx="85">
                  <c:v>-0.338282749059</c:v>
                </c:pt>
                <c:pt idx="86">
                  <c:v>-1.11846647964</c:v>
                </c:pt>
                <c:pt idx="87">
                  <c:v>-0.768728945241</c:v>
                </c:pt>
                <c:pt idx="88">
                  <c:v>-0.526602959888</c:v>
                </c:pt>
                <c:pt idx="89">
                  <c:v>-0.526602959888</c:v>
                </c:pt>
                <c:pt idx="90">
                  <c:v>-0.714923170718</c:v>
                </c:pt>
                <c:pt idx="91">
                  <c:v>-0.203768312752</c:v>
                </c:pt>
                <c:pt idx="92">
                  <c:v>-0.257574087275</c:v>
                </c:pt>
                <c:pt idx="93">
                  <c:v>-1.12384705709</c:v>
                </c:pt>
                <c:pt idx="94">
                  <c:v>-2.03316464653</c:v>
                </c:pt>
                <c:pt idx="95">
                  <c:v>-1.17227225416</c:v>
                </c:pt>
                <c:pt idx="96">
                  <c:v>-0.351734192689</c:v>
                </c:pt>
                <c:pt idx="97">
                  <c:v>-0.526602959888</c:v>
                </c:pt>
                <c:pt idx="98">
                  <c:v>-0.580408734411</c:v>
                </c:pt>
                <c:pt idx="99">
                  <c:v>-0.688020283457</c:v>
                </c:pt>
                <c:pt idx="100">
                  <c:v>-1.19110427524</c:v>
                </c:pt>
                <c:pt idx="101">
                  <c:v>-0.526602959888</c:v>
                </c:pt>
                <c:pt idx="102">
                  <c:v>0.0921634471233</c:v>
                </c:pt>
                <c:pt idx="103">
                  <c:v>-1.44130112678</c:v>
                </c:pt>
                <c:pt idx="104">
                  <c:v>-0.620763065303</c:v>
                </c:pt>
                <c:pt idx="105">
                  <c:v>-1.12115676836</c:v>
                </c:pt>
                <c:pt idx="106">
                  <c:v>-0.970500599701</c:v>
                </c:pt>
                <c:pt idx="107">
                  <c:v>0.0383576726006</c:v>
                </c:pt>
                <c:pt idx="108">
                  <c:v>-0.136511094598</c:v>
                </c:pt>
                <c:pt idx="109">
                  <c:v>0.0921634471233</c:v>
                </c:pt>
                <c:pt idx="110">
                  <c:v>-1.89865021022</c:v>
                </c:pt>
                <c:pt idx="111">
                  <c:v>0.172872108907</c:v>
                </c:pt>
                <c:pt idx="112">
                  <c:v>-1.44130112678</c:v>
                </c:pt>
                <c:pt idx="113">
                  <c:v>-0.351734192689</c:v>
                </c:pt>
                <c:pt idx="114">
                  <c:v>0.172872108907</c:v>
                </c:pt>
                <c:pt idx="115">
                  <c:v>-0.526602959888</c:v>
                </c:pt>
                <c:pt idx="116">
                  <c:v>-0.203768312752</c:v>
                </c:pt>
                <c:pt idx="117">
                  <c:v>-0.203768312752</c:v>
                </c:pt>
                <c:pt idx="118">
                  <c:v>-0.203768312752</c:v>
                </c:pt>
                <c:pt idx="119">
                  <c:v>-0.701471727087</c:v>
                </c:pt>
                <c:pt idx="120">
                  <c:v>-0.203768312752</c:v>
                </c:pt>
                <c:pt idx="121">
                  <c:v>-1.03775781785</c:v>
                </c:pt>
                <c:pt idx="122">
                  <c:v>-0.0288995455529</c:v>
                </c:pt>
                <c:pt idx="123">
                  <c:v>-1.17227225416</c:v>
                </c:pt>
                <c:pt idx="124">
                  <c:v>-1.01085493059</c:v>
                </c:pt>
                <c:pt idx="125">
                  <c:v>-0.674568839826</c:v>
                </c:pt>
                <c:pt idx="126">
                  <c:v>-0.822534719764</c:v>
                </c:pt>
                <c:pt idx="127">
                  <c:v>-0.835986163394</c:v>
                </c:pt>
                <c:pt idx="128">
                  <c:v>-1.44130112678</c:v>
                </c:pt>
                <c:pt idx="129">
                  <c:v>-2.34523813876</c:v>
                </c:pt>
                <c:pt idx="130">
                  <c:v>-1.83677356952</c:v>
                </c:pt>
                <c:pt idx="131">
                  <c:v>0.0921634471233</c:v>
                </c:pt>
                <c:pt idx="132">
                  <c:v>-0.526602959888</c:v>
                </c:pt>
                <c:pt idx="133">
                  <c:v>-1.77758721754</c:v>
                </c:pt>
                <c:pt idx="134">
                  <c:v>-1.01085493059</c:v>
                </c:pt>
                <c:pt idx="135">
                  <c:v>-0.526602959888</c:v>
                </c:pt>
                <c:pt idx="136">
                  <c:v>-1.40632737334</c:v>
                </c:pt>
                <c:pt idx="137">
                  <c:v>-1.01623550805</c:v>
                </c:pt>
                <c:pt idx="138">
                  <c:v>-0.271025530905</c:v>
                </c:pt>
                <c:pt idx="139">
                  <c:v>-1.11846647964</c:v>
                </c:pt>
                <c:pt idx="140">
                  <c:v>-0.822534719764</c:v>
                </c:pt>
                <c:pt idx="141">
                  <c:v>0.0921634471233</c:v>
                </c:pt>
                <c:pt idx="142">
                  <c:v>-0.203768312752</c:v>
                </c:pt>
                <c:pt idx="143">
                  <c:v>0.603318305089</c:v>
                </c:pt>
                <c:pt idx="144">
                  <c:v>-1.76413577391</c:v>
                </c:pt>
                <c:pt idx="145">
                  <c:v>-0.392088523581</c:v>
                </c:pt>
                <c:pt idx="146">
                  <c:v>0.0921634471233</c:v>
                </c:pt>
                <c:pt idx="147">
                  <c:v>-0.95704915607</c:v>
                </c:pt>
                <c:pt idx="148">
                  <c:v>-0.203768312752</c:v>
                </c:pt>
                <c:pt idx="149">
                  <c:v>0.0921634471233</c:v>
                </c:pt>
                <c:pt idx="150">
                  <c:v>-0.970500599701</c:v>
                </c:pt>
                <c:pt idx="151">
                  <c:v>-0.822534719764</c:v>
                </c:pt>
                <c:pt idx="152">
                  <c:v>-0.123059650968</c:v>
                </c:pt>
                <c:pt idx="153">
                  <c:v>-0.136511094598</c:v>
                </c:pt>
                <c:pt idx="154">
                  <c:v>-0.835986163394</c:v>
                </c:pt>
                <c:pt idx="155">
                  <c:v>-0.0961567637063</c:v>
                </c:pt>
                <c:pt idx="156">
                  <c:v>-0.203768312752</c:v>
                </c:pt>
                <c:pt idx="157">
                  <c:v>-0.674568839826</c:v>
                </c:pt>
                <c:pt idx="158">
                  <c:v>-0.701471727087</c:v>
                </c:pt>
                <c:pt idx="159">
                  <c:v>-0.849437607025</c:v>
                </c:pt>
                <c:pt idx="160">
                  <c:v>-0.930146268809</c:v>
                </c:pt>
                <c:pt idx="161">
                  <c:v>-0.930146268809</c:v>
                </c:pt>
                <c:pt idx="162">
                  <c:v>-0.203768312752</c:v>
                </c:pt>
                <c:pt idx="163">
                  <c:v>-0.203768312752</c:v>
                </c:pt>
                <c:pt idx="164">
                  <c:v>-0.620763065303</c:v>
                </c:pt>
                <c:pt idx="165">
                  <c:v>-0.136511094598</c:v>
                </c:pt>
                <c:pt idx="166">
                  <c:v>-0.970500599701</c:v>
                </c:pt>
                <c:pt idx="167">
                  <c:v>0.0921634471233</c:v>
                </c:pt>
                <c:pt idx="168">
                  <c:v>-1.11846647964</c:v>
                </c:pt>
                <c:pt idx="169">
                  <c:v>-1.42784968314</c:v>
                </c:pt>
                <c:pt idx="170">
                  <c:v>-0.069253876445</c:v>
                </c:pt>
                <c:pt idx="171">
                  <c:v>-0.203768312752</c:v>
                </c:pt>
                <c:pt idx="172">
                  <c:v>-0.970500599701</c:v>
                </c:pt>
                <c:pt idx="173">
                  <c:v>-0.983952043332</c:v>
                </c:pt>
                <c:pt idx="174">
                  <c:v>-0.876340494286</c:v>
                </c:pt>
                <c:pt idx="175">
                  <c:v>-0.0423509891836</c:v>
                </c:pt>
                <c:pt idx="176">
                  <c:v>-0.203768312752</c:v>
                </c:pt>
                <c:pt idx="177">
                  <c:v>-0.526602959888</c:v>
                </c:pt>
                <c:pt idx="178">
                  <c:v>-0.889791937917</c:v>
                </c:pt>
                <c:pt idx="179">
                  <c:v>-0.620763065303</c:v>
                </c:pt>
                <c:pt idx="180">
                  <c:v>-0.876340494286</c:v>
                </c:pt>
                <c:pt idx="181">
                  <c:v>-0.244122643644</c:v>
                </c:pt>
                <c:pt idx="182">
                  <c:v>-1.50855834493</c:v>
                </c:pt>
                <c:pt idx="183">
                  <c:v>-0.916694825178</c:v>
                </c:pt>
                <c:pt idx="184">
                  <c:v>-0.647665952565</c:v>
                </c:pt>
                <c:pt idx="185">
                  <c:v>-0.714923170718</c:v>
                </c:pt>
                <c:pt idx="186">
                  <c:v>-1.48165545767</c:v>
                </c:pt>
                <c:pt idx="187">
                  <c:v>-0.701471727087</c:v>
                </c:pt>
                <c:pt idx="188">
                  <c:v>-0.930146268809</c:v>
                </c:pt>
                <c:pt idx="189">
                  <c:v>-0.580408734411</c:v>
                </c:pt>
                <c:pt idx="190">
                  <c:v>0.0921634471233</c:v>
                </c:pt>
                <c:pt idx="191">
                  <c:v>-1.65921451359</c:v>
                </c:pt>
                <c:pt idx="192">
                  <c:v>-0.378637079951</c:v>
                </c:pt>
                <c:pt idx="193">
                  <c:v>-0.0611830102665</c:v>
                </c:pt>
                <c:pt idx="194">
                  <c:v>-0.136511094598</c:v>
                </c:pt>
                <c:pt idx="195">
                  <c:v>0.0921634471233</c:v>
                </c:pt>
                <c:pt idx="196">
                  <c:v>0.145969221646</c:v>
                </c:pt>
                <c:pt idx="197">
                  <c:v>-0.526602959888</c:v>
                </c:pt>
                <c:pt idx="198">
                  <c:v>-0.930146268809</c:v>
                </c:pt>
                <c:pt idx="199">
                  <c:v>-0.203768312752</c:v>
                </c:pt>
                <c:pt idx="200">
                  <c:v>-1.46820401404</c:v>
                </c:pt>
                <c:pt idx="201">
                  <c:v>-0.768728945241</c:v>
                </c:pt>
                <c:pt idx="202">
                  <c:v>-0.620763065303</c:v>
                </c:pt>
                <c:pt idx="203">
                  <c:v>-0.701471727087</c:v>
                </c:pt>
                <c:pt idx="204">
                  <c:v>-1.57581556308</c:v>
                </c:pt>
                <c:pt idx="205">
                  <c:v>-0.311379861797</c:v>
                </c:pt>
                <c:pt idx="206">
                  <c:v>-0.620763065303</c:v>
                </c:pt>
                <c:pt idx="207">
                  <c:v>-0.136511094598</c:v>
                </c:pt>
                <c:pt idx="208">
                  <c:v>-0.0288995455529</c:v>
                </c:pt>
                <c:pt idx="209">
                  <c:v>-0.669188262374</c:v>
                </c:pt>
                <c:pt idx="210">
                  <c:v>-1.11846647964</c:v>
                </c:pt>
                <c:pt idx="211">
                  <c:v>-0.203768312752</c:v>
                </c:pt>
                <c:pt idx="212">
                  <c:v>-0.701471727087</c:v>
                </c:pt>
                <c:pt idx="213">
                  <c:v>0.0921634471233</c:v>
                </c:pt>
                <c:pt idx="214">
                  <c:v>-0.526602959888</c:v>
                </c:pt>
                <c:pt idx="215">
                  <c:v>-0.257574087275</c:v>
                </c:pt>
                <c:pt idx="216">
                  <c:v>-0.580408734411</c:v>
                </c:pt>
                <c:pt idx="217">
                  <c:v>-0.203768312752</c:v>
                </c:pt>
                <c:pt idx="218">
                  <c:v>-1.73723288665</c:v>
                </c:pt>
                <c:pt idx="219">
                  <c:v>-1.57581556308</c:v>
                </c:pt>
              </c:numCache>
            </c:numRef>
          </c:yVal>
        </c:ser>
        <c:ser>
          <c:idx val="1"/>
          <c:order val="1"/>
          <c:tx>
            <c:v>C1</c:v>
          </c:tx>
          <c:spPr>
            <a:ln xmlns:a="http://schemas.openxmlformats.org/drawingml/2006/main" w="0">
              <a:noFill/>
            </a:ln>
          </c:spPr>
          <c:marker>
            <c:symbol val="circle"/>
            <c:size val="4"/>
            <c:spPr>
              <a:solidFill xmlns:a="http://schemas.openxmlformats.org/drawingml/2006/main">
                <a:srgbClr val="4179B7"/>
              </a:solidFill>
            </c:spPr>
          </c:marker>
          <c:xVal>
            <c:numRef>
              <c:f>'Chart Data'!$C$2:$C$221</c:f>
              <c:numCache>
                <c:formatCode>General</c:formatCode>
                <c:ptCount val="220"/>
                <c:pt idx="0">
                  <c:v>0.298516269357</c:v>
                </c:pt>
                <c:pt idx="1">
                  <c:v>-0.575262284424</c:v>
                </c:pt>
                <c:pt idx="2">
                  <c:v>-0.637675038266</c:v>
                </c:pt>
                <c:pt idx="3">
                  <c:v>-0.0759602536924</c:v>
                </c:pt>
                <c:pt idx="4">
                  <c:v>0.548167284723</c:v>
                </c:pt>
                <c:pt idx="5">
                  <c:v>0.548167284723</c:v>
                </c:pt>
                <c:pt idx="6">
                  <c:v>-0.637675038266</c:v>
                </c:pt>
                <c:pt idx="7">
                  <c:v>0.42334177704</c:v>
                </c:pt>
                <c:pt idx="8">
                  <c:v>-0.0759602536924</c:v>
                </c:pt>
                <c:pt idx="9">
                  <c:v>0.460789429345</c:v>
                </c:pt>
                <c:pt idx="10">
                  <c:v>0.560649835491</c:v>
                </c:pt>
                <c:pt idx="11">
                  <c:v>-0.0759602536924</c:v>
                </c:pt>
                <c:pt idx="12">
                  <c:v>-0.325611269058</c:v>
                </c:pt>
                <c:pt idx="13">
                  <c:v>-0.325611269058</c:v>
                </c:pt>
                <c:pt idx="14">
                  <c:v>0.985056561613</c:v>
                </c:pt>
                <c:pt idx="15">
                  <c:v>-0.637675038266</c:v>
                </c:pt>
                <c:pt idx="16">
                  <c:v>-0.325611269058</c:v>
                </c:pt>
                <c:pt idx="17">
                  <c:v>-0.3880240229</c:v>
                </c:pt>
                <c:pt idx="18">
                  <c:v>-0.325611269058</c:v>
                </c:pt>
                <c:pt idx="19">
                  <c:v>-0.325611269058</c:v>
                </c:pt>
                <c:pt idx="20">
                  <c:v>-0.325611269058</c:v>
                </c:pt>
                <c:pt idx="21">
                  <c:v>-0.637675038266</c:v>
                </c:pt>
                <c:pt idx="22">
                  <c:v>0.985056561613</c:v>
                </c:pt>
                <c:pt idx="23">
                  <c:v>-0.325611269058</c:v>
                </c:pt>
                <c:pt idx="24">
                  <c:v>-0.575262284424</c:v>
                </c:pt>
                <c:pt idx="25">
                  <c:v>-0.8998086044</c:v>
                </c:pt>
                <c:pt idx="26">
                  <c:v>-0.575262284424</c:v>
                </c:pt>
                <c:pt idx="27">
                  <c:v>-0.0759602536924</c:v>
                </c:pt>
                <c:pt idx="28">
                  <c:v>-0.325611269058</c:v>
                </c:pt>
                <c:pt idx="29">
                  <c:v>-0.46291932751</c:v>
                </c:pt>
                <c:pt idx="30">
                  <c:v>-0.3880240229</c:v>
                </c:pt>
                <c:pt idx="31">
                  <c:v>-0.637675038266</c:v>
                </c:pt>
                <c:pt idx="32">
                  <c:v>0.0114176016858</c:v>
                </c:pt>
                <c:pt idx="33">
                  <c:v>-0.637675038266</c:v>
                </c:pt>
                <c:pt idx="34">
                  <c:v>-0.325611269058</c:v>
                </c:pt>
                <c:pt idx="35">
                  <c:v>-0.325611269058</c:v>
                </c:pt>
                <c:pt idx="36">
                  <c:v>-0.325611269058</c:v>
                </c:pt>
                <c:pt idx="37">
                  <c:v>0.86023105393</c:v>
                </c:pt>
                <c:pt idx="38">
                  <c:v>0.0987954570639</c:v>
                </c:pt>
                <c:pt idx="39">
                  <c:v>-0.0759602536924</c:v>
                </c:pt>
                <c:pt idx="40">
                  <c:v>-0.325611269058</c:v>
                </c:pt>
                <c:pt idx="41">
                  <c:v>-0.625192487498</c:v>
                </c:pt>
                <c:pt idx="42">
                  <c:v>-0.325611269058</c:v>
                </c:pt>
                <c:pt idx="43">
                  <c:v>-0.325611269058</c:v>
                </c:pt>
                <c:pt idx="44">
                  <c:v>0.985056561613</c:v>
                </c:pt>
                <c:pt idx="45">
                  <c:v>-0.637675038266</c:v>
                </c:pt>
                <c:pt idx="46">
                  <c:v>-0.325611269058</c:v>
                </c:pt>
                <c:pt idx="47">
                  <c:v>-0.325611269058</c:v>
                </c:pt>
                <c:pt idx="48">
                  <c:v>-0.575262284424</c:v>
                </c:pt>
                <c:pt idx="49">
                  <c:v>0.985056561613</c:v>
                </c:pt>
                <c:pt idx="50">
                  <c:v>-0.762500545949</c:v>
                </c:pt>
                <c:pt idx="51">
                  <c:v>-0.325611269058</c:v>
                </c:pt>
                <c:pt idx="52">
                  <c:v>0.86023105393</c:v>
                </c:pt>
                <c:pt idx="53">
                  <c:v>0.173690761674</c:v>
                </c:pt>
                <c:pt idx="54">
                  <c:v>0.548167284723</c:v>
                </c:pt>
                <c:pt idx="55">
                  <c:v>-0.325611269058</c:v>
                </c:pt>
                <c:pt idx="56">
                  <c:v>-0.325611269058</c:v>
                </c:pt>
                <c:pt idx="57">
                  <c:v>-0.637675038266</c:v>
                </c:pt>
                <c:pt idx="58">
                  <c:v>0.236103515515</c:v>
                </c:pt>
                <c:pt idx="59">
                  <c:v>1.23470757698</c:v>
                </c:pt>
                <c:pt idx="60">
                  <c:v>1.23470757698</c:v>
                </c:pt>
                <c:pt idx="61">
                  <c:v>-0.0759602536924</c:v>
                </c:pt>
                <c:pt idx="62">
                  <c:v>-0.762500545949</c:v>
                </c:pt>
                <c:pt idx="63">
                  <c:v>-0.325611269058</c:v>
                </c:pt>
                <c:pt idx="64">
                  <c:v>1.23470757698</c:v>
                </c:pt>
                <c:pt idx="65">
                  <c:v>0.672992792406</c:v>
                </c:pt>
                <c:pt idx="66">
                  <c:v>0.236103515515</c:v>
                </c:pt>
                <c:pt idx="67">
                  <c:v>-0.637675038266</c:v>
                </c:pt>
                <c:pt idx="68">
                  <c:v>-0.637675038266</c:v>
                </c:pt>
                <c:pt idx="69">
                  <c:v>-0.325611269058</c:v>
                </c:pt>
                <c:pt idx="70">
                  <c:v>-0.325611269058</c:v>
                </c:pt>
                <c:pt idx="71">
                  <c:v>-0.637675038266</c:v>
                </c:pt>
                <c:pt idx="72">
                  <c:v>-0.537814632119</c:v>
                </c:pt>
                <c:pt idx="73">
                  <c:v>1.23470757698</c:v>
                </c:pt>
                <c:pt idx="74">
                  <c:v>0.548167284723</c:v>
                </c:pt>
                <c:pt idx="75">
                  <c:v>-0.325611269058</c:v>
                </c:pt>
                <c:pt idx="76">
                  <c:v>-0.637675038266</c:v>
                </c:pt>
                <c:pt idx="77">
                  <c:v>-0.325611269058</c:v>
                </c:pt>
                <c:pt idx="78">
                  <c:v>-0.637675038266</c:v>
                </c:pt>
                <c:pt idx="79">
                  <c:v>-0.637675038266</c:v>
                </c:pt>
                <c:pt idx="80">
                  <c:v>1.23470757698</c:v>
                </c:pt>
                <c:pt idx="81">
                  <c:v>0.985056561613</c:v>
                </c:pt>
                <c:pt idx="82">
                  <c:v>-0.637675038266</c:v>
                </c:pt>
                <c:pt idx="83">
                  <c:v>-0.637675038266</c:v>
                </c:pt>
                <c:pt idx="84">
                  <c:v>0.548167284723</c:v>
                </c:pt>
                <c:pt idx="85">
                  <c:v>0.548167284723</c:v>
                </c:pt>
                <c:pt idx="86">
                  <c:v>-1.01215156131</c:v>
                </c:pt>
                <c:pt idx="87">
                  <c:v>-0.325611269058</c:v>
                </c:pt>
                <c:pt idx="88">
                  <c:v>0.548167284723</c:v>
                </c:pt>
                <c:pt idx="89">
                  <c:v>-0.0759602536924</c:v>
                </c:pt>
                <c:pt idx="90">
                  <c:v>-0.575262284424</c:v>
                </c:pt>
                <c:pt idx="91">
                  <c:v>-0.325611269058</c:v>
                </c:pt>
                <c:pt idx="92">
                  <c:v>-0.637675038266</c:v>
                </c:pt>
                <c:pt idx="93">
                  <c:v>-0.637675038266</c:v>
                </c:pt>
                <c:pt idx="94">
                  <c:v>-0.575262284424</c:v>
                </c:pt>
                <c:pt idx="95">
                  <c:v>-0.774983096717</c:v>
                </c:pt>
                <c:pt idx="96">
                  <c:v>0.485754530881</c:v>
                </c:pt>
                <c:pt idx="97">
                  <c:v>-0.637675038266</c:v>
                </c:pt>
                <c:pt idx="98">
                  <c:v>-0.637675038266</c:v>
                </c:pt>
                <c:pt idx="99">
                  <c:v>-0.575262284424</c:v>
                </c:pt>
                <c:pt idx="100">
                  <c:v>-0.325611269058</c:v>
                </c:pt>
                <c:pt idx="101">
                  <c:v>-0.725052893644</c:v>
                </c:pt>
                <c:pt idx="102">
                  <c:v>-0.325611269058</c:v>
                </c:pt>
                <c:pt idx="103">
                  <c:v>-0.46291932751</c:v>
                </c:pt>
                <c:pt idx="104">
                  <c:v>-0.0759602536924</c:v>
                </c:pt>
                <c:pt idx="105">
                  <c:v>0.0488652539907</c:v>
                </c:pt>
                <c:pt idx="106">
                  <c:v>-0.537814632119</c:v>
                </c:pt>
                <c:pt idx="107">
                  <c:v>-0.0759602536924</c:v>
                </c:pt>
                <c:pt idx="108">
                  <c:v>0.173690761674</c:v>
                </c:pt>
                <c:pt idx="109">
                  <c:v>1.23470757698</c:v>
                </c:pt>
                <c:pt idx="110">
                  <c:v>-0.138373007534</c:v>
                </c:pt>
                <c:pt idx="111">
                  <c:v>-0.0759602536924</c:v>
                </c:pt>
                <c:pt idx="112">
                  <c:v>-0.0759602536924</c:v>
                </c:pt>
                <c:pt idx="113">
                  <c:v>-0.637675038266</c:v>
                </c:pt>
                <c:pt idx="114">
                  <c:v>-0.575262284424</c:v>
                </c:pt>
                <c:pt idx="115">
                  <c:v>-0.637675038266</c:v>
                </c:pt>
                <c:pt idx="116">
                  <c:v>0.298516269357</c:v>
                </c:pt>
                <c:pt idx="117">
                  <c:v>-0.325611269058</c:v>
                </c:pt>
                <c:pt idx="118">
                  <c:v>1.23470757698</c:v>
                </c:pt>
                <c:pt idx="119">
                  <c:v>-0.537814632119</c:v>
                </c:pt>
                <c:pt idx="120">
                  <c:v>1.1098820693</c:v>
                </c:pt>
                <c:pt idx="121">
                  <c:v>0.0488652539907</c:v>
                </c:pt>
                <c:pt idx="122">
                  <c:v>1.23470757698</c:v>
                </c:pt>
                <c:pt idx="123">
                  <c:v>0.985056561613</c:v>
                </c:pt>
                <c:pt idx="124">
                  <c:v>-0.0759602536924</c:v>
                </c:pt>
                <c:pt idx="125">
                  <c:v>-0.575262284424</c:v>
                </c:pt>
                <c:pt idx="126">
                  <c:v>-0.0759602536924</c:v>
                </c:pt>
                <c:pt idx="127">
                  <c:v>-0.325611269058</c:v>
                </c:pt>
                <c:pt idx="128">
                  <c:v>0.173690761674</c:v>
                </c:pt>
                <c:pt idx="129">
                  <c:v>-0.325611269058</c:v>
                </c:pt>
                <c:pt idx="130">
                  <c:v>-0.0759602536924</c:v>
                </c:pt>
                <c:pt idx="131">
                  <c:v>0.985056561613</c:v>
                </c:pt>
                <c:pt idx="132">
                  <c:v>-0.575262284424</c:v>
                </c:pt>
                <c:pt idx="133">
                  <c:v>-0.0759602536924</c:v>
                </c:pt>
                <c:pt idx="134">
                  <c:v>-0.725052893644</c:v>
                </c:pt>
                <c:pt idx="135">
                  <c:v>-0.325611269058</c:v>
                </c:pt>
                <c:pt idx="136">
                  <c:v>-0.725052893644</c:v>
                </c:pt>
                <c:pt idx="137">
                  <c:v>0.548167284723</c:v>
                </c:pt>
                <c:pt idx="138">
                  <c:v>-0.3880240229</c:v>
                </c:pt>
                <c:pt idx="139">
                  <c:v>-0.325611269058</c:v>
                </c:pt>
                <c:pt idx="140">
                  <c:v>-0.325611269058</c:v>
                </c:pt>
                <c:pt idx="141">
                  <c:v>-0.325611269058</c:v>
                </c:pt>
                <c:pt idx="142">
                  <c:v>1.23470757698</c:v>
                </c:pt>
                <c:pt idx="143">
                  <c:v>-0.325611269058</c:v>
                </c:pt>
                <c:pt idx="144">
                  <c:v>-0.575262284424</c:v>
                </c:pt>
                <c:pt idx="145">
                  <c:v>-0.725052893644</c:v>
                </c:pt>
                <c:pt idx="146">
                  <c:v>0.460789429345</c:v>
                </c:pt>
                <c:pt idx="147">
                  <c:v>-0.325611269058</c:v>
                </c:pt>
                <c:pt idx="148">
                  <c:v>-0.575262284424</c:v>
                </c:pt>
                <c:pt idx="149">
                  <c:v>-0.325611269058</c:v>
                </c:pt>
                <c:pt idx="150">
                  <c:v>-0.46291932751</c:v>
                </c:pt>
                <c:pt idx="151">
                  <c:v>-0.325611269058</c:v>
                </c:pt>
                <c:pt idx="152">
                  <c:v>-0.0759602536924</c:v>
                </c:pt>
                <c:pt idx="153">
                  <c:v>1.23470757698</c:v>
                </c:pt>
                <c:pt idx="154">
                  <c:v>-0.637675038266</c:v>
                </c:pt>
                <c:pt idx="155">
                  <c:v>0.360929023198</c:v>
                </c:pt>
                <c:pt idx="156">
                  <c:v>0.548167284723</c:v>
                </c:pt>
                <c:pt idx="157">
                  <c:v>-0.325611269058</c:v>
                </c:pt>
                <c:pt idx="158">
                  <c:v>0.0863129062956</c:v>
                </c:pt>
                <c:pt idx="159">
                  <c:v>-0.999669010547</c:v>
                </c:pt>
                <c:pt idx="160">
                  <c:v>1.23470757698</c:v>
                </c:pt>
                <c:pt idx="161">
                  <c:v>-0.325611269058</c:v>
                </c:pt>
                <c:pt idx="162">
                  <c:v>-0.325611269058</c:v>
                </c:pt>
                <c:pt idx="163">
                  <c:v>-0.325611269058</c:v>
                </c:pt>
                <c:pt idx="164">
                  <c:v>-0.325611269058</c:v>
                </c:pt>
                <c:pt idx="165">
                  <c:v>-0.575262284424</c:v>
                </c:pt>
                <c:pt idx="166">
                  <c:v>0.485754530881</c:v>
                </c:pt>
                <c:pt idx="167">
                  <c:v>-0.325611269058</c:v>
                </c:pt>
                <c:pt idx="168">
                  <c:v>-0.637675038266</c:v>
                </c:pt>
                <c:pt idx="169">
                  <c:v>1.23470757698</c:v>
                </c:pt>
                <c:pt idx="170">
                  <c:v>-0.812430749022</c:v>
                </c:pt>
                <c:pt idx="171">
                  <c:v>-0.637675038266</c:v>
                </c:pt>
                <c:pt idx="172">
                  <c:v>0.985056561613</c:v>
                </c:pt>
                <c:pt idx="173">
                  <c:v>-0.325611269058</c:v>
                </c:pt>
                <c:pt idx="174">
                  <c:v>0.86023105393</c:v>
                </c:pt>
                <c:pt idx="175">
                  <c:v>-0.325611269058</c:v>
                </c:pt>
                <c:pt idx="176">
                  <c:v>-0.325611269058</c:v>
                </c:pt>
                <c:pt idx="177">
                  <c:v>-0.325611269058</c:v>
                </c:pt>
                <c:pt idx="178">
                  <c:v>-0.774983096717</c:v>
                </c:pt>
                <c:pt idx="179">
                  <c:v>-0.637675038266</c:v>
                </c:pt>
                <c:pt idx="180">
                  <c:v>0.0488652539907</c:v>
                </c:pt>
                <c:pt idx="181">
                  <c:v>1.23470757698</c:v>
                </c:pt>
                <c:pt idx="182">
                  <c:v>-0.325611269058</c:v>
                </c:pt>
                <c:pt idx="183">
                  <c:v>-0.774983096717</c:v>
                </c:pt>
                <c:pt idx="184">
                  <c:v>-0.637675038266</c:v>
                </c:pt>
                <c:pt idx="185">
                  <c:v>-0.325611269058</c:v>
                </c:pt>
                <c:pt idx="186">
                  <c:v>-0.637675038266</c:v>
                </c:pt>
                <c:pt idx="187">
                  <c:v>-0.0759602536924</c:v>
                </c:pt>
                <c:pt idx="188">
                  <c:v>-0.0759602536924</c:v>
                </c:pt>
                <c:pt idx="189">
                  <c:v>-0.637675038266</c:v>
                </c:pt>
                <c:pt idx="190">
                  <c:v>-0.325611269058</c:v>
                </c:pt>
                <c:pt idx="191">
                  <c:v>0.0987954570639</c:v>
                </c:pt>
                <c:pt idx="192">
                  <c:v>-0.46291932751</c:v>
                </c:pt>
                <c:pt idx="193">
                  <c:v>-0.575262284424</c:v>
                </c:pt>
                <c:pt idx="194">
                  <c:v>0.0488652539907</c:v>
                </c:pt>
                <c:pt idx="195">
                  <c:v>-0.575262284424</c:v>
                </c:pt>
                <c:pt idx="196">
                  <c:v>-0.325611269058</c:v>
                </c:pt>
                <c:pt idx="197">
                  <c:v>-0.0759602536924</c:v>
                </c:pt>
                <c:pt idx="198">
                  <c:v>-0.325611269058</c:v>
                </c:pt>
                <c:pt idx="199">
                  <c:v>-0.325611269058</c:v>
                </c:pt>
                <c:pt idx="200">
                  <c:v>-0.325611269058</c:v>
                </c:pt>
                <c:pt idx="201">
                  <c:v>-0.82491329979</c:v>
                </c:pt>
                <c:pt idx="202">
                  <c:v>1.02250421392</c:v>
                </c:pt>
                <c:pt idx="203">
                  <c:v>-0.637675038266</c:v>
                </c:pt>
                <c:pt idx="204">
                  <c:v>-0.325611269058</c:v>
                </c:pt>
                <c:pt idx="205">
                  <c:v>-0.637675038266</c:v>
                </c:pt>
                <c:pt idx="206">
                  <c:v>-0.637675038266</c:v>
                </c:pt>
                <c:pt idx="207">
                  <c:v>0.0488652539907</c:v>
                </c:pt>
                <c:pt idx="208">
                  <c:v>-0.637675038266</c:v>
                </c:pt>
                <c:pt idx="209">
                  <c:v>-0.637675038266</c:v>
                </c:pt>
                <c:pt idx="210">
                  <c:v>-0.575262284424</c:v>
                </c:pt>
                <c:pt idx="211">
                  <c:v>-0.575262284424</c:v>
                </c:pt>
                <c:pt idx="212">
                  <c:v>0.548167284723</c:v>
                </c:pt>
                <c:pt idx="213">
                  <c:v>-0.575262284424</c:v>
                </c:pt>
                <c:pt idx="214">
                  <c:v>-0.575262284424</c:v>
                </c:pt>
                <c:pt idx="215">
                  <c:v>-0.575262284424</c:v>
                </c:pt>
                <c:pt idx="216">
                  <c:v>-0.325611269058</c:v>
                </c:pt>
                <c:pt idx="217">
                  <c:v>-0.625192487498</c:v>
                </c:pt>
                <c:pt idx="218">
                  <c:v>-0.3880240229</c:v>
                </c:pt>
                <c:pt idx="219">
                  <c:v>1.17229482314</c:v>
                </c:pt>
              </c:numCache>
            </c:numRef>
          </c:xVal>
          <c:yVal>
            <c:numRef>
              <c:f>'Chart Data'!$D$2:$D$221</c:f>
              <c:numCache>
                <c:formatCode>0.0</c:formatCode>
                <c:ptCount val="220"/>
                <c:pt idx="0">
                  <c:v>0.388095206998</c:v>
                </c:pt>
                <c:pt idx="1">
                  <c:v>0.444591270247</c:v>
                </c:pt>
                <c:pt idx="2">
                  <c:v>1.71978812644</c:v>
                </c:pt>
                <c:pt idx="3">
                  <c:v>2.08566739319</c:v>
                </c:pt>
                <c:pt idx="4">
                  <c:v>0.441900981521</c:v>
                </c:pt>
                <c:pt idx="5">
                  <c:v>0.441900981521</c:v>
                </c:pt>
                <c:pt idx="6">
                  <c:v>2.08566739319</c:v>
                </c:pt>
                <c:pt idx="7">
                  <c:v>-0.149962538229</c:v>
                </c:pt>
                <c:pt idx="8">
                  <c:v>1.46690098618</c:v>
                </c:pt>
                <c:pt idx="9">
                  <c:v>0.845444290442</c:v>
                </c:pt>
                <c:pt idx="10">
                  <c:v>-0.227980911287</c:v>
                </c:pt>
                <c:pt idx="11">
                  <c:v>1.46690098618</c:v>
                </c:pt>
                <c:pt idx="12">
                  <c:v>2.08566739319</c:v>
                </c:pt>
                <c:pt idx="13">
                  <c:v>0.468803868783</c:v>
                </c:pt>
                <c:pt idx="14">
                  <c:v>0.361192319737</c:v>
                </c:pt>
                <c:pt idx="15">
                  <c:v>2.08566739319</c:v>
                </c:pt>
                <c:pt idx="16">
                  <c:v>2.08566739319</c:v>
                </c:pt>
                <c:pt idx="17">
                  <c:v>1.59872513376</c:v>
                </c:pt>
                <c:pt idx="18">
                  <c:v>0.509158199675</c:v>
                </c:pt>
                <c:pt idx="19">
                  <c:v>1.46690098618</c:v>
                </c:pt>
                <c:pt idx="20">
                  <c:v>1.46690098618</c:v>
                </c:pt>
                <c:pt idx="21">
                  <c:v>1.00955190274</c:v>
                </c:pt>
                <c:pt idx="22">
                  <c:v>0.307386545214</c:v>
                </c:pt>
                <c:pt idx="23">
                  <c:v>1.46690098618</c:v>
                </c:pt>
                <c:pt idx="24">
                  <c:v>0.643672635982</c:v>
                </c:pt>
                <c:pt idx="25">
                  <c:v>0.573725129102</c:v>
                </c:pt>
                <c:pt idx="26">
                  <c:v>0.444591270247</c:v>
                </c:pt>
                <c:pt idx="27">
                  <c:v>2.08566739319</c:v>
                </c:pt>
                <c:pt idx="28">
                  <c:v>0.444591270247</c:v>
                </c:pt>
                <c:pt idx="29">
                  <c:v>1.51801647198</c:v>
                </c:pt>
                <c:pt idx="30">
                  <c:v>2.08566739319</c:v>
                </c:pt>
                <c:pt idx="31">
                  <c:v>1.46690098618</c:v>
                </c:pt>
                <c:pt idx="32">
                  <c:v>0.705549276683</c:v>
                </c:pt>
                <c:pt idx="33">
                  <c:v>2.08566739319</c:v>
                </c:pt>
                <c:pt idx="34">
                  <c:v>2.08566739319</c:v>
                </c:pt>
                <c:pt idx="35">
                  <c:v>1.46690098618</c:v>
                </c:pt>
                <c:pt idx="36">
                  <c:v>0.444591270247</c:v>
                </c:pt>
                <c:pt idx="37">
                  <c:v>0.240129327061</c:v>
                </c:pt>
                <c:pt idx="38">
                  <c:v>-0.257574087275</c:v>
                </c:pt>
                <c:pt idx="39">
                  <c:v>0.608698882542</c:v>
                </c:pt>
                <c:pt idx="40">
                  <c:v>1.00955190274</c:v>
                </c:pt>
                <c:pt idx="41">
                  <c:v>0.872347177703</c:v>
                </c:pt>
                <c:pt idx="42">
                  <c:v>1.46690098618</c:v>
                </c:pt>
                <c:pt idx="43">
                  <c:v>0.444591270247</c:v>
                </c:pt>
                <c:pt idx="44">
                  <c:v>0.791638515919</c:v>
                </c:pt>
                <c:pt idx="45">
                  <c:v>2.08566739319</c:v>
                </c:pt>
                <c:pt idx="46">
                  <c:v>1.46690098618</c:v>
                </c:pt>
                <c:pt idx="47">
                  <c:v>1.07411883216</c:v>
                </c:pt>
                <c:pt idx="48">
                  <c:v>0.509158199675</c:v>
                </c:pt>
                <c:pt idx="49">
                  <c:v>1.17904009248</c:v>
                </c:pt>
                <c:pt idx="50">
                  <c:v>0.444591270247</c:v>
                </c:pt>
                <c:pt idx="51">
                  <c:v>0.831992846811</c:v>
                </c:pt>
                <c:pt idx="52">
                  <c:v>0.22667788343</c:v>
                </c:pt>
                <c:pt idx="53">
                  <c:v>0.818541403181</c:v>
                </c:pt>
                <c:pt idx="54">
                  <c:v>1.73323957007</c:v>
                </c:pt>
                <c:pt idx="55">
                  <c:v>0.710929854135</c:v>
                </c:pt>
                <c:pt idx="56">
                  <c:v>1.46690098618</c:v>
                </c:pt>
                <c:pt idx="57">
                  <c:v>0.912701508595</c:v>
                </c:pt>
                <c:pt idx="58">
                  <c:v>-0.0154481019222</c:v>
                </c:pt>
                <c:pt idx="59">
                  <c:v>0.186323552538</c:v>
                </c:pt>
                <c:pt idx="60">
                  <c:v>0.334289432476</c:v>
                </c:pt>
                <c:pt idx="61">
                  <c:v>0.831992846811</c:v>
                </c:pt>
                <c:pt idx="62">
                  <c:v>0.444591270247</c:v>
                </c:pt>
                <c:pt idx="63">
                  <c:v>0.444591270247</c:v>
                </c:pt>
                <c:pt idx="64">
                  <c:v>-0.445894298104</c:v>
                </c:pt>
                <c:pt idx="65">
                  <c:v>0.428449537891</c:v>
                </c:pt>
                <c:pt idx="66">
                  <c:v>0.506467910949</c:v>
                </c:pt>
                <c:pt idx="67">
                  <c:v>2.08566739319</c:v>
                </c:pt>
                <c:pt idx="68">
                  <c:v>2.08566739319</c:v>
                </c:pt>
                <c:pt idx="69">
                  <c:v>1.00955190274</c:v>
                </c:pt>
                <c:pt idx="70">
                  <c:v>1.00955190274</c:v>
                </c:pt>
                <c:pt idx="71">
                  <c:v>2.08566739319</c:v>
                </c:pt>
                <c:pt idx="72">
                  <c:v>0.353121453559</c:v>
                </c:pt>
                <c:pt idx="73">
                  <c:v>-0.217219756383</c:v>
                </c:pt>
                <c:pt idx="74">
                  <c:v>0.441900981521</c:v>
                </c:pt>
                <c:pt idx="75">
                  <c:v>1.46690098618</c:v>
                </c:pt>
                <c:pt idx="76">
                  <c:v>1.77359390096</c:v>
                </c:pt>
                <c:pt idx="77">
                  <c:v>0.778187072288</c:v>
                </c:pt>
                <c:pt idx="78">
                  <c:v>2.08566739319</c:v>
                </c:pt>
                <c:pt idx="79">
                  <c:v>2.08566739319</c:v>
                </c:pt>
                <c:pt idx="80">
                  <c:v>-0.217219756383</c:v>
                </c:pt>
                <c:pt idx="81">
                  <c:v>0.307386545214</c:v>
                </c:pt>
                <c:pt idx="82">
                  <c:v>1.00955190274</c:v>
                </c:pt>
                <c:pt idx="83">
                  <c:v>1.46690098618</c:v>
                </c:pt>
                <c:pt idx="84">
                  <c:v>0.441900981521</c:v>
                </c:pt>
                <c:pt idx="85">
                  <c:v>0.979958726749</c:v>
                </c:pt>
                <c:pt idx="86">
                  <c:v>0.444591270247</c:v>
                </c:pt>
                <c:pt idx="87">
                  <c:v>1.00955190274</c:v>
                </c:pt>
                <c:pt idx="88">
                  <c:v>0.630221192351</c:v>
                </c:pt>
                <c:pt idx="89">
                  <c:v>0.966507283118</c:v>
                </c:pt>
                <c:pt idx="90">
                  <c:v>-0.362495347594</c:v>
                </c:pt>
                <c:pt idx="91">
                  <c:v>0.710929854135</c:v>
                </c:pt>
                <c:pt idx="92">
                  <c:v>1.07411883216</c:v>
                </c:pt>
                <c:pt idx="93">
                  <c:v>2.08566739319</c:v>
                </c:pt>
                <c:pt idx="94">
                  <c:v>0.778187072288</c:v>
                </c:pt>
                <c:pt idx="95">
                  <c:v>0.444591270247</c:v>
                </c:pt>
                <c:pt idx="96">
                  <c:v>-0.203768312752</c:v>
                </c:pt>
                <c:pt idx="97">
                  <c:v>2.08566739319</c:v>
                </c:pt>
                <c:pt idx="98">
                  <c:v>1.85430256274</c:v>
                </c:pt>
                <c:pt idx="99">
                  <c:v>0.444591270247</c:v>
                </c:pt>
                <c:pt idx="100">
                  <c:v>1.46690098618</c:v>
                </c:pt>
                <c:pt idx="101">
                  <c:v>0.444591270247</c:v>
                </c:pt>
                <c:pt idx="102">
                  <c:v>0.710929854135</c:v>
                </c:pt>
                <c:pt idx="103">
                  <c:v>1.78704534459</c:v>
                </c:pt>
                <c:pt idx="104">
                  <c:v>0.541441664388</c:v>
                </c:pt>
                <c:pt idx="105">
                  <c:v>0.603318305089</c:v>
                </c:pt>
                <c:pt idx="106">
                  <c:v>0.444591270247</c:v>
                </c:pt>
                <c:pt idx="107">
                  <c:v>0.831992846811</c:v>
                </c:pt>
                <c:pt idx="108">
                  <c:v>0.697478410504</c:v>
                </c:pt>
                <c:pt idx="109">
                  <c:v>-0.217219756383</c:v>
                </c:pt>
                <c:pt idx="110">
                  <c:v>-0.149962538229</c:v>
                </c:pt>
                <c:pt idx="111">
                  <c:v>2.08566739319</c:v>
                </c:pt>
                <c:pt idx="112">
                  <c:v>2.08566739319</c:v>
                </c:pt>
                <c:pt idx="113">
                  <c:v>1.46690098618</c:v>
                </c:pt>
                <c:pt idx="114">
                  <c:v>0.778187072288</c:v>
                </c:pt>
                <c:pt idx="115">
                  <c:v>1.46690098618</c:v>
                </c:pt>
                <c:pt idx="116">
                  <c:v>0.388095206998</c:v>
                </c:pt>
                <c:pt idx="117">
                  <c:v>2.08566739319</c:v>
                </c:pt>
                <c:pt idx="118">
                  <c:v>0.0921634471233</c:v>
                </c:pt>
                <c:pt idx="119">
                  <c:v>0.444591270247</c:v>
                </c:pt>
                <c:pt idx="120">
                  <c:v>0.697478410504</c:v>
                </c:pt>
                <c:pt idx="121">
                  <c:v>0.388095206998</c:v>
                </c:pt>
                <c:pt idx="122">
                  <c:v>0.0921634471233</c:v>
                </c:pt>
                <c:pt idx="123">
                  <c:v>-0.405539967212</c:v>
                </c:pt>
                <c:pt idx="124">
                  <c:v>1.8596831402</c:v>
                </c:pt>
                <c:pt idx="125">
                  <c:v>0.444591270247</c:v>
                </c:pt>
                <c:pt idx="126">
                  <c:v>2.08566739319</c:v>
                </c:pt>
                <c:pt idx="127">
                  <c:v>0.778187072288</c:v>
                </c:pt>
                <c:pt idx="128">
                  <c:v>0.818541403181</c:v>
                </c:pt>
                <c:pt idx="129">
                  <c:v>2.08566739319</c:v>
                </c:pt>
                <c:pt idx="130">
                  <c:v>1.46690098618</c:v>
                </c:pt>
                <c:pt idx="131">
                  <c:v>0.791638515919</c:v>
                </c:pt>
                <c:pt idx="132">
                  <c:v>0.778187072288</c:v>
                </c:pt>
                <c:pt idx="133">
                  <c:v>1.07411883216</c:v>
                </c:pt>
                <c:pt idx="134">
                  <c:v>0.444591270247</c:v>
                </c:pt>
                <c:pt idx="135">
                  <c:v>0.643672635982</c:v>
                </c:pt>
                <c:pt idx="136">
                  <c:v>0.444591270247</c:v>
                </c:pt>
                <c:pt idx="137">
                  <c:v>0.388095206998</c:v>
                </c:pt>
                <c:pt idx="138">
                  <c:v>1.06066738853</c:v>
                </c:pt>
                <c:pt idx="139">
                  <c:v>1.46690098618</c:v>
                </c:pt>
                <c:pt idx="140">
                  <c:v>1.46690098618</c:v>
                </c:pt>
                <c:pt idx="141">
                  <c:v>1.46690098618</c:v>
                </c:pt>
                <c:pt idx="142">
                  <c:v>0.334289432476</c:v>
                </c:pt>
                <c:pt idx="143">
                  <c:v>2.08566739319</c:v>
                </c:pt>
                <c:pt idx="144">
                  <c:v>0.778187072288</c:v>
                </c:pt>
                <c:pt idx="145">
                  <c:v>0.444591270247</c:v>
                </c:pt>
                <c:pt idx="146">
                  <c:v>1.00686161401</c:v>
                </c:pt>
                <c:pt idx="147">
                  <c:v>0.643672635982</c:v>
                </c:pt>
                <c:pt idx="148">
                  <c:v>0.643672635982</c:v>
                </c:pt>
                <c:pt idx="149">
                  <c:v>2.08566739319</c:v>
                </c:pt>
                <c:pt idx="150">
                  <c:v>2.33855453345</c:v>
                </c:pt>
                <c:pt idx="151">
                  <c:v>0.466113580056</c:v>
                </c:pt>
                <c:pt idx="152">
                  <c:v>0.541441664388</c:v>
                </c:pt>
                <c:pt idx="153">
                  <c:v>-0.069253876445</c:v>
                </c:pt>
                <c:pt idx="154">
                  <c:v>1.46690098618</c:v>
                </c:pt>
                <c:pt idx="155">
                  <c:v>-0.00199665829151</c:v>
                </c:pt>
                <c:pt idx="156">
                  <c:v>0.630221192351</c:v>
                </c:pt>
                <c:pt idx="157">
                  <c:v>2.08566739319</c:v>
                </c:pt>
                <c:pt idx="158">
                  <c:v>-0.486248628996</c:v>
                </c:pt>
                <c:pt idx="159">
                  <c:v>0.444591270247</c:v>
                </c:pt>
                <c:pt idx="160">
                  <c:v>-0.16341398186</c:v>
                </c:pt>
                <c:pt idx="161">
                  <c:v>2.08566739319</c:v>
                </c:pt>
                <c:pt idx="162">
                  <c:v>0.444591270247</c:v>
                </c:pt>
                <c:pt idx="163">
                  <c:v>1.07411883216</c:v>
                </c:pt>
                <c:pt idx="164">
                  <c:v>0.444591270247</c:v>
                </c:pt>
                <c:pt idx="165">
                  <c:v>0.710929854135</c:v>
                </c:pt>
                <c:pt idx="166">
                  <c:v>0.0921634471233</c:v>
                </c:pt>
                <c:pt idx="167">
                  <c:v>0.831992846811</c:v>
                </c:pt>
                <c:pt idx="168">
                  <c:v>1.00955190274</c:v>
                </c:pt>
                <c:pt idx="169">
                  <c:v>-0.445894298104</c:v>
                </c:pt>
                <c:pt idx="170">
                  <c:v>0.675956100695</c:v>
                </c:pt>
                <c:pt idx="171">
                  <c:v>1.00686161401</c:v>
                </c:pt>
                <c:pt idx="172">
                  <c:v>0.0921634471233</c:v>
                </c:pt>
                <c:pt idx="173">
                  <c:v>1.63907946465</c:v>
                </c:pt>
                <c:pt idx="174">
                  <c:v>0.22667788343</c:v>
                </c:pt>
                <c:pt idx="175">
                  <c:v>0.643672635982</c:v>
                </c:pt>
                <c:pt idx="176">
                  <c:v>1.46690098618</c:v>
                </c:pt>
                <c:pt idx="177">
                  <c:v>1.0983314307</c:v>
                </c:pt>
                <c:pt idx="178">
                  <c:v>0.444591270247</c:v>
                </c:pt>
                <c:pt idx="179">
                  <c:v>2.08566739319</c:v>
                </c:pt>
                <c:pt idx="180">
                  <c:v>0.603318305089</c:v>
                </c:pt>
                <c:pt idx="181">
                  <c:v>0.0652605598619</c:v>
                </c:pt>
                <c:pt idx="182">
                  <c:v>2.08566739319</c:v>
                </c:pt>
                <c:pt idx="183">
                  <c:v>0.444591270247</c:v>
                </c:pt>
                <c:pt idx="184">
                  <c:v>1.00955190274</c:v>
                </c:pt>
                <c:pt idx="185">
                  <c:v>1.46690098618</c:v>
                </c:pt>
                <c:pt idx="186">
                  <c:v>2.08566739319</c:v>
                </c:pt>
                <c:pt idx="187">
                  <c:v>1.85430256274</c:v>
                </c:pt>
                <c:pt idx="188">
                  <c:v>0.541441664388</c:v>
                </c:pt>
                <c:pt idx="189">
                  <c:v>1.71978812644</c:v>
                </c:pt>
                <c:pt idx="190">
                  <c:v>1.07411883216</c:v>
                </c:pt>
                <c:pt idx="191">
                  <c:v>-0.257574087275</c:v>
                </c:pt>
                <c:pt idx="192">
                  <c:v>1.28934193025</c:v>
                </c:pt>
                <c:pt idx="193">
                  <c:v>0.509158199675</c:v>
                </c:pt>
                <c:pt idx="194">
                  <c:v>0.388095206998</c:v>
                </c:pt>
                <c:pt idx="195">
                  <c:v>0.710929854135</c:v>
                </c:pt>
                <c:pt idx="196">
                  <c:v>1.46690098618</c:v>
                </c:pt>
                <c:pt idx="197">
                  <c:v>0.899250064965</c:v>
                </c:pt>
                <c:pt idx="198">
                  <c:v>1.46690098618</c:v>
                </c:pt>
                <c:pt idx="199">
                  <c:v>0.778187072288</c:v>
                </c:pt>
                <c:pt idx="200">
                  <c:v>1.46690098618</c:v>
                </c:pt>
                <c:pt idx="201">
                  <c:v>0.681336678147</c:v>
                </c:pt>
                <c:pt idx="202">
                  <c:v>0.22667788343</c:v>
                </c:pt>
                <c:pt idx="203">
                  <c:v>1.46690098618</c:v>
                </c:pt>
                <c:pt idx="204">
                  <c:v>0.643672635982</c:v>
                </c:pt>
                <c:pt idx="205">
                  <c:v>1.46690098618</c:v>
                </c:pt>
                <c:pt idx="206">
                  <c:v>2.08566739319</c:v>
                </c:pt>
                <c:pt idx="207">
                  <c:v>0.939604395857</c:v>
                </c:pt>
                <c:pt idx="208">
                  <c:v>2.08566739319</c:v>
                </c:pt>
                <c:pt idx="209">
                  <c:v>2.08566739319</c:v>
                </c:pt>
                <c:pt idx="210">
                  <c:v>0.778187072288</c:v>
                </c:pt>
                <c:pt idx="211">
                  <c:v>0.444591270247</c:v>
                </c:pt>
                <c:pt idx="212">
                  <c:v>0.885798621334</c:v>
                </c:pt>
                <c:pt idx="213">
                  <c:v>0.444591270247</c:v>
                </c:pt>
                <c:pt idx="214">
                  <c:v>0.444591270247</c:v>
                </c:pt>
                <c:pt idx="215">
                  <c:v>0.444591270247</c:v>
                </c:pt>
                <c:pt idx="216">
                  <c:v>2.08566739319</c:v>
                </c:pt>
                <c:pt idx="217">
                  <c:v>0.872347177703</c:v>
                </c:pt>
                <c:pt idx="218">
                  <c:v>1.53146791561</c:v>
                </c:pt>
                <c:pt idx="219">
                  <c:v>0.522609643305</c:v>
                </c:pt>
              </c:numCache>
            </c:numRef>
          </c:yVal>
        </c:ser>
        <c:ser>
          <c:idx val="2"/>
          <c:order val="2"/>
          <c:tx>
            <c:v>C2</c:v>
          </c:tx>
          <c:spPr>
            <a:ln xmlns:a="http://schemas.openxmlformats.org/drawingml/2006/main" w="0">
              <a:noFill/>
            </a:ln>
          </c:spPr>
          <c:marker>
            <c:symbol val="circle"/>
            <c:size val="4"/>
            <c:spPr>
              <a:solidFill xmlns:a="http://schemas.openxmlformats.org/drawingml/2006/main">
                <a:srgbClr val="DE8736"/>
              </a:solidFill>
            </c:spPr>
          </c:marker>
          <c:xVal>
            <c:numRef>
              <c:f>'Chart Data'!$E$2:$E$221</c:f>
              <c:numCache>
                <c:formatCode>General</c:formatCode>
                <c:ptCount val="220"/>
                <c:pt idx="0">
                  <c:v>3.29432845375</c:v>
                </c:pt>
                <c:pt idx="1">
                  <c:v>3.68128752757</c:v>
                </c:pt>
                <c:pt idx="2">
                  <c:v>2.35813714613</c:v>
                </c:pt>
                <c:pt idx="3">
                  <c:v>3.54397946911</c:v>
                </c:pt>
                <c:pt idx="4">
                  <c:v>1.29712033082</c:v>
                </c:pt>
                <c:pt idx="5">
                  <c:v>2.35813714613</c:v>
                </c:pt>
                <c:pt idx="6">
                  <c:v>3.04467743838</c:v>
                </c:pt>
                <c:pt idx="7">
                  <c:v>2.35813714613</c:v>
                </c:pt>
                <c:pt idx="8">
                  <c:v>3.95590364447</c:v>
                </c:pt>
                <c:pt idx="9">
                  <c:v>2.12096868153</c:v>
                </c:pt>
                <c:pt idx="10">
                  <c:v>2.35813714613</c:v>
                </c:pt>
                <c:pt idx="11">
                  <c:v>1.92124786924</c:v>
                </c:pt>
                <c:pt idx="12">
                  <c:v>3.29432845375</c:v>
                </c:pt>
                <c:pt idx="13">
                  <c:v>3.54397946911</c:v>
                </c:pt>
                <c:pt idx="14">
                  <c:v>2.55785795842</c:v>
                </c:pt>
                <c:pt idx="15">
                  <c:v>1.1098820693</c:v>
                </c:pt>
                <c:pt idx="16">
                  <c:v>3.54397946911</c:v>
                </c:pt>
                <c:pt idx="17">
                  <c:v>1.92124786924</c:v>
                </c:pt>
                <c:pt idx="18">
                  <c:v>1.73400960771</c:v>
                </c:pt>
                <c:pt idx="19">
                  <c:v>2.35813714613</c:v>
                </c:pt>
                <c:pt idx="20">
                  <c:v>1.92124786924</c:v>
                </c:pt>
                <c:pt idx="21">
                  <c:v>1.73400960771</c:v>
                </c:pt>
                <c:pt idx="22">
                  <c:v>2.12096868153</c:v>
                </c:pt>
                <c:pt idx="23">
                  <c:v>3.29432845375</c:v>
                </c:pt>
                <c:pt idx="24">
                  <c:v>3.04467743838</c:v>
                </c:pt>
                <c:pt idx="25">
                  <c:v>1.20974247544</c:v>
                </c:pt>
                <c:pt idx="26">
                  <c:v>2.12096868153</c:v>
                </c:pt>
                <c:pt idx="27">
                  <c:v>1.84635256463</c:v>
                </c:pt>
                <c:pt idx="28">
                  <c:v>2.6452358138</c:v>
                </c:pt>
                <c:pt idx="29">
                  <c:v>2.35813714613</c:v>
                </c:pt>
                <c:pt idx="30">
                  <c:v>3.54397946911</c:v>
                </c:pt>
                <c:pt idx="31">
                  <c:v>3.01971233685</c:v>
                </c:pt>
                <c:pt idx="32">
                  <c:v>3.54397946911</c:v>
                </c:pt>
                <c:pt idx="33">
                  <c:v>0.972574010845</c:v>
                </c:pt>
                <c:pt idx="34">
                  <c:v>3.54397946911</c:v>
                </c:pt>
                <c:pt idx="35">
                  <c:v>3.04467743838</c:v>
                </c:pt>
                <c:pt idx="36">
                  <c:v>3.54397946911</c:v>
                </c:pt>
                <c:pt idx="37">
                  <c:v>1.92124786924</c:v>
                </c:pt>
                <c:pt idx="38">
                  <c:v>1.84635256463</c:v>
                </c:pt>
                <c:pt idx="39">
                  <c:v>2.99474723531</c:v>
                </c:pt>
                <c:pt idx="40">
                  <c:v>4.00583384754</c:v>
                </c:pt>
                <c:pt idx="41">
                  <c:v>3.54397946911</c:v>
                </c:pt>
                <c:pt idx="42">
                  <c:v>3.29432845375</c:v>
                </c:pt>
                <c:pt idx="43">
                  <c:v>3.54397946911</c:v>
                </c:pt>
                <c:pt idx="44">
                  <c:v>1.70904450617</c:v>
                </c:pt>
                <c:pt idx="45">
                  <c:v>1.29712033082</c:v>
                </c:pt>
                <c:pt idx="46">
                  <c:v>3.95590364447</c:v>
                </c:pt>
                <c:pt idx="47">
                  <c:v>3.41915396143</c:v>
                </c:pt>
                <c:pt idx="48">
                  <c:v>2.35813714613</c:v>
                </c:pt>
                <c:pt idx="49">
                  <c:v>3.36922375836</c:v>
                </c:pt>
                <c:pt idx="50">
                  <c:v>4.00583384754</c:v>
                </c:pt>
                <c:pt idx="51">
                  <c:v>2.35813714613</c:v>
                </c:pt>
                <c:pt idx="52">
                  <c:v>3.54397946911</c:v>
                </c:pt>
                <c:pt idx="53">
                  <c:v>1.73400960771</c:v>
                </c:pt>
                <c:pt idx="54">
                  <c:v>1.84635256463</c:v>
                </c:pt>
                <c:pt idx="55">
                  <c:v>2.35813714613</c:v>
                </c:pt>
                <c:pt idx="56">
                  <c:v>2.12096868153</c:v>
                </c:pt>
                <c:pt idx="57">
                  <c:v>2.85743917686</c:v>
                </c:pt>
                <c:pt idx="58">
                  <c:v>1.73400960771</c:v>
                </c:pt>
                <c:pt idx="59">
                  <c:v>3.54397946911</c:v>
                </c:pt>
                <c:pt idx="60">
                  <c:v>3.31929355529</c:v>
                </c:pt>
                <c:pt idx="61">
                  <c:v>1.84635256463</c:v>
                </c:pt>
                <c:pt idx="62">
                  <c:v>3.95590364447</c:v>
                </c:pt>
                <c:pt idx="63">
                  <c:v>3.04467743838</c:v>
                </c:pt>
                <c:pt idx="64">
                  <c:v>3.29432845375</c:v>
                </c:pt>
                <c:pt idx="65">
                  <c:v>2.05855592769</c:v>
                </c:pt>
                <c:pt idx="66">
                  <c:v>3.31929355529</c:v>
                </c:pt>
                <c:pt idx="67">
                  <c:v>3.29432845375</c:v>
                </c:pt>
                <c:pt idx="68">
                  <c:v>2.35813714613</c:v>
                </c:pt>
                <c:pt idx="69">
                  <c:v>3.31929355529</c:v>
                </c:pt>
                <c:pt idx="70">
                  <c:v>3.54397946911</c:v>
                </c:pt>
                <c:pt idx="71">
                  <c:v>2.35813714613</c:v>
                </c:pt>
                <c:pt idx="72">
                  <c:v>3.75618283218</c:v>
                </c:pt>
                <c:pt idx="73">
                  <c:v>3.95590364447</c:v>
                </c:pt>
                <c:pt idx="74">
                  <c:v>3.54397946911</c:v>
                </c:pt>
                <c:pt idx="75">
                  <c:v>2.35813714613</c:v>
                </c:pt>
                <c:pt idx="76">
                  <c:v>2.1708988846</c:v>
                </c:pt>
                <c:pt idx="77">
                  <c:v>2.35813714613</c:v>
                </c:pt>
                <c:pt idx="78">
                  <c:v>2.29572439228</c:v>
                </c:pt>
                <c:pt idx="79">
                  <c:v>3.21943314914</c:v>
                </c:pt>
                <c:pt idx="80">
                  <c:v>3.54397946911</c:v>
                </c:pt>
                <c:pt idx="81">
                  <c:v>3.29432845375</c:v>
                </c:pt>
                <c:pt idx="82">
                  <c:v>2.35813714613</c:v>
                </c:pt>
                <c:pt idx="83">
                  <c:v>1.79642236155</c:v>
                </c:pt>
                <c:pt idx="84">
                  <c:v>3.40667141066</c:v>
                </c:pt>
                <c:pt idx="85">
                  <c:v>2.35813714613</c:v>
                </c:pt>
                <c:pt idx="86">
                  <c:v>1.73400960771</c:v>
                </c:pt>
                <c:pt idx="87">
                  <c:v>3.04467743838</c:v>
                </c:pt>
                <c:pt idx="88">
                  <c:v>1.73400960771</c:v>
                </c:pt>
                <c:pt idx="89">
                  <c:v>1.29712033082</c:v>
                </c:pt>
                <c:pt idx="90">
                  <c:v>3.54397946911</c:v>
                </c:pt>
                <c:pt idx="91">
                  <c:v>3.54397946911</c:v>
                </c:pt>
                <c:pt idx="92">
                  <c:v>2.35813714613</c:v>
                </c:pt>
                <c:pt idx="93">
                  <c:v>3.31929355529</c:v>
                </c:pt>
                <c:pt idx="94">
                  <c:v>2.35813714613</c:v>
                </c:pt>
                <c:pt idx="95">
                  <c:v>1.92124786924</c:v>
                </c:pt>
                <c:pt idx="96">
                  <c:v>3.54397946911</c:v>
                </c:pt>
                <c:pt idx="97">
                  <c:v>2.88240427839</c:v>
                </c:pt>
                <c:pt idx="98">
                  <c:v>2.94481703224</c:v>
                </c:pt>
                <c:pt idx="99">
                  <c:v>2.39558479843</c:v>
                </c:pt>
                <c:pt idx="100">
                  <c:v>3.40667141066</c:v>
                </c:pt>
                <c:pt idx="101">
                  <c:v>2.85743917686</c:v>
                </c:pt>
                <c:pt idx="102">
                  <c:v>3.54397946911</c:v>
                </c:pt>
                <c:pt idx="103">
                  <c:v>2.35813714613</c:v>
                </c:pt>
                <c:pt idx="104">
                  <c:v>2.85743917686</c:v>
                </c:pt>
                <c:pt idx="105">
                  <c:v>2.35813714613</c:v>
                </c:pt>
                <c:pt idx="106">
                  <c:v>1.8962827677</c:v>
                </c:pt>
                <c:pt idx="107">
                  <c:v>2.54537540765</c:v>
                </c:pt>
                <c:pt idx="108">
                  <c:v>3.04467743838</c:v>
                </c:pt>
                <c:pt idx="109">
                  <c:v>0.747888097016</c:v>
                </c:pt>
                <c:pt idx="110">
                  <c:v>2.35813714613</c:v>
                </c:pt>
                <c:pt idx="111">
                  <c:v>2.04607337692</c:v>
                </c:pt>
                <c:pt idx="112">
                  <c:v>3.68128752757</c:v>
                </c:pt>
                <c:pt idx="113">
                  <c:v>3.54397946911</c:v>
                </c:pt>
                <c:pt idx="114">
                  <c:v>3.54397946911</c:v>
                </c:pt>
                <c:pt idx="115">
                  <c:v>3.23191569991</c:v>
                </c:pt>
                <c:pt idx="116">
                  <c:v>3.04467743838</c:v>
                </c:pt>
                <c:pt idx="117">
                  <c:v>3.54397946911</c:v>
                </c:pt>
                <c:pt idx="118">
                  <c:v>4.60499628442</c:v>
                </c:pt>
                <c:pt idx="119">
                  <c:v>2.12096868153</c:v>
                </c:pt>
                <c:pt idx="120">
                  <c:v>1.67159685387</c:v>
                </c:pt>
                <c:pt idx="121">
                  <c:v>3.10709019222</c:v>
                </c:pt>
                <c:pt idx="122">
                  <c:v>3.45660161374</c:v>
                </c:pt>
                <c:pt idx="123">
                  <c:v>1.79642236155</c:v>
                </c:pt>
                <c:pt idx="124">
                  <c:v>2.54537540765</c:v>
                </c:pt>
                <c:pt idx="125">
                  <c:v>5.4787748382</c:v>
                </c:pt>
                <c:pt idx="126">
                  <c:v>1.92124786924</c:v>
                </c:pt>
                <c:pt idx="127">
                  <c:v>3.29432845375</c:v>
                </c:pt>
                <c:pt idx="128">
                  <c:v>3.95590364447</c:v>
                </c:pt>
                <c:pt idx="129">
                  <c:v>1.92124786924</c:v>
                </c:pt>
                <c:pt idx="130">
                  <c:v>3.29432845375</c:v>
                </c:pt>
                <c:pt idx="131">
                  <c:v>2.35813714613</c:v>
                </c:pt>
                <c:pt idx="132">
                  <c:v>1.84635256463</c:v>
                </c:pt>
                <c:pt idx="133">
                  <c:v>2.12096868153</c:v>
                </c:pt>
                <c:pt idx="134">
                  <c:v>3.79363048448</c:v>
                </c:pt>
                <c:pt idx="135">
                  <c:v>3.69377007833</c:v>
                </c:pt>
                <c:pt idx="136">
                  <c:v>3.29432845375</c:v>
                </c:pt>
                <c:pt idx="137">
                  <c:v>2.14593378307</c:v>
                </c:pt>
                <c:pt idx="138">
                  <c:v>2.03359082615</c:v>
                </c:pt>
                <c:pt idx="139">
                  <c:v>3.29432845375</c:v>
                </c:pt>
                <c:pt idx="140">
                  <c:v>1.15981227237</c:v>
                </c:pt>
                <c:pt idx="141">
                  <c:v>3.29432845375</c:v>
                </c:pt>
                <c:pt idx="142">
                  <c:v>3.16950294607</c:v>
                </c:pt>
                <c:pt idx="143">
                  <c:v>1.92124786924</c:v>
                </c:pt>
                <c:pt idx="144">
                  <c:v>2.35813714613</c:v>
                </c:pt>
                <c:pt idx="145">
                  <c:v>3.29432845375</c:v>
                </c:pt>
                <c:pt idx="146">
                  <c:v>1.29712033082</c:v>
                </c:pt>
                <c:pt idx="147">
                  <c:v>2.35813714613</c:v>
                </c:pt>
                <c:pt idx="148">
                  <c:v>2.03359082615</c:v>
                </c:pt>
                <c:pt idx="149">
                  <c:v>3.95590364447</c:v>
                </c:pt>
                <c:pt idx="150">
                  <c:v>1.3844981862</c:v>
                </c:pt>
                <c:pt idx="151">
                  <c:v>3.54397946911</c:v>
                </c:pt>
                <c:pt idx="152">
                  <c:v>2.35813714613</c:v>
                </c:pt>
                <c:pt idx="153">
                  <c:v>1.73400960771</c:v>
                </c:pt>
                <c:pt idx="154">
                  <c:v>3.98086874601</c:v>
                </c:pt>
                <c:pt idx="155">
                  <c:v>3.54397946911</c:v>
                </c:pt>
                <c:pt idx="156">
                  <c:v>2.05855592769</c:v>
                </c:pt>
                <c:pt idx="157">
                  <c:v>3.16950294607</c:v>
                </c:pt>
                <c:pt idx="158">
                  <c:v>3.29432845375</c:v>
                </c:pt>
                <c:pt idx="159">
                  <c:v>1.79642236155</c:v>
                </c:pt>
                <c:pt idx="160">
                  <c:v>2.35813714613</c:v>
                </c:pt>
                <c:pt idx="161">
                  <c:v>2.35813714613</c:v>
                </c:pt>
                <c:pt idx="162">
                  <c:v>2.35813714613</c:v>
                </c:pt>
                <c:pt idx="163">
                  <c:v>2.83247407532</c:v>
                </c:pt>
                <c:pt idx="164">
                  <c:v>3.31929355529</c:v>
                </c:pt>
                <c:pt idx="165">
                  <c:v>3.54397946911</c:v>
                </c:pt>
                <c:pt idx="166">
                  <c:v>2.30820694305</c:v>
                </c:pt>
                <c:pt idx="167">
                  <c:v>1.67159685387</c:v>
                </c:pt>
                <c:pt idx="168">
                  <c:v>2.35813714613</c:v>
                </c:pt>
                <c:pt idx="169">
                  <c:v>2.35813714613</c:v>
                </c:pt>
                <c:pt idx="170">
                  <c:v>1.92124786924</c:v>
                </c:pt>
                <c:pt idx="171">
                  <c:v>1.92124786924</c:v>
                </c:pt>
                <c:pt idx="172">
                  <c:v>3.54397946911</c:v>
                </c:pt>
                <c:pt idx="173">
                  <c:v>2.35813714613</c:v>
                </c:pt>
                <c:pt idx="174">
                  <c:v>1.92124786924</c:v>
                </c:pt>
                <c:pt idx="175">
                  <c:v>3.54397946911</c:v>
                </c:pt>
                <c:pt idx="176">
                  <c:v>1.73400960771</c:v>
                </c:pt>
                <c:pt idx="177">
                  <c:v>3.54397946911</c:v>
                </c:pt>
                <c:pt idx="178">
                  <c:v>3.29432845375</c:v>
                </c:pt>
                <c:pt idx="179">
                  <c:v>4.79223454595</c:v>
                </c:pt>
                <c:pt idx="180">
                  <c:v>3.54397946911</c:v>
                </c:pt>
                <c:pt idx="181">
                  <c:v>1.73400960771</c:v>
                </c:pt>
                <c:pt idx="182">
                  <c:v>1.3844981862</c:v>
                </c:pt>
                <c:pt idx="183">
                  <c:v>1.84635256463</c:v>
                </c:pt>
                <c:pt idx="184">
                  <c:v>1.79642236155</c:v>
                </c:pt>
                <c:pt idx="185">
                  <c:v>3.31929355529</c:v>
                </c:pt>
                <c:pt idx="186">
                  <c:v>3.95590364447</c:v>
                </c:pt>
                <c:pt idx="187">
                  <c:v>2.99474723531</c:v>
                </c:pt>
                <c:pt idx="188">
                  <c:v>3.54397946911</c:v>
                </c:pt>
                <c:pt idx="189">
                  <c:v>1.84635256463</c:v>
                </c:pt>
                <c:pt idx="190">
                  <c:v>3.04467743838</c:v>
                </c:pt>
                <c:pt idx="191">
                  <c:v>4.79223454595</c:v>
                </c:pt>
                <c:pt idx="192">
                  <c:v>2.55785795842</c:v>
                </c:pt>
                <c:pt idx="193">
                  <c:v>2.35813714613</c:v>
                </c:pt>
                <c:pt idx="194">
                  <c:v>1.73400960771</c:v>
                </c:pt>
                <c:pt idx="195">
                  <c:v>2.35813714613</c:v>
                </c:pt>
                <c:pt idx="196">
                  <c:v>3.31929355529</c:v>
                </c:pt>
                <c:pt idx="197">
                  <c:v>2.12096868153</c:v>
                </c:pt>
                <c:pt idx="198">
                  <c:v>1.92124786924</c:v>
                </c:pt>
                <c:pt idx="199">
                  <c:v>2.12096868153</c:v>
                </c:pt>
                <c:pt idx="200">
                  <c:v>3.29432845375</c:v>
                </c:pt>
                <c:pt idx="201">
                  <c:v>3.91845599216</c:v>
                </c:pt>
                <c:pt idx="202">
                  <c:v>2.35813714613</c:v>
                </c:pt>
                <c:pt idx="203">
                  <c:v>3.54397946911</c:v>
                </c:pt>
                <c:pt idx="204">
                  <c:v>3.04467743838</c:v>
                </c:pt>
                <c:pt idx="205">
                  <c:v>3.31929355529</c:v>
                </c:pt>
                <c:pt idx="206">
                  <c:v>2.35813714613</c:v>
                </c:pt>
                <c:pt idx="207">
                  <c:v>2.05855592769</c:v>
                </c:pt>
                <c:pt idx="208">
                  <c:v>3.95590364447</c:v>
                </c:pt>
                <c:pt idx="209">
                  <c:v>2.35813714613</c:v>
                </c:pt>
                <c:pt idx="210">
                  <c:v>2.22082908768</c:v>
                </c:pt>
                <c:pt idx="211">
                  <c:v>3.31929355529</c:v>
                </c:pt>
                <c:pt idx="212">
                  <c:v>2.35813714613</c:v>
                </c:pt>
                <c:pt idx="213">
                  <c:v>2.85743917686</c:v>
                </c:pt>
                <c:pt idx="214">
                  <c:v>3.04467743838</c:v>
                </c:pt>
                <c:pt idx="215">
                  <c:v>3.54397946911</c:v>
                </c:pt>
                <c:pt idx="216">
                  <c:v>2.85743917686</c:v>
                </c:pt>
                <c:pt idx="217">
                  <c:v>3.68128752757</c:v>
                </c:pt>
                <c:pt idx="218">
                  <c:v>3.54397946911</c:v>
                </c:pt>
                <c:pt idx="219">
                  <c:v>3.29432845375</c:v>
                </c:pt>
              </c:numCache>
            </c:numRef>
          </c:xVal>
          <c:yVal>
            <c:numRef>
              <c:f>'Chart Data'!$F$2:$F$221</c:f>
              <c:numCache>
                <c:formatCode>0.0</c:formatCode>
                <c:ptCount val="220"/>
                <c:pt idx="0">
                  <c:v>2.06952566083</c:v>
                </c:pt>
                <c:pt idx="1">
                  <c:v>-0.876340494286</c:v>
                </c:pt>
                <c:pt idx="2">
                  <c:v>0.697478410504</c:v>
                </c:pt>
                <c:pt idx="3">
                  <c:v>0.697478410504</c:v>
                </c:pt>
                <c:pt idx="4">
                  <c:v>-0.386707946129</c:v>
                </c:pt>
                <c:pt idx="5">
                  <c:v>0.495706756044</c:v>
                </c:pt>
                <c:pt idx="6">
                  <c:v>1.00686161401</c:v>
                </c:pt>
                <c:pt idx="7">
                  <c:v>0.697478410504</c:v>
                </c:pt>
                <c:pt idx="8">
                  <c:v>1.00686161401</c:v>
                </c:pt>
                <c:pt idx="9">
                  <c:v>-0.835986163394</c:v>
                </c:pt>
                <c:pt idx="10">
                  <c:v>0.697478410504</c:v>
                </c:pt>
                <c:pt idx="11">
                  <c:v>0.388095206998</c:v>
                </c:pt>
                <c:pt idx="12">
                  <c:v>0.0921634471233</c:v>
                </c:pt>
                <c:pt idx="13">
                  <c:v>0.630221192351</c:v>
                </c:pt>
                <c:pt idx="14">
                  <c:v>0.0787120034926</c:v>
                </c:pt>
                <c:pt idx="15">
                  <c:v>0.167491531455</c:v>
                </c:pt>
                <c:pt idx="16">
                  <c:v>0.388095206998</c:v>
                </c:pt>
                <c:pt idx="17">
                  <c:v>0.253580770692</c:v>
                </c:pt>
                <c:pt idx="18">
                  <c:v>1.53146791561</c:v>
                </c:pt>
                <c:pt idx="19">
                  <c:v>0.549512530567</c:v>
                </c:pt>
                <c:pt idx="20">
                  <c:v>0.388095206998</c:v>
                </c:pt>
                <c:pt idx="21">
                  <c:v>0.657124079612</c:v>
                </c:pt>
                <c:pt idx="22">
                  <c:v>-0.835986163394</c:v>
                </c:pt>
                <c:pt idx="23">
                  <c:v>0.576415417828</c:v>
                </c:pt>
                <c:pt idx="24">
                  <c:v>1.00686161401</c:v>
                </c:pt>
                <c:pt idx="25">
                  <c:v>-1.05120926149</c:v>
                </c:pt>
                <c:pt idx="26">
                  <c:v>-0.472797185366</c:v>
                </c:pt>
                <c:pt idx="27">
                  <c:v>-0.432442854474</c:v>
                </c:pt>
                <c:pt idx="28">
                  <c:v>-0.217219756383</c:v>
                </c:pt>
                <c:pt idx="29">
                  <c:v>0.643672635982</c:v>
                </c:pt>
                <c:pt idx="30">
                  <c:v>0.347740876106</c:v>
                </c:pt>
                <c:pt idx="31">
                  <c:v>1.97536555542</c:v>
                </c:pt>
                <c:pt idx="32">
                  <c:v>0.697478410504</c:v>
                </c:pt>
                <c:pt idx="33">
                  <c:v>0.00338391916076</c:v>
                </c:pt>
                <c:pt idx="34">
                  <c:v>0.576415417828</c:v>
                </c:pt>
                <c:pt idx="35">
                  <c:v>1.00686161401</c:v>
                </c:pt>
                <c:pt idx="36">
                  <c:v>0.697478410504</c:v>
                </c:pt>
                <c:pt idx="37">
                  <c:v>0.361192319737</c:v>
                </c:pt>
                <c:pt idx="38">
                  <c:v>-0.674568839826</c:v>
                </c:pt>
                <c:pt idx="39">
                  <c:v>-0.244122643644</c:v>
                </c:pt>
                <c:pt idx="40">
                  <c:v>2.04262277357</c:v>
                </c:pt>
                <c:pt idx="41">
                  <c:v>0.388095206998</c:v>
                </c:pt>
                <c:pt idx="42">
                  <c:v>0.361192319737</c:v>
                </c:pt>
                <c:pt idx="43">
                  <c:v>0.159420665277</c:v>
                </c:pt>
                <c:pt idx="44">
                  <c:v>0.966507283118</c:v>
                </c:pt>
                <c:pt idx="45">
                  <c:v>0.34505058738</c:v>
                </c:pt>
                <c:pt idx="46">
                  <c:v>1.18173038121</c:v>
                </c:pt>
                <c:pt idx="47">
                  <c:v>1.67943379554</c:v>
                </c:pt>
                <c:pt idx="48">
                  <c:v>0.643672635982</c:v>
                </c:pt>
                <c:pt idx="49">
                  <c:v>-0.459345741735</c:v>
                </c:pt>
                <c:pt idx="50">
                  <c:v>1.5718222465</c:v>
                </c:pt>
                <c:pt idx="51">
                  <c:v>0.549512530567</c:v>
                </c:pt>
                <c:pt idx="52">
                  <c:v>0.697478410504</c:v>
                </c:pt>
                <c:pt idx="53">
                  <c:v>1.93501122453</c:v>
                </c:pt>
                <c:pt idx="54">
                  <c:v>-0.620763065303</c:v>
                </c:pt>
                <c:pt idx="55">
                  <c:v>0.697478410504</c:v>
                </c:pt>
                <c:pt idx="56">
                  <c:v>-0.432442854474</c:v>
                </c:pt>
                <c:pt idx="57">
                  <c:v>-0.217219756383</c:v>
                </c:pt>
                <c:pt idx="58">
                  <c:v>0.549512530567</c:v>
                </c:pt>
                <c:pt idx="59">
                  <c:v>0.630221192351</c:v>
                </c:pt>
                <c:pt idx="60">
                  <c:v>0.361192319737</c:v>
                </c:pt>
                <c:pt idx="61">
                  <c:v>0.509158199675</c:v>
                </c:pt>
                <c:pt idx="62">
                  <c:v>1.18173038121</c:v>
                </c:pt>
                <c:pt idx="63">
                  <c:v>1.00686161401</c:v>
                </c:pt>
                <c:pt idx="64">
                  <c:v>0.388095206998</c:v>
                </c:pt>
                <c:pt idx="65">
                  <c:v>-0.0961567637063</c:v>
                </c:pt>
                <c:pt idx="66">
                  <c:v>-0.526602959888</c:v>
                </c:pt>
                <c:pt idx="67">
                  <c:v>0.293935101584</c:v>
                </c:pt>
                <c:pt idx="68">
                  <c:v>0.697478410504</c:v>
                </c:pt>
                <c:pt idx="69">
                  <c:v>-0.526602959888</c:v>
                </c:pt>
                <c:pt idx="70">
                  <c:v>0.388095206998</c:v>
                </c:pt>
                <c:pt idx="71">
                  <c:v>-0.069253876445</c:v>
                </c:pt>
                <c:pt idx="72">
                  <c:v>-0.16341398186</c:v>
                </c:pt>
                <c:pt idx="73">
                  <c:v>0.374643763368</c:v>
                </c:pt>
                <c:pt idx="74">
                  <c:v>0.159420665277</c:v>
                </c:pt>
                <c:pt idx="75">
                  <c:v>0.495706756044</c:v>
                </c:pt>
                <c:pt idx="76">
                  <c:v>1.70633668281</c:v>
                </c:pt>
                <c:pt idx="77">
                  <c:v>0.495706756044</c:v>
                </c:pt>
                <c:pt idx="78">
                  <c:v>0.522609643305</c:v>
                </c:pt>
                <c:pt idx="79">
                  <c:v>-0.378637079951</c:v>
                </c:pt>
                <c:pt idx="80">
                  <c:v>0.0921634471233</c:v>
                </c:pt>
                <c:pt idx="81">
                  <c:v>1.43730781019</c:v>
                </c:pt>
                <c:pt idx="82">
                  <c:v>0.549512530567</c:v>
                </c:pt>
                <c:pt idx="83">
                  <c:v>1.70633668281</c:v>
                </c:pt>
                <c:pt idx="84">
                  <c:v>0.697478410504</c:v>
                </c:pt>
                <c:pt idx="85">
                  <c:v>0.549512530567</c:v>
                </c:pt>
                <c:pt idx="86">
                  <c:v>0.549512530567</c:v>
                </c:pt>
                <c:pt idx="87">
                  <c:v>1.00686161401</c:v>
                </c:pt>
                <c:pt idx="88">
                  <c:v>0.549512530567</c:v>
                </c:pt>
                <c:pt idx="89">
                  <c:v>1.90272775981</c:v>
                </c:pt>
                <c:pt idx="90">
                  <c:v>0.697478410504</c:v>
                </c:pt>
                <c:pt idx="91">
                  <c:v>0.361192319737</c:v>
                </c:pt>
                <c:pt idx="92">
                  <c:v>0.549512530567</c:v>
                </c:pt>
                <c:pt idx="93">
                  <c:v>-0.688020283457</c:v>
                </c:pt>
                <c:pt idx="94">
                  <c:v>0.549512530567</c:v>
                </c:pt>
                <c:pt idx="95">
                  <c:v>0.468803868783</c:v>
                </c:pt>
                <c:pt idx="96">
                  <c:v>0.388095206998</c:v>
                </c:pt>
                <c:pt idx="97">
                  <c:v>2.55377763154</c:v>
                </c:pt>
                <c:pt idx="98">
                  <c:v>0.899250064965</c:v>
                </c:pt>
                <c:pt idx="99">
                  <c:v>2.21749154077</c:v>
                </c:pt>
                <c:pt idx="100">
                  <c:v>-0.822534719764</c:v>
                </c:pt>
                <c:pt idx="101">
                  <c:v>1.70095610535</c:v>
                </c:pt>
                <c:pt idx="102">
                  <c:v>0.388095206998</c:v>
                </c:pt>
                <c:pt idx="103">
                  <c:v>0.549512530567</c:v>
                </c:pt>
                <c:pt idx="104">
                  <c:v>-0.217219756383</c:v>
                </c:pt>
                <c:pt idx="105">
                  <c:v>0.495706756044</c:v>
                </c:pt>
                <c:pt idx="106">
                  <c:v>0.159420665277</c:v>
                </c:pt>
                <c:pt idx="107">
                  <c:v>-0.069253876445</c:v>
                </c:pt>
                <c:pt idx="108">
                  <c:v>1.00686161401</c:v>
                </c:pt>
                <c:pt idx="109">
                  <c:v>0.9234626635</c:v>
                </c:pt>
                <c:pt idx="110">
                  <c:v>0.751284185027</c:v>
                </c:pt>
                <c:pt idx="111">
                  <c:v>-0.540054403519</c:v>
                </c:pt>
                <c:pt idx="112">
                  <c:v>-0.876340494286</c:v>
                </c:pt>
                <c:pt idx="113">
                  <c:v>0.630221192351</c:v>
                </c:pt>
                <c:pt idx="114">
                  <c:v>0.630221192351</c:v>
                </c:pt>
                <c:pt idx="115">
                  <c:v>-0.36518563632</c:v>
                </c:pt>
                <c:pt idx="116">
                  <c:v>1.00686161401</c:v>
                </c:pt>
                <c:pt idx="117">
                  <c:v>0.697478410504</c:v>
                </c:pt>
                <c:pt idx="118">
                  <c:v>-0.123059650968</c:v>
                </c:pt>
                <c:pt idx="119">
                  <c:v>-0.661117396195</c:v>
                </c:pt>
                <c:pt idx="120">
                  <c:v>-0.227980911287</c:v>
                </c:pt>
                <c:pt idx="121">
                  <c:v>0.0921634471233</c:v>
                </c:pt>
                <c:pt idx="122">
                  <c:v>2.04262277357</c:v>
                </c:pt>
                <c:pt idx="123">
                  <c:v>1.43730781019</c:v>
                </c:pt>
                <c:pt idx="124">
                  <c:v>-0.257574087275</c:v>
                </c:pt>
                <c:pt idx="125">
                  <c:v>-0.661117396195</c:v>
                </c:pt>
                <c:pt idx="126">
                  <c:v>0.388095206998</c:v>
                </c:pt>
                <c:pt idx="127">
                  <c:v>0.576415417828</c:v>
                </c:pt>
                <c:pt idx="128">
                  <c:v>1.00686161401</c:v>
                </c:pt>
                <c:pt idx="129">
                  <c:v>0.522609643305</c:v>
                </c:pt>
                <c:pt idx="130">
                  <c:v>0.361192319737</c:v>
                </c:pt>
                <c:pt idx="131">
                  <c:v>0.697478410504</c:v>
                </c:pt>
                <c:pt idx="132">
                  <c:v>-0.486248628996</c:v>
                </c:pt>
                <c:pt idx="133">
                  <c:v>-0.674568839826</c:v>
                </c:pt>
                <c:pt idx="134">
                  <c:v>2.06952566083</c:v>
                </c:pt>
                <c:pt idx="135">
                  <c:v>1.9215597809</c:v>
                </c:pt>
                <c:pt idx="136">
                  <c:v>0.361192319737</c:v>
                </c:pt>
                <c:pt idx="137">
                  <c:v>0.0894731583972</c:v>
                </c:pt>
                <c:pt idx="138">
                  <c:v>0.710929854135</c:v>
                </c:pt>
                <c:pt idx="139">
                  <c:v>0.361192319737</c:v>
                </c:pt>
                <c:pt idx="140">
                  <c:v>0.549512530567</c:v>
                </c:pt>
                <c:pt idx="141">
                  <c:v>0.576415417828</c:v>
                </c:pt>
                <c:pt idx="142">
                  <c:v>1.98881699905</c:v>
                </c:pt>
                <c:pt idx="143">
                  <c:v>0.253580770692</c:v>
                </c:pt>
                <c:pt idx="144">
                  <c:v>0.495706756044</c:v>
                </c:pt>
                <c:pt idx="145">
                  <c:v>0.361192319737</c:v>
                </c:pt>
                <c:pt idx="146">
                  <c:v>0.369263185915</c:v>
                </c:pt>
                <c:pt idx="147">
                  <c:v>0.549512530567</c:v>
                </c:pt>
                <c:pt idx="148">
                  <c:v>0.199774996169</c:v>
                </c:pt>
                <c:pt idx="149">
                  <c:v>1.00686161401</c:v>
                </c:pt>
                <c:pt idx="150">
                  <c:v>-0.714923170718</c:v>
                </c:pt>
                <c:pt idx="151">
                  <c:v>0.697478410504</c:v>
                </c:pt>
                <c:pt idx="152">
                  <c:v>0.643672635982</c:v>
                </c:pt>
                <c:pt idx="153">
                  <c:v>0.549512530567</c:v>
                </c:pt>
                <c:pt idx="154">
                  <c:v>1.67943379554</c:v>
                </c:pt>
                <c:pt idx="155">
                  <c:v>0.159420665277</c:v>
                </c:pt>
                <c:pt idx="156">
                  <c:v>-0.0961567637063</c:v>
                </c:pt>
                <c:pt idx="157">
                  <c:v>1.98881699905</c:v>
                </c:pt>
                <c:pt idx="158">
                  <c:v>0.361192319737</c:v>
                </c:pt>
                <c:pt idx="159">
                  <c:v>1.5718222465</c:v>
                </c:pt>
                <c:pt idx="160">
                  <c:v>0.697478410504</c:v>
                </c:pt>
                <c:pt idx="161">
                  <c:v>0.549512530567</c:v>
                </c:pt>
                <c:pt idx="162">
                  <c:v>-0.069253876445</c:v>
                </c:pt>
                <c:pt idx="163">
                  <c:v>1.50456502835</c:v>
                </c:pt>
                <c:pt idx="164">
                  <c:v>0.0921634471233</c:v>
                </c:pt>
                <c:pt idx="165">
                  <c:v>0.697478410504</c:v>
                </c:pt>
                <c:pt idx="166">
                  <c:v>0.603318305089</c:v>
                </c:pt>
                <c:pt idx="167">
                  <c:v>0.562963974197</c:v>
                </c:pt>
                <c:pt idx="168">
                  <c:v>0.495706756044</c:v>
                </c:pt>
                <c:pt idx="169">
                  <c:v>0.549512530567</c:v>
                </c:pt>
                <c:pt idx="170">
                  <c:v>0.253580770692</c:v>
                </c:pt>
                <c:pt idx="171">
                  <c:v>0.253580770692</c:v>
                </c:pt>
                <c:pt idx="172">
                  <c:v>0.576415417828</c:v>
                </c:pt>
                <c:pt idx="173">
                  <c:v>0.697478410504</c:v>
                </c:pt>
                <c:pt idx="174">
                  <c:v>0.468803868783</c:v>
                </c:pt>
                <c:pt idx="175">
                  <c:v>0.576415417828</c:v>
                </c:pt>
                <c:pt idx="176">
                  <c:v>1.53146791561</c:v>
                </c:pt>
                <c:pt idx="177">
                  <c:v>0.576415417828</c:v>
                </c:pt>
                <c:pt idx="178">
                  <c:v>0.361192319737</c:v>
                </c:pt>
                <c:pt idx="179">
                  <c:v>0.0114547853392</c:v>
                </c:pt>
                <c:pt idx="180">
                  <c:v>0.361192319737</c:v>
                </c:pt>
                <c:pt idx="181">
                  <c:v>0.549512530567</c:v>
                </c:pt>
                <c:pt idx="182">
                  <c:v>-0.714923170718</c:v>
                </c:pt>
                <c:pt idx="183">
                  <c:v>0.509158199675</c:v>
                </c:pt>
                <c:pt idx="184">
                  <c:v>1.49111358471</c:v>
                </c:pt>
                <c:pt idx="185">
                  <c:v>-0.526602959888</c:v>
                </c:pt>
                <c:pt idx="186">
                  <c:v>1.18173038121</c:v>
                </c:pt>
                <c:pt idx="187">
                  <c:v>1.43730781019</c:v>
                </c:pt>
                <c:pt idx="188">
                  <c:v>0.0921634471233</c:v>
                </c:pt>
                <c:pt idx="189">
                  <c:v>0.509158199675</c:v>
                </c:pt>
                <c:pt idx="190">
                  <c:v>1.00686161401</c:v>
                </c:pt>
                <c:pt idx="191">
                  <c:v>-0.123059650968</c:v>
                </c:pt>
                <c:pt idx="192">
                  <c:v>0.0787120034926</c:v>
                </c:pt>
                <c:pt idx="193">
                  <c:v>0.643672635982</c:v>
                </c:pt>
                <c:pt idx="194">
                  <c:v>0.549512530567</c:v>
                </c:pt>
                <c:pt idx="195">
                  <c:v>0.549512530567</c:v>
                </c:pt>
                <c:pt idx="196">
                  <c:v>-0.351734192689</c:v>
                </c:pt>
                <c:pt idx="197">
                  <c:v>-0.647665952565</c:v>
                </c:pt>
                <c:pt idx="198">
                  <c:v>0.2132264398</c:v>
                </c:pt>
                <c:pt idx="199">
                  <c:v>-0.661117396195</c:v>
                </c:pt>
                <c:pt idx="200">
                  <c:v>0.576415417828</c:v>
                </c:pt>
                <c:pt idx="201">
                  <c:v>2.02917132994</c:v>
                </c:pt>
                <c:pt idx="202">
                  <c:v>0.495706756044</c:v>
                </c:pt>
                <c:pt idx="203">
                  <c:v>0.159420665277</c:v>
                </c:pt>
                <c:pt idx="204">
                  <c:v>1.00686161401</c:v>
                </c:pt>
                <c:pt idx="205">
                  <c:v>-0.526602959888</c:v>
                </c:pt>
                <c:pt idx="206">
                  <c:v>0.751284185027</c:v>
                </c:pt>
                <c:pt idx="207">
                  <c:v>-0.0961567637063</c:v>
                </c:pt>
                <c:pt idx="208">
                  <c:v>0.374643763368</c:v>
                </c:pt>
                <c:pt idx="209">
                  <c:v>0.549512530567</c:v>
                </c:pt>
                <c:pt idx="210">
                  <c:v>1.00686161401</c:v>
                </c:pt>
                <c:pt idx="211">
                  <c:v>-0.526602959888</c:v>
                </c:pt>
                <c:pt idx="212">
                  <c:v>0.549512530567</c:v>
                </c:pt>
                <c:pt idx="213">
                  <c:v>-0.0288995455529</c:v>
                </c:pt>
                <c:pt idx="214">
                  <c:v>1.00686161401</c:v>
                </c:pt>
                <c:pt idx="215">
                  <c:v>0.697478410504</c:v>
                </c:pt>
                <c:pt idx="216">
                  <c:v>-0.0288995455529</c:v>
                </c:pt>
                <c:pt idx="217">
                  <c:v>-0.580408734411</c:v>
                </c:pt>
                <c:pt idx="218">
                  <c:v>0.697478410504</c:v>
                </c:pt>
                <c:pt idx="219">
                  <c:v>0.576415417828</c:v>
                </c:pt>
              </c:numCache>
            </c:numRef>
          </c:yVal>
        </c:ser>
        <c:ser>
          <c:idx val="3"/>
          <c:order val="3"/>
          <c:tx>
            <c:v>Centres</c:v>
          </c:tx>
          <c:spPr>
            <a:ln xmlns:a="http://schemas.openxmlformats.org/drawingml/2006/main" w="0">
              <a:noFill/>
            </a:ln>
          </c:spPr>
          <c:marker>
            <c:symbol val="diamond"/>
            <c:size val="15"/>
            <c:spPr>
              <a:solidFill xmlns:a="http://schemas.openxmlformats.org/drawingml/2006/main">
                <a:srgbClr val="17363A"/>
              </a:solidFill>
            </c:spPr>
          </c:marker>
          <c:xVal>
            <c:numRef>
              <c:f>'Chart Data'!$G$2:$G$4</c:f>
              <c:numCache>
                <c:formatCode>General</c:formatCode>
                <c:ptCount val="3"/>
                <c:pt idx="0">
                  <c:v>-0.379381944442</c:v>
                </c:pt>
                <c:pt idx="1">
                  <c:v>-0.0861331485142</c:v>
                </c:pt>
                <c:pt idx="2">
                  <c:v>2.71062885461</c:v>
                </c:pt>
              </c:numCache>
            </c:numRef>
          </c:xVal>
          <c:yVal>
            <c:numRef>
              <c:f>'Chart Data'!$H$2:$H$4</c:f>
              <c:numCache>
                <c:formatCode>0.0</c:formatCode>
                <c:ptCount val="3"/>
                <c:pt idx="0">
                  <c:v>-0.724377613956</c:v>
                </c:pt>
                <c:pt idx="1">
                  <c:v>0.904718145215</c:v>
                </c:pt>
                <c:pt idx="2">
                  <c:v>0.448276413105</c:v>
                </c:pt>
              </c:numCache>
            </c:numRef>
          </c:yVal>
        </c:ser>
        <c:dLbls>
          <c:numFmt formatCode="0.0" sourceLinked="0"/>
          <c:txPr>
            <a:bodyPr xmlns:a="http://schemas.openxmlformats.org/drawingml/2006/main" anchorCtr="1"/>
            <a:lstStyle xmlns:a="http://schemas.openxmlformats.org/drawingml/2006/main"/>
            <a:p xmlns:a="http://schemas.openxmlformats.org/drawingml/2006/main">
              <a:pPr>
                <a:defRPr sz="1575" b="1">
                  <a:solidFill>
                    <a:srgbClr val="17363A"/>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
          <c:min val="-3"/>
        </c:scaling>
        <c:delete val="0"/>
        <c:axPos val="l"/>
        <c:majorGridlines>
          <c:spPr>
            <a:ln xmlns:a="http://schemas.openxmlformats.org/drawingml/2006/main" w="9525">
              <a:solidFill>
                <a:srgbClr val="DCE6E5"/>
              </a:solidFill>
            </a:ln>
          </c:spPr>
        </c:majorGridlines>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Masse standardisée</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0.0"/>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50112"/>
        <c:crossesAt val="-3"/>
      </c:valAx>
      <c:valAx>
        <c:axId val="48650112"/>
        <c:scaling>
          <c:orientation val="minMax"/>
          <c:max val="6"/>
          <c:min val="-2"/>
        </c:scaling>
        <c:delete val="0"/>
        <c:axPos val="b"/>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Puissance standardisée</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72768"/>
        <c:crossesAt val="-2"/>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lineChart>
        <c:grouping val="standard"/>
        <c:varyColors val="0"/>
        <c:ser>
          <c:idx val="0"/>
          <c:order val="0"/>
          <c:tx>
            <c:v>Inertie</c:v>
          </c:tx>
          <c:spPr>
            <a:ln xmlns:a="http://schemas.openxmlformats.org/drawingml/2006/main" w="38100">
              <a:solidFill>
                <a:srgbClr val="008C85"/>
              </a:solidFill>
            </a:ln>
          </c:spPr>
          <c:marker>
            <c:symbol val="circle"/>
            <c:size val="8"/>
            <c:spPr>
              <a:solidFill xmlns:a="http://schemas.openxmlformats.org/drawingml/2006/main">
                <a:srgbClr val="008C85"/>
              </a:solidFill>
            </c:spPr>
          </c:marker>
          <c:cat>
            <c:numRef>
              <c:f>'Chart Data'!$A$2:$A$10</c:f>
              <c:numCache>
                <c:formatCode>General</c:formatCode>
                <c:ptCount val="9"/>
                <c:pt idx="0">
                  <c:v>2</c:v>
                </c:pt>
                <c:pt idx="1">
                  <c:v>3</c:v>
                </c:pt>
                <c:pt idx="2">
                  <c:v>4</c:v>
                </c:pt>
                <c:pt idx="3">
                  <c:v>5</c:v>
                </c:pt>
                <c:pt idx="4">
                  <c:v>6</c:v>
                </c:pt>
                <c:pt idx="5">
                  <c:v>7</c:v>
                </c:pt>
                <c:pt idx="6">
                  <c:v>8</c:v>
                </c:pt>
                <c:pt idx="7">
                  <c:v>9</c:v>
                </c:pt>
                <c:pt idx="8">
                  <c:v>10</c:v>
                </c:pt>
              </c:numCache>
            </c:numRef>
          </c:cat>
          <c:val>
            <c:numRef>
              <c:f>'Chart Data'!$B$2:$B$10</c:f>
              <c:numCache>
                <c:formatCode>0</c:formatCode>
                <c:ptCount val="9"/>
                <c:pt idx="0">
                  <c:v>34971.7446063</c:v>
                </c:pt>
                <c:pt idx="1">
                  <c:v>20108.3346549</c:v>
                </c:pt>
                <c:pt idx="2">
                  <c:v>15015.3067335</c:v>
                </c:pt>
                <c:pt idx="3">
                  <c:v>12600.4576934</c:v>
                </c:pt>
                <c:pt idx="4">
                  <c:v>10686.6469783</c:v>
                </c:pt>
                <c:pt idx="5">
                  <c:v>9404.78422055</c:v>
                </c:pt>
                <c:pt idx="6">
                  <c:v>8464.17714432</c:v>
                </c:pt>
                <c:pt idx="7">
                  <c:v>7749.80288023</c:v>
                </c:pt>
                <c:pt idx="8">
                  <c:v>7123.18506001</c:v>
                </c:pt>
              </c:numCache>
            </c:numRef>
          </c:val>
          <c:smooth val="0"/>
        </c:ser>
        <c:dLbls>
          <c:numFmt formatCode="0" sourceLinked="0"/>
          <c:txPr>
            <a:bodyPr xmlns:a="http://schemas.openxmlformats.org/drawingml/2006/main" anchorCtr="1"/>
            <a:lstStyle xmlns:a="http://schemas.openxmlformats.org/drawingml/2006/main"/>
            <a:p xmlns:a="http://schemas.openxmlformats.org/drawingml/2006/main">
              <a:pPr>
                <a:defRPr sz="1575" b="1">
                  <a:solidFill>
                    <a:srgbClr val="17363A"/>
                  </a:solidFill>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Nombre de groupes K</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General"/>
        <c:majorTickMark val="none"/>
        <c:minorTickMark val="none"/>
        <c:spPr>
          <a:ln xmlns:a="http://schemas.openxmlformats.org/drawingml/2006/main" w="9525">
            <a:solidFill>
              <a:srgbClr val="DCE6E5"/>
            </a:solid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9525">
              <a:solidFill>
                <a:srgbClr val="DCE6E5"/>
              </a:solidFill>
            </a:ln>
          </c:spPr>
        </c:majorGridlines>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Somme des distances au carré</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50112"/>
        <c:crossBetween val="between"/>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plotArea>
      <c:lineChart>
        <c:grouping val="standard"/>
        <c:varyColors val="0"/>
        <c:ser>
          <c:idx val="0"/>
          <c:order val="0"/>
          <c:tx>
            <c:v>Silhouette</c:v>
          </c:tx>
          <c:spPr>
            <a:ln xmlns:a="http://schemas.openxmlformats.org/drawingml/2006/main" w="38100">
              <a:solidFill>
                <a:srgbClr val="DE8736"/>
              </a:solidFill>
            </a:ln>
          </c:spPr>
          <c:marker>
            <c:symbol val="circle"/>
            <c:size val="8"/>
            <c:spPr>
              <a:solidFill xmlns:a="http://schemas.openxmlformats.org/drawingml/2006/main">
                <a:srgbClr val="DE8736"/>
              </a:solidFill>
            </c:spPr>
          </c:marker>
          <c:cat>
            <c:numRef>
              <c:f>'Chart Data'!$A$2:$A$10</c:f>
              <c:numCache>
                <c:formatCode>General</c:formatCode>
                <c:ptCount val="9"/>
                <c:pt idx="0">
                  <c:v>2</c:v>
                </c:pt>
                <c:pt idx="1">
                  <c:v>3</c:v>
                </c:pt>
                <c:pt idx="2">
                  <c:v>4</c:v>
                </c:pt>
                <c:pt idx="3">
                  <c:v>5</c:v>
                </c:pt>
                <c:pt idx="4">
                  <c:v>6</c:v>
                </c:pt>
                <c:pt idx="5">
                  <c:v>7</c:v>
                </c:pt>
                <c:pt idx="6">
                  <c:v>8</c:v>
                </c:pt>
                <c:pt idx="7">
                  <c:v>9</c:v>
                </c:pt>
                <c:pt idx="8">
                  <c:v>10</c:v>
                </c:pt>
              </c:numCache>
            </c:numRef>
          </c:cat>
          <c:val>
            <c:numRef>
              <c:f>'Chart Data'!$B$2:$B$10</c:f>
              <c:numCache>
                <c:formatCode>0.00</c:formatCode>
                <c:ptCount val="9"/>
                <c:pt idx="0">
                  <c:v>0.43854994162</c:v>
                </c:pt>
                <c:pt idx="1">
                  <c:v>0.470024408263</c:v>
                </c:pt>
                <c:pt idx="2">
                  <c:v>0.409390820521</c:v>
                </c:pt>
                <c:pt idx="3">
                  <c:v>0.38175678162</c:v>
                </c:pt>
                <c:pt idx="4">
                  <c:v>0.355517111747</c:v>
                </c:pt>
                <c:pt idx="5">
                  <c:v>0.357324312663</c:v>
                </c:pt>
                <c:pt idx="6">
                  <c:v>0.342473779462</c:v>
                </c:pt>
                <c:pt idx="7">
                  <c:v>0.34650561349</c:v>
                </c:pt>
                <c:pt idx="8">
                  <c:v>0.346176764824</c:v>
                </c:pt>
              </c:numCache>
            </c:numRef>
          </c:val>
          <c:smooth val="0"/>
        </c:ser>
        <c:dLbls>
          <c:numFmt formatCode="0.00" sourceLinked="0"/>
          <c:txPr>
            <a:bodyPr xmlns:a="http://schemas.openxmlformats.org/drawingml/2006/main" anchorCtr="1"/>
            <a:lstStyle xmlns:a="http://schemas.openxmlformats.org/drawingml/2006/main"/>
            <a:p xmlns:a="http://schemas.openxmlformats.org/drawingml/2006/main">
              <a:pPr>
                <a:defRPr sz="1575" b="1">
                  <a:solidFill>
                    <a:srgbClr val="17363A"/>
                  </a:solidFill>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Nombre de groupes K</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General"/>
        <c:majorTickMark val="none"/>
        <c:minorTickMark val="none"/>
        <c:spPr>
          <a:ln xmlns:a="http://schemas.openxmlformats.org/drawingml/2006/main" w="9525">
            <a:solidFill>
              <a:srgbClr val="DCE6E5"/>
            </a:solid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72768"/>
      </c:catAx>
      <c:valAx>
        <c:axId val="48672768"/>
        <c:scaling>
          <c:orientation val="minMax"/>
          <c:max val="0.6"/>
          <c:min val="0"/>
        </c:scaling>
        <c:delete val="0"/>
        <c:axPos val="l"/>
        <c:majorGridlines>
          <c:spPr>
            <a:ln xmlns:a="http://schemas.openxmlformats.org/drawingml/2006/main" w="9525">
              <a:solidFill>
                <a:srgbClr val="DCE6E5"/>
              </a:solidFill>
            </a:ln>
          </c:spPr>
        </c:majorGridlines>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Silhouette moyenne</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0.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50112"/>
        <c:crossBetween val="between"/>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11.xml><?xml version="1.0" encoding="utf-8"?>
<c:chartSpace xmlns:c="http://schemas.openxmlformats.org/drawingml/2006/chart" xmlns:r="http://schemas.openxmlformats.org/officeDocument/2006/relationships">
  <c:lang val="en-US"/>
  <c:chart>
    <c:plotArea>
      <c:scatterChart>
        <c:scatterStyle val="marker"/>
        <c:varyColors val="0"/>
        <c:ser>
          <c:idx val="0"/>
          <c:order val="0"/>
          <c:tx>
            <c:v>C0</c:v>
          </c:tx>
          <c:spPr>
            <a:ln xmlns:a="http://schemas.openxmlformats.org/drawingml/2006/main" w="0">
              <a:noFill/>
            </a:ln>
          </c:spPr>
          <c:marker>
            <c:symbol val="circle"/>
            <c:size val="5"/>
            <c:spPr>
              <a:solidFill xmlns:a="http://schemas.openxmlformats.org/drawingml/2006/main">
                <a:srgbClr val="008C85"/>
              </a:solidFill>
            </c:spPr>
          </c:marker>
          <c:xVal>
            <c:numRef>
              <c:f>'Chart Data'!$A$2:$A$221</c:f>
              <c:numCache>
                <c:formatCode>General</c:formatCode>
                <c:ptCount val="220"/>
                <c:pt idx="0">
                  <c:v>-2.40255622478</c:v>
                </c:pt>
                <c:pt idx="1">
                  <c:v>-0.492264197259</c:v>
                </c:pt>
                <c:pt idx="2">
                  <c:v>-0.478374652185</c:v>
                </c:pt>
                <c:pt idx="3">
                  <c:v>-1.14842198853</c:v>
                </c:pt>
                <c:pt idx="4">
                  <c:v>-2.57996166353</c:v>
                </c:pt>
                <c:pt idx="5">
                  <c:v>-1.60222859163</c:v>
                </c:pt>
                <c:pt idx="6">
                  <c:v>-0.968392644023</c:v>
                </c:pt>
                <c:pt idx="7">
                  <c:v>-1.10106011234</c:v>
                </c:pt>
                <c:pt idx="8">
                  <c:v>-0.553233121914</c:v>
                </c:pt>
                <c:pt idx="9">
                  <c:v>-1.44376418706</c:v>
                </c:pt>
                <c:pt idx="10">
                  <c:v>-2.23827560138</c:v>
                </c:pt>
                <c:pt idx="11">
                  <c:v>-1.5334690285</c:v>
                </c:pt>
                <c:pt idx="12">
                  <c:v>-0.858028335559</c:v>
                </c:pt>
                <c:pt idx="13">
                  <c:v>-0.968392644023</c:v>
                </c:pt>
                <c:pt idx="14">
                  <c:v>-1.25385639796</c:v>
                </c:pt>
                <c:pt idx="15">
                  <c:v>-0.637717031545</c:v>
                </c:pt>
                <c:pt idx="16">
                  <c:v>-0.506503443509</c:v>
                </c:pt>
                <c:pt idx="17">
                  <c:v>-0.878103323649</c:v>
                </c:pt>
                <c:pt idx="18">
                  <c:v>-1.73171507396</c:v>
                </c:pt>
                <c:pt idx="19">
                  <c:v>-0.653232881685</c:v>
                </c:pt>
                <c:pt idx="20">
                  <c:v>-0.253429321091</c:v>
                </c:pt>
                <c:pt idx="21">
                  <c:v>-2.13082170771</c:v>
                </c:pt>
                <c:pt idx="22">
                  <c:v>-0.980318719016</c:v>
                </c:pt>
                <c:pt idx="23">
                  <c:v>-0.569878223483</c:v>
                </c:pt>
                <c:pt idx="24">
                  <c:v>-1.31658761101</c:v>
                </c:pt>
                <c:pt idx="25">
                  <c:v>-0.917028938538</c:v>
                </c:pt>
                <c:pt idx="26">
                  <c:v>-0.490912654531</c:v>
                </c:pt>
                <c:pt idx="27">
                  <c:v>-0.804686198033</c:v>
                </c:pt>
                <c:pt idx="28">
                  <c:v>-1.10407794471</c:v>
                </c:pt>
                <c:pt idx="29">
                  <c:v>-1.39840338944</c:v>
                </c:pt>
                <c:pt idx="30">
                  <c:v>-2.2774305441</c:v>
                </c:pt>
                <c:pt idx="31">
                  <c:v>-1.13245866566</c:v>
                </c:pt>
                <c:pt idx="32">
                  <c:v>-0.583250494187</c:v>
                </c:pt>
                <c:pt idx="33">
                  <c:v>0.572192935909</c:v>
                </c:pt>
                <c:pt idx="34">
                  <c:v>-2.23594486363</c:v>
                </c:pt>
                <c:pt idx="35">
                  <c:v>-0.890048926606</c:v>
                </c:pt>
                <c:pt idx="36">
                  <c:v>-0.796289971018</c:v>
                </c:pt>
                <c:pt idx="37">
                  <c:v>-0.180609210572</c:v>
                </c:pt>
                <c:pt idx="38">
                  <c:v>-0.30872849048</c:v>
                </c:pt>
                <c:pt idx="39">
                  <c:v>-1.24112201582</c:v>
                </c:pt>
                <c:pt idx="40">
                  <c:v>-1.30835127262</c:v>
                </c:pt>
                <c:pt idx="41">
                  <c:v>-0.514142766801</c:v>
                </c:pt>
                <c:pt idx="42">
                  <c:v>-1.43658221097</c:v>
                </c:pt>
                <c:pt idx="43">
                  <c:v>-0.706907332627</c:v>
                </c:pt>
                <c:pt idx="44">
                  <c:v>-0.752784108564</c:v>
                </c:pt>
                <c:pt idx="45">
                  <c:v>-0.538072231718</c:v>
                </c:pt>
                <c:pt idx="46">
                  <c:v>-1.37851093651</c:v>
                </c:pt>
                <c:pt idx="47">
                  <c:v>-1.1914720407</c:v>
                </c:pt>
                <c:pt idx="48">
                  <c:v>-1.03709842763</c:v>
                </c:pt>
                <c:pt idx="49">
                  <c:v>-0.475351968211</c:v>
                </c:pt>
                <c:pt idx="50">
                  <c:v>-0.523215749641</c:v>
                </c:pt>
                <c:pt idx="51">
                  <c:v>-0.914196067114</c:v>
                </c:pt>
                <c:pt idx="52">
                  <c:v>-0.424512814491</c:v>
                </c:pt>
                <c:pt idx="53">
                  <c:v>-0.555976142245</c:v>
                </c:pt>
                <c:pt idx="54">
                  <c:v>-1.43879584036</c:v>
                </c:pt>
                <c:pt idx="55">
                  <c:v>-0.749982457121</c:v>
                </c:pt>
                <c:pt idx="56">
                  <c:v>-0.772880625858</c:v>
                </c:pt>
                <c:pt idx="57">
                  <c:v>-0.999776471279</c:v>
                </c:pt>
                <c:pt idx="58">
                  <c:v>-0.961470518015</c:v>
                </c:pt>
                <c:pt idx="59">
                  <c:v>-1.23973556854</c:v>
                </c:pt>
                <c:pt idx="60">
                  <c:v>-0.902706882701</c:v>
                </c:pt>
                <c:pt idx="61">
                  <c:v>-1.25794196798</c:v>
                </c:pt>
                <c:pt idx="62">
                  <c:v>-1.17893641444</c:v>
                </c:pt>
                <c:pt idx="63">
                  <c:v>-1.51361148012</c:v>
                </c:pt>
                <c:pt idx="64">
                  <c:v>-1.88992624539</c:v>
                </c:pt>
                <c:pt idx="65">
                  <c:v>-0.69018491613</c:v>
                </c:pt>
                <c:pt idx="66">
                  <c:v>-1.31394053972</c:v>
                </c:pt>
                <c:pt idx="67">
                  <c:v>-1.73512957893</c:v>
                </c:pt>
                <c:pt idx="68">
                  <c:v>-2.76739913873</c:v>
                </c:pt>
                <c:pt idx="69">
                  <c:v>-1.40042837331</c:v>
                </c:pt>
                <c:pt idx="70">
                  <c:v>-0.541824321289</c:v>
                </c:pt>
                <c:pt idx="71">
                  <c:v>-0.819694884169</c:v>
                </c:pt>
                <c:pt idx="72">
                  <c:v>-0.872462653128</c:v>
                </c:pt>
                <c:pt idx="73">
                  <c:v>-0.29431840606</c:v>
                </c:pt>
                <c:pt idx="74">
                  <c:v>-1.22817433542</c:v>
                </c:pt>
                <c:pt idx="75">
                  <c:v>-0.403056409457</c:v>
                </c:pt>
                <c:pt idx="76">
                  <c:v>-1.27413457394</c:v>
                </c:pt>
                <c:pt idx="77">
                  <c:v>-0.875867467321</c:v>
                </c:pt>
                <c:pt idx="78">
                  <c:v>-0.905027974414</c:v>
                </c:pt>
                <c:pt idx="79">
                  <c:v>-0.852285277783</c:v>
                </c:pt>
                <c:pt idx="80">
                  <c:v>-1.38792876892</c:v>
                </c:pt>
                <c:pt idx="81">
                  <c:v>-0.608206823276</c:v>
                </c:pt>
                <c:pt idx="82">
                  <c:v>-1.11233050383</c:v>
                </c:pt>
                <c:pt idx="83">
                  <c:v>-2.06561785436</c:v>
                </c:pt>
                <c:pt idx="84">
                  <c:v>-2.31500224017</c:v>
                </c:pt>
                <c:pt idx="85">
                  <c:v>0.1640708704</c:v>
                </c:pt>
                <c:pt idx="86">
                  <c:v>-1.05603405393</c:v>
                </c:pt>
                <c:pt idx="87">
                  <c:v>-1.19670308287</c:v>
                </c:pt>
                <c:pt idx="88">
                  <c:v>-0.366289335965</c:v>
                </c:pt>
                <c:pt idx="89">
                  <c:v>-0.403056409457</c:v>
                </c:pt>
                <c:pt idx="90">
                  <c:v>-0.231286049867</c:v>
                </c:pt>
                <c:pt idx="91">
                  <c:v>-0.676220481926</c:v>
                </c:pt>
                <c:pt idx="92">
                  <c:v>-0.247403766702</c:v>
                </c:pt>
                <c:pt idx="93">
                  <c:v>-1.06117240459</c:v>
                </c:pt>
                <c:pt idx="94">
                  <c:v>-2.48484920363</c:v>
                </c:pt>
                <c:pt idx="95">
                  <c:v>-0.999092030888</c:v>
                </c:pt>
                <c:pt idx="96">
                  <c:v>-0.223289340831</c:v>
                </c:pt>
                <c:pt idx="97">
                  <c:v>-0.925017963007</c:v>
                </c:pt>
                <c:pt idx="98">
                  <c:v>-0.783069904373</c:v>
                </c:pt>
                <c:pt idx="99">
                  <c:v>-0.278960018747</c:v>
                </c:pt>
                <c:pt idx="100">
                  <c:v>-1.32248067549</c:v>
                </c:pt>
                <c:pt idx="101">
                  <c:v>-0.825003241274</c:v>
                </c:pt>
                <c:pt idx="102">
                  <c:v>-0.521512129645</c:v>
                </c:pt>
                <c:pt idx="103">
                  <c:v>-1.97530588746</c:v>
                </c:pt>
                <c:pt idx="104">
                  <c:v>-0.939244673094</c:v>
                </c:pt>
                <c:pt idx="105">
                  <c:v>-1.36098258895</c:v>
                </c:pt>
                <c:pt idx="106">
                  <c:v>-1.66581471336</c:v>
                </c:pt>
                <c:pt idx="107">
                  <c:v>-0.429571431877</c:v>
                </c:pt>
                <c:pt idx="108">
                  <c:v>-0.839514873772</c:v>
                </c:pt>
                <c:pt idx="109">
                  <c:v>-0.296381837598</c:v>
                </c:pt>
                <c:pt idx="110">
                  <c:v>-2.05600294441</c:v>
                </c:pt>
                <c:pt idx="111">
                  <c:v>-0.117406855388</c:v>
                </c:pt>
                <c:pt idx="112">
                  <c:v>-1.82687082308</c:v>
                </c:pt>
                <c:pt idx="113">
                  <c:v>-0.356663896064</c:v>
                </c:pt>
                <c:pt idx="114">
                  <c:v>-0.102398169251</c:v>
                </c:pt>
                <c:pt idx="115">
                  <c:v>-0.403056409457</c:v>
                </c:pt>
                <c:pt idx="116">
                  <c:v>-0.707941474194</c:v>
                </c:pt>
                <c:pt idx="117">
                  <c:v>-0.901350773973</c:v>
                </c:pt>
                <c:pt idx="118">
                  <c:v>-0.721246540335</c:v>
                </c:pt>
                <c:pt idx="119">
                  <c:v>-1.26660289667</c:v>
                </c:pt>
                <c:pt idx="120">
                  <c:v>-0.918063080105</c:v>
                </c:pt>
                <c:pt idx="121">
                  <c:v>-1.74264634394</c:v>
                </c:pt>
                <c:pt idx="122">
                  <c:v>-0.568089603991</c:v>
                </c:pt>
                <c:pt idx="123">
                  <c:v>-1.24427709029</c:v>
                </c:pt>
                <c:pt idx="124">
                  <c:v>-1.11984596037</c:v>
                </c:pt>
                <c:pt idx="125">
                  <c:v>-1.1424963956</c:v>
                </c:pt>
                <c:pt idx="126">
                  <c:v>-0.872947170603</c:v>
                </c:pt>
                <c:pt idx="127">
                  <c:v>-1.01341870243</c:v>
                </c:pt>
                <c:pt idx="128">
                  <c:v>-1.52171579789</c:v>
                </c:pt>
                <c:pt idx="129">
                  <c:v>-2.59798235457</c:v>
                </c:pt>
                <c:pt idx="130">
                  <c:v>-2.006903661</c:v>
                </c:pt>
                <c:pt idx="131">
                  <c:v>-0.463181005095</c:v>
                </c:pt>
                <c:pt idx="132">
                  <c:v>-1.02509746351</c:v>
                </c:pt>
                <c:pt idx="133">
                  <c:v>-1.23720686438</c:v>
                </c:pt>
                <c:pt idx="134">
                  <c:v>-0.929727298806</c:v>
                </c:pt>
                <c:pt idx="135">
                  <c:v>-1.02509746351</c:v>
                </c:pt>
                <c:pt idx="136">
                  <c:v>-2.04374478444</c:v>
                </c:pt>
                <c:pt idx="137">
                  <c:v>-1.26107947596</c:v>
                </c:pt>
                <c:pt idx="138">
                  <c:v>-0.499556245173</c:v>
                </c:pt>
                <c:pt idx="139">
                  <c:v>-1.40625400478</c:v>
                </c:pt>
                <c:pt idx="140">
                  <c:v>-1.56505035288</c:v>
                </c:pt>
                <c:pt idx="141">
                  <c:v>-0.885063058148</c:v>
                </c:pt>
                <c:pt idx="142">
                  <c:v>-0.726227842792</c:v>
                </c:pt>
                <c:pt idx="143">
                  <c:v>-0.342637108893</c:v>
                </c:pt>
                <c:pt idx="144">
                  <c:v>-2.33752680244</c:v>
                </c:pt>
                <c:pt idx="145">
                  <c:v>-0.0475693945539</c:v>
                </c:pt>
                <c:pt idx="146">
                  <c:v>-0.508207063505</c:v>
                </c:pt>
                <c:pt idx="147">
                  <c:v>-1.38690958932</c:v>
                </c:pt>
                <c:pt idx="148">
                  <c:v>-0.721246540335</c:v>
                </c:pt>
                <c:pt idx="149">
                  <c:v>-0.669895371014</c:v>
                </c:pt>
                <c:pt idx="150">
                  <c:v>-0.980318719016</c:v>
                </c:pt>
                <c:pt idx="151">
                  <c:v>-0.661186723462</c:v>
                </c:pt>
                <c:pt idx="152">
                  <c:v>-0.0436424543944</c:v>
                </c:pt>
                <c:pt idx="153">
                  <c:v>-0.806155040272</c:v>
                </c:pt>
                <c:pt idx="154">
                  <c:v>-0.519770901158</c:v>
                </c:pt>
                <c:pt idx="155">
                  <c:v>-0.453163731781</c:v>
                </c:pt>
                <c:pt idx="156">
                  <c:v>-0.81300227715</c:v>
                </c:pt>
                <c:pt idx="157">
                  <c:v>-1.09416674322</c:v>
                </c:pt>
                <c:pt idx="158">
                  <c:v>-1.33836864489</c:v>
                </c:pt>
                <c:pt idx="159">
                  <c:v>-0.826976821719</c:v>
                </c:pt>
                <c:pt idx="160">
                  <c:v>-1.5663192722</c:v>
                </c:pt>
                <c:pt idx="161">
                  <c:v>-0.854161322568</c:v>
                </c:pt>
                <c:pt idx="162">
                  <c:v>-0.797993591013</c:v>
                </c:pt>
                <c:pt idx="163">
                  <c:v>-0.903054393969</c:v>
                </c:pt>
                <c:pt idx="164">
                  <c:v>-0.372192282368</c:v>
                </c:pt>
                <c:pt idx="165">
                  <c:v>-0.761128981863</c:v>
                </c:pt>
                <c:pt idx="166">
                  <c:v>-1.69583208563</c:v>
                </c:pt>
                <c:pt idx="167">
                  <c:v>0.107278625622</c:v>
                </c:pt>
                <c:pt idx="168">
                  <c:v>-1.26785927983</c:v>
                </c:pt>
                <c:pt idx="169">
                  <c:v>-2.00994433106</c:v>
                </c:pt>
                <c:pt idx="170">
                  <c:v>-0.424090649983</c:v>
                </c:pt>
                <c:pt idx="171">
                  <c:v>-0.888045707832</c:v>
                </c:pt>
                <c:pt idx="172">
                  <c:v>-1.04035346356</c:v>
                </c:pt>
                <c:pt idx="173">
                  <c:v>-1.05741304507</c:v>
                </c:pt>
                <c:pt idx="174">
                  <c:v>-1.59986406665</c:v>
                </c:pt>
                <c:pt idx="175">
                  <c:v>-0.298345307678</c:v>
                </c:pt>
                <c:pt idx="176">
                  <c:v>-0.631194423516</c:v>
                </c:pt>
                <c:pt idx="177">
                  <c:v>0.614386122895</c:v>
                </c:pt>
                <c:pt idx="178">
                  <c:v>-0.759660139624</c:v>
                </c:pt>
                <c:pt idx="179">
                  <c:v>-1.24112201582</c:v>
                </c:pt>
                <c:pt idx="180">
                  <c:v>-1.5948827642</c:v>
                </c:pt>
                <c:pt idx="181">
                  <c:v>-0.195345510461</c:v>
                </c:pt>
                <c:pt idx="182">
                  <c:v>-1.64525119537</c:v>
                </c:pt>
                <c:pt idx="183">
                  <c:v>-0.637072297592</c:v>
                </c:pt>
                <c:pt idx="184">
                  <c:v>-1.10339593012</c:v>
                </c:pt>
                <c:pt idx="185">
                  <c:v>-1.09523448086</c:v>
                </c:pt>
                <c:pt idx="186">
                  <c:v>-1.91637774781</c:v>
                </c:pt>
                <c:pt idx="187">
                  <c:v>-1.2365855244</c:v>
                </c:pt>
                <c:pt idx="188">
                  <c:v>-1.01925687007</c:v>
                </c:pt>
                <c:pt idx="189">
                  <c:v>-1.14327837165</c:v>
                </c:pt>
                <c:pt idx="190">
                  <c:v>-0.639877998741</c:v>
                </c:pt>
                <c:pt idx="191">
                  <c:v>-2.37106302344</c:v>
                </c:pt>
                <c:pt idx="192">
                  <c:v>0.124623129544</c:v>
                </c:pt>
                <c:pt idx="193">
                  <c:v>-0.186391364047</c:v>
                </c:pt>
                <c:pt idx="194">
                  <c:v>-0.68608555118</c:v>
                </c:pt>
                <c:pt idx="195">
                  <c:v>-0.368082807054</c:v>
                </c:pt>
                <c:pt idx="196">
                  <c:v>-0.478374652185</c:v>
                </c:pt>
                <c:pt idx="197">
                  <c:v>-0.403056409457</c:v>
                </c:pt>
                <c:pt idx="198">
                  <c:v>-0.97423081166</c:v>
                </c:pt>
                <c:pt idx="199">
                  <c:v>-0.707941474194</c:v>
                </c:pt>
                <c:pt idx="200">
                  <c:v>-1.52407510138</c:v>
                </c:pt>
                <c:pt idx="201">
                  <c:v>-1.22672045514</c:v>
                </c:pt>
                <c:pt idx="202">
                  <c:v>-1.24112201582</c:v>
                </c:pt>
                <c:pt idx="203">
                  <c:v>-1.28161158281</c:v>
                </c:pt>
                <c:pt idx="204">
                  <c:v>-1.7104295568</c:v>
                </c:pt>
                <c:pt idx="205">
                  <c:v>-1.08433685666</c:v>
                </c:pt>
                <c:pt idx="206">
                  <c:v>-1.10604384059</c:v>
                </c:pt>
                <c:pt idx="207">
                  <c:v>-0.68608555118</c:v>
                </c:pt>
                <c:pt idx="208">
                  <c:v>-0.604791898717</c:v>
                </c:pt>
                <c:pt idx="209">
                  <c:v>-0.979569271422</c:v>
                </c:pt>
                <c:pt idx="210">
                  <c:v>-1.55303727218</c:v>
                </c:pt>
                <c:pt idx="211">
                  <c:v>-0.766272598745</c:v>
                </c:pt>
                <c:pt idx="212">
                  <c:v>-1.35337733103</c:v>
                </c:pt>
                <c:pt idx="213">
                  <c:v>-0.609860626468</c:v>
                </c:pt>
                <c:pt idx="214">
                  <c:v>-0.541477045911</c:v>
                </c:pt>
                <c:pt idx="215">
                  <c:v>-0.927775945301</c:v>
                </c:pt>
                <c:pt idx="216">
                  <c:v>-0.783069904373</c:v>
                </c:pt>
                <c:pt idx="217">
                  <c:v>-0.948080452378</c:v>
                </c:pt>
                <c:pt idx="218">
                  <c:v>-2.20505767042</c:v>
                </c:pt>
                <c:pt idx="219">
                  <c:v>-1.7104295568</c:v>
                </c:pt>
              </c:numCache>
            </c:numRef>
          </c:xVal>
          <c:yVal>
            <c:numRef>
              <c:f>'Chart Data'!$B$2:$B$221</c:f>
              <c:numCache>
                <c:formatCode>0.0</c:formatCode>
                <c:ptCount val="220"/>
                <c:pt idx="0">
                  <c:v>-0.738687299677</c:v>
                </c:pt>
                <c:pt idx="1">
                  <c:v>0.0121394605829</c:v>
                </c:pt>
                <c:pt idx="2">
                  <c:v>0.293353665027</c:v>
                </c:pt>
                <c:pt idx="3">
                  <c:v>-0.274965440306</c:v>
                </c:pt>
                <c:pt idx="4">
                  <c:v>0.592776677734</c:v>
                </c:pt>
                <c:pt idx="5">
                  <c:v>-0.336843339197</c:v>
                </c:pt>
                <c:pt idx="6">
                  <c:v>-0.328838820081</c:v>
                </c:pt>
                <c:pt idx="7">
                  <c:v>-0.532574664474</c:v>
                </c:pt>
                <c:pt idx="8">
                  <c:v>0.469318066113</c:v>
                </c:pt>
                <c:pt idx="9">
                  <c:v>-0.245260441211</c:v>
                </c:pt>
                <c:pt idx="10">
                  <c:v>-0.661159263865</c:v>
                </c:pt>
                <c:pt idx="11">
                  <c:v>-0.148604332812</c:v>
                </c:pt>
                <c:pt idx="12">
                  <c:v>0.258156791958</c:v>
                </c:pt>
                <c:pt idx="13">
                  <c:v>-0.328838820081</c:v>
                </c:pt>
                <c:pt idx="14">
                  <c:v>-0.320040838427</c:v>
                </c:pt>
                <c:pt idx="15">
                  <c:v>0.0471659257278</c:v>
                </c:pt>
                <c:pt idx="16">
                  <c:v>0.254586083681</c:v>
                </c:pt>
                <c:pt idx="17">
                  <c:v>-0.358188537167</c:v>
                </c:pt>
                <c:pt idx="18">
                  <c:v>-0.293442163158</c:v>
                </c:pt>
                <c:pt idx="19">
                  <c:v>-0.587614233377</c:v>
                </c:pt>
                <c:pt idx="20">
                  <c:v>0.115328840692</c:v>
                </c:pt>
                <c:pt idx="21">
                  <c:v>-0.383889806306</c:v>
                </c:pt>
                <c:pt idx="22">
                  <c:v>-0.597831818647</c:v>
                </c:pt>
                <c:pt idx="23">
                  <c:v>-0.320806449454</c:v>
                </c:pt>
                <c:pt idx="24">
                  <c:v>-0.1858160126</c:v>
                </c:pt>
                <c:pt idx="25">
                  <c:v>-0.510604760618</c:v>
                </c:pt>
                <c:pt idx="26">
                  <c:v>-0.0999692893537</c:v>
                </c:pt>
                <c:pt idx="27">
                  <c:v>-0.712784703453</c:v>
                </c:pt>
                <c:pt idx="28">
                  <c:v>-0.64873935494</c:v>
                </c:pt>
                <c:pt idx="29">
                  <c:v>0.0318573650231</c:v>
                </c:pt>
                <c:pt idx="30">
                  <c:v>-0.560548870059</c:v>
                </c:pt>
                <c:pt idx="31">
                  <c:v>-0.606527648032</c:v>
                </c:pt>
                <c:pt idx="32">
                  <c:v>0.469730150763</c:v>
                </c:pt>
                <c:pt idx="33">
                  <c:v>-1.46812771065</c:v>
                </c:pt>
                <c:pt idx="34">
                  <c:v>-0.616164460666</c:v>
                </c:pt>
                <c:pt idx="35">
                  <c:v>-0.376890750646</c:v>
                </c:pt>
                <c:pt idx="36">
                  <c:v>0.0432187672012</c:v>
                </c:pt>
                <c:pt idx="37">
                  <c:v>-0.124257638146</c:v>
                </c:pt>
                <c:pt idx="38">
                  <c:v>-0.993679580729</c:v>
                </c:pt>
                <c:pt idx="39">
                  <c:v>-0.0400254979014</c:v>
                </c:pt>
                <c:pt idx="40">
                  <c:v>0.030621111073</c:v>
                </c:pt>
                <c:pt idx="41">
                  <c:v>-0.0768607274396</c:v>
                </c:pt>
                <c:pt idx="42">
                  <c:v>-0.132766802125</c:v>
                </c:pt>
                <c:pt idx="43">
                  <c:v>-0.513489353168</c:v>
                </c:pt>
                <c:pt idx="44">
                  <c:v>0.220479628098</c:v>
                </c:pt>
                <c:pt idx="45">
                  <c:v>-0.0471669144547</c:v>
                </c:pt>
                <c:pt idx="46">
                  <c:v>-0.145812177304</c:v>
                </c:pt>
                <c:pt idx="47">
                  <c:v>-0.444442186213</c:v>
                </c:pt>
                <c:pt idx="48">
                  <c:v>-0.508956422018</c:v>
                </c:pt>
                <c:pt idx="49">
                  <c:v>-0.828643008491</c:v>
                </c:pt>
                <c:pt idx="50">
                  <c:v>0.468905981463</c:v>
                </c:pt>
                <c:pt idx="51">
                  <c:v>-0.569374259613</c:v>
                </c:pt>
                <c:pt idx="52">
                  <c:v>-0.224917707714</c:v>
                </c:pt>
                <c:pt idx="53">
                  <c:v>-0.22190832377</c:v>
                </c:pt>
                <c:pt idx="54">
                  <c:v>-0.0398017985963</c:v>
                </c:pt>
                <c:pt idx="55">
                  <c:v>-0.318333941554</c:v>
                </c:pt>
                <c:pt idx="56">
                  <c:v>-0.544388500942</c:v>
                </c:pt>
                <c:pt idx="57">
                  <c:v>-0.455657628757</c:v>
                </c:pt>
                <c:pt idx="58">
                  <c:v>-0.44268024233</c:v>
                </c:pt>
                <c:pt idx="59">
                  <c:v>0.0245591382952</c:v>
                </c:pt>
                <c:pt idx="60">
                  <c:v>-0.394336162252</c:v>
                </c:pt>
                <c:pt idx="61">
                  <c:v>-0.568319599697</c:v>
                </c:pt>
                <c:pt idx="62">
                  <c:v>-0.472774953855</c:v>
                </c:pt>
                <c:pt idx="63">
                  <c:v>-0.502967261272</c:v>
                </c:pt>
                <c:pt idx="64">
                  <c:v>-0.067873156462</c:v>
                </c:pt>
                <c:pt idx="65">
                  <c:v>-0.291044647718</c:v>
                </c:pt>
                <c:pt idx="66">
                  <c:v>-0.630006366033</c:v>
                </c:pt>
                <c:pt idx="67">
                  <c:v>-0.815816404979</c:v>
                </c:pt>
                <c:pt idx="68">
                  <c:v>-0.871951658261</c:v>
                </c:pt>
                <c:pt idx="69">
                  <c:v>-0.00359412651227</c:v>
                </c:pt>
                <c:pt idx="70">
                  <c:v>-0.333439739983</c:v>
                </c:pt>
                <c:pt idx="71">
                  <c:v>-0.712578661128</c:v>
                </c:pt>
                <c:pt idx="72">
                  <c:v>-0.111095377636</c:v>
                </c:pt>
                <c:pt idx="73">
                  <c:v>-0.0493085886368</c:v>
                </c:pt>
                <c:pt idx="74">
                  <c:v>-0.358302142451</c:v>
                </c:pt>
                <c:pt idx="75">
                  <c:v>-0.282738246015</c:v>
                </c:pt>
                <c:pt idx="76">
                  <c:v>0.0986704207542</c:v>
                </c:pt>
                <c:pt idx="77">
                  <c:v>-0.301948348715</c:v>
                </c:pt>
                <c:pt idx="78">
                  <c:v>-0.190210890177</c:v>
                </c:pt>
                <c:pt idx="79">
                  <c:v>-0.427062016149</c:v>
                </c:pt>
                <c:pt idx="80">
                  <c:v>-0.314546004843</c:v>
                </c:pt>
                <c:pt idx="81">
                  <c:v>-0.588232360352</c:v>
                </c:pt>
                <c:pt idx="82">
                  <c:v>-0.379509715328</c:v>
                </c:pt>
                <c:pt idx="83">
                  <c:v>-0.595231239305</c:v>
                </c:pt>
                <c:pt idx="84">
                  <c:v>-0.403418121423</c:v>
                </c:pt>
                <c:pt idx="85">
                  <c:v>-0.581666734291</c:v>
                </c:pt>
                <c:pt idx="86">
                  <c:v>-0.53319279145</c:v>
                </c:pt>
                <c:pt idx="87">
                  <c:v>-0.36239854066</c:v>
                </c:pt>
                <c:pt idx="88">
                  <c:v>-0.754242021134</c:v>
                </c:pt>
                <c:pt idx="89">
                  <c:v>-0.282738246015</c:v>
                </c:pt>
                <c:pt idx="90">
                  <c:v>-0.807497273934</c:v>
                </c:pt>
                <c:pt idx="91">
                  <c:v>0.0415704286011</c:v>
                </c:pt>
                <c:pt idx="92">
                  <c:v>-0.0891063816083</c:v>
                </c:pt>
                <c:pt idx="93">
                  <c:v>-0.591844784793</c:v>
                </c:pt>
                <c:pt idx="94">
                  <c:v>-0.729601307171</c:v>
                </c:pt>
                <c:pt idx="95">
                  <c:v>-0.70158252309</c:v>
                </c:pt>
                <c:pt idx="96">
                  <c:v>0.056133994867</c:v>
                </c:pt>
                <c:pt idx="97">
                  <c:v>-0.318390744196</c:v>
                </c:pt>
                <c:pt idx="98">
                  <c:v>-0.231038894774</c:v>
                </c:pt>
                <c:pt idx="99">
                  <c:v>-0.573175458505</c:v>
                </c:pt>
                <c:pt idx="100">
                  <c:v>-0.539574411836</c:v>
                </c:pt>
                <c:pt idx="101">
                  <c:v>-0.0628552054582</c:v>
                </c:pt>
                <c:pt idx="102">
                  <c:v>0.254792126006</c:v>
                </c:pt>
                <c:pt idx="103">
                  <c:v>-0.37013243192</c:v>
                </c:pt>
                <c:pt idx="104">
                  <c:v>-0.258260199858</c:v>
                </c:pt>
                <c:pt idx="105">
                  <c:v>-0.334000851918</c:v>
                </c:pt>
                <c:pt idx="106">
                  <c:v>0.00246850227535</c:v>
                </c:pt>
                <c:pt idx="107">
                  <c:v>0.21437620606</c:v>
                </c:pt>
                <c:pt idx="108">
                  <c:v>0.135572435066</c:v>
                </c:pt>
                <c:pt idx="109">
                  <c:v>0.251701491131</c:v>
                </c:pt>
                <c:pt idx="110">
                  <c:v>-0.539122633556</c:v>
                </c:pt>
                <c:pt idx="111">
                  <c:v>0.0938846267688</c:v>
                </c:pt>
                <c:pt idx="112">
                  <c:v>-0.466369984799</c:v>
                </c:pt>
                <c:pt idx="113">
                  <c:v>-0.156125479664</c:v>
                </c:pt>
                <c:pt idx="114">
                  <c:v>0.0936785844438</c:v>
                </c:pt>
                <c:pt idx="115">
                  <c:v>-0.282738246015</c:v>
                </c:pt>
                <c:pt idx="116">
                  <c:v>0.256096368708</c:v>
                </c:pt>
                <c:pt idx="117">
                  <c:v>0.0446610634763</c:v>
                </c:pt>
                <c:pt idx="118">
                  <c:v>0.0421885555762</c:v>
                </c:pt>
                <c:pt idx="119">
                  <c:v>-0.312496767702</c:v>
                </c:pt>
                <c:pt idx="120">
                  <c:v>0.258980961258</c:v>
                </c:pt>
                <c:pt idx="121">
                  <c:v>-0.16530957326</c:v>
                </c:pt>
                <c:pt idx="122">
                  <c:v>-0.0467548298047</c:v>
                </c:pt>
                <c:pt idx="123">
                  <c:v>-0.441308010877</c:v>
                </c:pt>
                <c:pt idx="124">
                  <c:v>-0.454009290157</c:v>
                </c:pt>
                <c:pt idx="125">
                  <c:v>-0.16616937696</c:v>
                </c:pt>
                <c:pt idx="126">
                  <c:v>-0.491633054595</c:v>
                </c:pt>
                <c:pt idx="127">
                  <c:v>-0.328220693106</c:v>
                </c:pt>
                <c:pt idx="128">
                  <c:v>-0.342104934956</c:v>
                </c:pt>
                <c:pt idx="129">
                  <c:v>-0.865221882746</c:v>
                </c:pt>
                <c:pt idx="130">
                  <c:v>-0.940078051603</c:v>
                </c:pt>
                <c:pt idx="131">
                  <c:v>0.468081812163</c:v>
                </c:pt>
                <c:pt idx="132">
                  <c:v>-0.188562551577</c:v>
                </c:pt>
                <c:pt idx="133">
                  <c:v>-0.873321019332</c:v>
                </c:pt>
                <c:pt idx="134">
                  <c:v>-0.508000990454</c:v>
                </c:pt>
                <c:pt idx="135">
                  <c:v>-0.188562551577</c:v>
                </c:pt>
                <c:pt idx="136">
                  <c:v>-0.30948848338</c:v>
                </c:pt>
                <c:pt idx="137">
                  <c:v>-0.41316768781</c:v>
                </c:pt>
                <c:pt idx="138">
                  <c:v>-0.223887496089</c:v>
                </c:pt>
                <c:pt idx="139">
                  <c:v>-0.425621475504</c:v>
                </c:pt>
                <c:pt idx="140">
                  <c:v>-0.268041252188</c:v>
                </c:pt>
                <c:pt idx="141">
                  <c:v>0.302601121363</c:v>
                </c:pt>
                <c:pt idx="142">
                  <c:v>-0.0861973407677</c:v>
                </c:pt>
                <c:pt idx="143">
                  <c:v>0.41020654729</c:v>
                </c:pt>
                <c:pt idx="144">
                  <c:v>-0.582954986416</c:v>
                </c:pt>
                <c:pt idx="145">
                  <c:v>-0.189734096824</c:v>
                </c:pt>
                <c:pt idx="146">
                  <c:v>0.468699939138</c:v>
                </c:pt>
                <c:pt idx="147">
                  <c:v>-0.282734965966</c:v>
                </c:pt>
                <c:pt idx="148">
                  <c:v>0.0421885555762</c:v>
                </c:pt>
                <c:pt idx="149">
                  <c:v>0.0427386937998</c:v>
                </c:pt>
                <c:pt idx="150">
                  <c:v>-0.597831818647</c:v>
                </c:pt>
                <c:pt idx="151">
                  <c:v>-0.323267771245</c:v>
                </c:pt>
                <c:pt idx="152">
                  <c:v>-0.165291685068</c:v>
                </c:pt>
                <c:pt idx="153">
                  <c:v>0.0922963708592</c:v>
                </c:pt>
                <c:pt idx="154">
                  <c:v>-0.506269965732</c:v>
                </c:pt>
                <c:pt idx="155">
                  <c:v>-0.0972747297378</c:v>
                </c:pt>
                <c:pt idx="156">
                  <c:v>0.257538664983</c:v>
                </c:pt>
                <c:pt idx="157">
                  <c:v>0.0215667553222</c:v>
                </c:pt>
                <c:pt idx="158">
                  <c:v>0.031033195723</c:v>
                </c:pt>
                <c:pt idx="159">
                  <c:v>-0.511841014568</c:v>
                </c:pt>
                <c:pt idx="160">
                  <c:v>-0.0894227491676</c:v>
                </c:pt>
                <c:pt idx="161">
                  <c:v>-0.570198428913</c:v>
                </c:pt>
                <c:pt idx="162">
                  <c:v>0.257332622658</c:v>
                </c:pt>
                <c:pt idx="163">
                  <c:v>0.258774918933</c:v>
                </c:pt>
                <c:pt idx="164">
                  <c:v>-0.608589560009</c:v>
                </c:pt>
                <c:pt idx="165">
                  <c:v>0.0916782438842</c:v>
                </c:pt>
                <c:pt idx="166">
                  <c:v>0.00288058692538</c:v>
                </c:pt>
                <c:pt idx="167">
                  <c:v>-0.310475258901</c:v>
                </c:pt>
                <c:pt idx="168">
                  <c:v>-0.316194343443</c:v>
                </c:pt>
                <c:pt idx="169">
                  <c:v>-0.479759135436</c:v>
                </c:pt>
                <c:pt idx="170">
                  <c:v>-0.0780969813896</c:v>
                </c:pt>
                <c:pt idx="171">
                  <c:v>0.258568876608</c:v>
                </c:pt>
                <c:pt idx="172">
                  <c:v>-0.597007649347</c:v>
                </c:pt>
                <c:pt idx="173">
                  <c:v>-0.478107606015</c:v>
                </c:pt>
                <c:pt idx="174">
                  <c:v>-0.221080874421</c:v>
                </c:pt>
                <c:pt idx="175">
                  <c:v>0.239480285253</c:v>
                </c:pt>
                <c:pt idx="176">
                  <c:v>0.0409523016261</c:v>
                </c:pt>
                <c:pt idx="177">
                  <c:v>-1.40997633863</c:v>
                </c:pt>
                <c:pt idx="178">
                  <c:v>-0.713402830428</c:v>
                </c:pt>
                <c:pt idx="179">
                  <c:v>-0.0400254979014</c:v>
                </c:pt>
                <c:pt idx="180">
                  <c:v>-0.0926949780775</c:v>
                </c:pt>
                <c:pt idx="181">
                  <c:v>-0.0800326132467</c:v>
                </c:pt>
                <c:pt idx="182">
                  <c:v>-0.449296520602</c:v>
                </c:pt>
                <c:pt idx="183">
                  <c:v>-0.178027394769</c:v>
                </c:pt>
                <c:pt idx="184">
                  <c:v>-0.275583567281</c:v>
                </c:pt>
                <c:pt idx="185">
                  <c:v>-0.110547315483</c:v>
                </c:pt>
                <c:pt idx="186">
                  <c:v>-0.271852433211</c:v>
                </c:pt>
                <c:pt idx="187">
                  <c:v>-0.312908852352</c:v>
                </c:pt>
                <c:pt idx="188">
                  <c:v>-0.567931963337</c:v>
                </c:pt>
                <c:pt idx="189">
                  <c:v>-0.226093878973</c:v>
                </c:pt>
                <c:pt idx="190">
                  <c:v>0.0423266091497</c:v>
                </c:pt>
                <c:pt idx="191">
                  <c:v>-0.489017565483</c:v>
                </c:pt>
                <c:pt idx="192">
                  <c:v>-0.56767239842</c:v>
                </c:pt>
                <c:pt idx="193">
                  <c:v>-0.143996054818</c:v>
                </c:pt>
                <c:pt idx="194">
                  <c:v>0.0906480322591</c:v>
                </c:pt>
                <c:pt idx="195">
                  <c:v>0.2098677232</c:v>
                </c:pt>
                <c:pt idx="196">
                  <c:v>0.293353665027</c:v>
                </c:pt>
                <c:pt idx="197">
                  <c:v>-0.282738246015</c:v>
                </c:pt>
                <c:pt idx="198">
                  <c:v>-0.568550090312</c:v>
                </c:pt>
                <c:pt idx="199">
                  <c:v>0.256096368708</c:v>
                </c:pt>
                <c:pt idx="200">
                  <c:v>-0.550049027212</c:v>
                </c:pt>
                <c:pt idx="201">
                  <c:v>-0.36198645601</c:v>
                </c:pt>
                <c:pt idx="202">
                  <c:v>-0.0400254979014</c:v>
                </c:pt>
                <c:pt idx="203">
                  <c:v>-0.312290725377</c:v>
                </c:pt>
                <c:pt idx="204">
                  <c:v>-0.497343912635</c:v>
                </c:pt>
                <c:pt idx="205">
                  <c:v>-0.0996432940463</c:v>
                </c:pt>
                <c:pt idx="206">
                  <c:v>-0.0418798788265</c:v>
                </c:pt>
                <c:pt idx="207">
                  <c:v>0.0906480322591</c:v>
                </c:pt>
                <c:pt idx="208">
                  <c:v>0.0393852139579</c:v>
                </c:pt>
                <c:pt idx="209">
                  <c:v>-0.292944980745</c:v>
                </c:pt>
                <c:pt idx="210">
                  <c:v>-0.235206792996</c:v>
                </c:pt>
                <c:pt idx="211">
                  <c:v>0.0428066825512</c:v>
                </c:pt>
                <c:pt idx="212">
                  <c:v>0.0312392380481</c:v>
                </c:pt>
                <c:pt idx="213">
                  <c:v>0.0419145244997</c:v>
                </c:pt>
                <c:pt idx="214">
                  <c:v>-0.238019885534</c:v>
                </c:pt>
                <c:pt idx="215">
                  <c:v>-0.208220373327</c:v>
                </c:pt>
                <c:pt idx="216">
                  <c:v>-0.231038894774</c:v>
                </c:pt>
                <c:pt idx="217">
                  <c:v>0.259393045908</c:v>
                </c:pt>
                <c:pt idx="218">
                  <c:v>-0.5823239177</c:v>
                </c:pt>
                <c:pt idx="219">
                  <c:v>-0.497343912635</c:v>
                </c:pt>
              </c:numCache>
            </c:numRef>
          </c:yVal>
        </c:ser>
        <c:ser>
          <c:idx val="1"/>
          <c:order val="1"/>
          <c:tx>
            <c:v>C1</c:v>
          </c:tx>
          <c:spPr>
            <a:ln xmlns:a="http://schemas.openxmlformats.org/drawingml/2006/main" w="0">
              <a:noFill/>
            </a:ln>
          </c:spPr>
          <c:marker>
            <c:symbol val="circle"/>
            <c:size val="5"/>
            <c:spPr>
              <a:solidFill xmlns:a="http://schemas.openxmlformats.org/drawingml/2006/main">
                <a:srgbClr val="4179B7"/>
              </a:solidFill>
            </c:spPr>
          </c:marker>
          <c:xVal>
            <c:numRef>
              <c:f>'Chart Data'!$C$2:$C$221</c:f>
              <c:numCache>
                <c:formatCode>General</c:formatCode>
                <c:ptCount val="220"/>
                <c:pt idx="0">
                  <c:v>0.173573702314</c:v>
                </c:pt>
                <c:pt idx="1">
                  <c:v>-0.00878107146806</c:v>
                </c:pt>
                <c:pt idx="2">
                  <c:v>0.834633055315</c:v>
                </c:pt>
                <c:pt idx="3">
                  <c:v>1.98652952782</c:v>
                </c:pt>
                <c:pt idx="4">
                  <c:v>0.560272119683</c:v>
                </c:pt>
                <c:pt idx="5">
                  <c:v>0.635315550366</c:v>
                </c:pt>
                <c:pt idx="6">
                  <c:v>1.07093489473</c:v>
                </c:pt>
                <c:pt idx="7">
                  <c:v>0.274187864942</c:v>
                </c:pt>
                <c:pt idx="8">
                  <c:v>1.8281439751</c:v>
                </c:pt>
                <c:pt idx="9">
                  <c:v>0.469386623391</c:v>
                </c:pt>
                <c:pt idx="10">
                  <c:v>1.11726180259</c:v>
                </c:pt>
                <c:pt idx="11">
                  <c:v>2.00824820873</c:v>
                </c:pt>
                <c:pt idx="12">
                  <c:v>1.29776880677</c:v>
                </c:pt>
                <c:pt idx="13">
                  <c:v>-0.0127706427395</c:v>
                </c:pt>
                <c:pt idx="14">
                  <c:v>0.81163251174</c:v>
                </c:pt>
                <c:pt idx="15">
                  <c:v>1.25103912836</c:v>
                </c:pt>
                <c:pt idx="16">
                  <c:v>1.55291647109</c:v>
                </c:pt>
                <c:pt idx="17">
                  <c:v>2.57074676999</c:v>
                </c:pt>
                <c:pt idx="18">
                  <c:v>0.00832595075331</c:v>
                </c:pt>
                <c:pt idx="19">
                  <c:v>0.974287706546</c:v>
                </c:pt>
                <c:pt idx="20">
                  <c:v>1.10936588177</c:v>
                </c:pt>
                <c:pt idx="21">
                  <c:v>0.793524104845</c:v>
                </c:pt>
                <c:pt idx="22">
                  <c:v>0.813521092689</c:v>
                </c:pt>
                <c:pt idx="23">
                  <c:v>0.95927902041</c:v>
                </c:pt>
                <c:pt idx="24">
                  <c:v>0.0952954564296</c:v>
                </c:pt>
                <c:pt idx="25">
                  <c:v>0.02033506874</c:v>
                </c:pt>
                <c:pt idx="26">
                  <c:v>-0.113841874424</c:v>
                </c:pt>
                <c:pt idx="27">
                  <c:v>2.37675536737</c:v>
                </c:pt>
                <c:pt idx="28">
                  <c:v>-0.0254285988351</c:v>
                </c:pt>
                <c:pt idx="29">
                  <c:v>0.927618424605</c:v>
                </c:pt>
                <c:pt idx="30">
                  <c:v>2.57016466714</c:v>
                </c:pt>
                <c:pt idx="31">
                  <c:v>0.942566714278</c:v>
                </c:pt>
                <c:pt idx="32">
                  <c:v>1.50684271704</c:v>
                </c:pt>
                <c:pt idx="33">
                  <c:v>1.19100438382</c:v>
                </c:pt>
                <c:pt idx="34">
                  <c:v>1.5979425295</c:v>
                </c:pt>
                <c:pt idx="35">
                  <c:v>1.19941799859</c:v>
                </c:pt>
                <c:pt idx="36">
                  <c:v>-0.0254285988351</c:v>
                </c:pt>
                <c:pt idx="37">
                  <c:v>0.35143196926</c:v>
                </c:pt>
                <c:pt idx="38">
                  <c:v>0.76487608265</c:v>
                </c:pt>
                <c:pt idx="39">
                  <c:v>0.253838293246</c:v>
                </c:pt>
                <c:pt idx="40">
                  <c:v>1.0653840753</c:v>
                </c:pt>
                <c:pt idx="41">
                  <c:v>0.563372106168</c:v>
                </c:pt>
                <c:pt idx="42">
                  <c:v>1.06433982337</c:v>
                </c:pt>
                <c:pt idx="43">
                  <c:v>-0.0254285988351</c:v>
                </c:pt>
                <c:pt idx="44">
                  <c:v>1.60699291552</c:v>
                </c:pt>
                <c:pt idx="45">
                  <c:v>1.34109124518</c:v>
                </c:pt>
                <c:pt idx="46">
                  <c:v>0.989296392683</c:v>
                </c:pt>
                <c:pt idx="47">
                  <c:v>0.904025705112</c:v>
                </c:pt>
                <c:pt idx="48">
                  <c:v>0.100016908803</c:v>
                </c:pt>
                <c:pt idx="49">
                  <c:v>1.59939860714</c:v>
                </c:pt>
                <c:pt idx="50">
                  <c:v>0.116269720081</c:v>
                </c:pt>
                <c:pt idx="51">
                  <c:v>0.822472202565</c:v>
                </c:pt>
                <c:pt idx="52">
                  <c:v>0.314382399156</c:v>
                </c:pt>
                <c:pt idx="53">
                  <c:v>0.542005971816</c:v>
                </c:pt>
                <c:pt idx="54">
                  <c:v>1.955780046</c:v>
                </c:pt>
                <c:pt idx="55">
                  <c:v>0.1888523489</c:v>
                </c:pt>
                <c:pt idx="56">
                  <c:v>1.19941799859</c:v>
                </c:pt>
                <c:pt idx="57">
                  <c:v>0.577796732961</c:v>
                </c:pt>
                <c:pt idx="58">
                  <c:v>0.409525890255</c:v>
                </c:pt>
                <c:pt idx="59">
                  <c:v>1.27389648576</c:v>
                </c:pt>
                <c:pt idx="60">
                  <c:v>1.29121591735</c:v>
                </c:pt>
                <c:pt idx="61">
                  <c:v>0.430607521785</c:v>
                </c:pt>
                <c:pt idx="62">
                  <c:v>0.116269720081</c:v>
                </c:pt>
                <c:pt idx="63">
                  <c:v>0.454849357533</c:v>
                </c:pt>
                <c:pt idx="64">
                  <c:v>0.658218151111</c:v>
                </c:pt>
                <c:pt idx="65">
                  <c:v>0.499890099759</c:v>
                </c:pt>
                <c:pt idx="66">
                  <c:v>0.307158012682</c:v>
                </c:pt>
                <c:pt idx="67">
                  <c:v>1.38611730359</c:v>
                </c:pt>
                <c:pt idx="68">
                  <c:v>1.19100438382</c:v>
                </c:pt>
                <c:pt idx="69">
                  <c:v>0.870271155523</c:v>
                </c:pt>
                <c:pt idx="70">
                  <c:v>0.870271155523</c:v>
                </c:pt>
                <c:pt idx="71">
                  <c:v>1.431143362</c:v>
                </c:pt>
                <c:pt idx="72">
                  <c:v>0.00844194179081</c:v>
                </c:pt>
                <c:pt idx="73">
                  <c:v>0.822791572646</c:v>
                </c:pt>
                <c:pt idx="74">
                  <c:v>0.545263433547</c:v>
                </c:pt>
                <c:pt idx="75">
                  <c:v>0.989296392683</c:v>
                </c:pt>
                <c:pt idx="76">
                  <c:v>1.19295294164</c:v>
                </c:pt>
                <c:pt idx="77">
                  <c:v>0.193995965781</c:v>
                </c:pt>
                <c:pt idx="78">
                  <c:v>1.19100438382</c:v>
                </c:pt>
                <c:pt idx="79">
                  <c:v>1.25103912836</c:v>
                </c:pt>
                <c:pt idx="80">
                  <c:v>0.927852375601</c:v>
                </c:pt>
                <c:pt idx="81">
                  <c:v>0.663434231324</c:v>
                </c:pt>
                <c:pt idx="82">
                  <c:v>0.898584907801</c:v>
                </c:pt>
                <c:pt idx="83">
                  <c:v>0.71743642223</c:v>
                </c:pt>
                <c:pt idx="84">
                  <c:v>0.515246061274</c:v>
                </c:pt>
                <c:pt idx="85">
                  <c:v>1.39688141997</c:v>
                </c:pt>
                <c:pt idx="86">
                  <c:v>-0.0922130445994</c:v>
                </c:pt>
                <c:pt idx="87">
                  <c:v>0.870271155523</c:v>
                </c:pt>
                <c:pt idx="88">
                  <c:v>0.748775006135</c:v>
                </c:pt>
                <c:pt idx="89">
                  <c:v>0.500929500095</c:v>
                </c:pt>
                <c:pt idx="90">
                  <c:v>-0.0705044740477</c:v>
                </c:pt>
                <c:pt idx="91">
                  <c:v>0.1888523489</c:v>
                </c:pt>
                <c:pt idx="92">
                  <c:v>0.932339457389</c:v>
                </c:pt>
                <c:pt idx="93">
                  <c:v>1.25103912836</c:v>
                </c:pt>
                <c:pt idx="94">
                  <c:v>0.225652179285</c:v>
                </c:pt>
                <c:pt idx="95">
                  <c:v>0.0345543226986</c:v>
                </c:pt>
                <c:pt idx="96">
                  <c:v>0.294427593255</c:v>
                </c:pt>
                <c:pt idx="97">
                  <c:v>1.34109124518</c:v>
                </c:pt>
                <c:pt idx="98">
                  <c:v>1.1000679534</c:v>
                </c:pt>
                <c:pt idx="99">
                  <c:v>-0.113841874424</c:v>
                </c:pt>
                <c:pt idx="100">
                  <c:v>1.10936588177</c:v>
                </c:pt>
                <c:pt idx="101">
                  <c:v>-0.223922847095</c:v>
                </c:pt>
                <c:pt idx="102">
                  <c:v>0.113808918217</c:v>
                </c:pt>
                <c:pt idx="103">
                  <c:v>1.06826238122</c:v>
                </c:pt>
                <c:pt idx="104">
                  <c:v>0.218677304091</c:v>
                </c:pt>
                <c:pt idx="105">
                  <c:v>-0.117506816846</c:v>
                </c:pt>
                <c:pt idx="106">
                  <c:v>0.0862782593141</c:v>
                </c:pt>
                <c:pt idx="107">
                  <c:v>0.430607521785</c:v>
                </c:pt>
                <c:pt idx="108">
                  <c:v>0.373655388382</c:v>
                </c:pt>
                <c:pt idx="109">
                  <c:v>0.822791572646</c:v>
                </c:pt>
                <c:pt idx="110">
                  <c:v>0.0189754218568</c:v>
                </c:pt>
                <c:pt idx="111">
                  <c:v>2.03155558623</c:v>
                </c:pt>
                <c:pt idx="112">
                  <c:v>2.37675536737</c:v>
                </c:pt>
                <c:pt idx="113">
                  <c:v>0.822497225186</c:v>
                </c:pt>
                <c:pt idx="114">
                  <c:v>0.225652179285</c:v>
                </c:pt>
                <c:pt idx="115">
                  <c:v>1.06263620337</c:v>
                </c:pt>
                <c:pt idx="116">
                  <c:v>0.188582388451</c:v>
                </c:pt>
                <c:pt idx="117">
                  <c:v>1.19270800381</c:v>
                </c:pt>
                <c:pt idx="118">
                  <c:v>0.909488692075</c:v>
                </c:pt>
                <c:pt idx="119">
                  <c:v>0.0862782593141</c:v>
                </c:pt>
                <c:pt idx="120">
                  <c:v>1.0091310661</c:v>
                </c:pt>
                <c:pt idx="121">
                  <c:v>0.100169112862</c:v>
                </c:pt>
                <c:pt idx="122">
                  <c:v>0.984532122757</c:v>
                </c:pt>
                <c:pt idx="123">
                  <c:v>0.665944899698</c:v>
                </c:pt>
                <c:pt idx="124">
                  <c:v>1.2680411588</c:v>
                </c:pt>
                <c:pt idx="125">
                  <c:v>-0.113841874424</c:v>
                </c:pt>
                <c:pt idx="126">
                  <c:v>2.226668506</c:v>
                </c:pt>
                <c:pt idx="127">
                  <c:v>0.193995965781</c:v>
                </c:pt>
                <c:pt idx="128">
                  <c:v>0.511988599543</c:v>
                </c:pt>
                <c:pt idx="129">
                  <c:v>1.28276012063</c:v>
                </c:pt>
                <c:pt idx="130">
                  <c:v>1.66304842759</c:v>
                </c:pt>
                <c:pt idx="131">
                  <c:v>1.57697554324</c:v>
                </c:pt>
                <c:pt idx="132">
                  <c:v>0.300695609967</c:v>
                </c:pt>
                <c:pt idx="133">
                  <c:v>0.857360805472</c:v>
                </c:pt>
                <c:pt idx="134">
                  <c:v>-0.238931533232</c:v>
                </c:pt>
                <c:pt idx="135">
                  <c:v>0.153691359745</c:v>
                </c:pt>
                <c:pt idx="136">
                  <c:v>-0.238931533232</c:v>
                </c:pt>
                <c:pt idx="137">
                  <c:v>0.337030408585</c:v>
                </c:pt>
                <c:pt idx="138">
                  <c:v>2.24443279834</c:v>
                </c:pt>
                <c:pt idx="139">
                  <c:v>0.944270334273</c:v>
                </c:pt>
                <c:pt idx="140">
                  <c:v>1.10936588177</c:v>
                </c:pt>
                <c:pt idx="141">
                  <c:v>0.989296392683</c:v>
                </c:pt>
                <c:pt idx="142">
                  <c:v>1.30622460349</c:v>
                </c:pt>
                <c:pt idx="143">
                  <c:v>1.67298596018</c:v>
                </c:pt>
                <c:pt idx="144">
                  <c:v>0.0905740040564</c:v>
                </c:pt>
                <c:pt idx="145">
                  <c:v>-0.238931533232</c:v>
                </c:pt>
                <c:pt idx="146">
                  <c:v>0.628816428045</c:v>
                </c:pt>
                <c:pt idx="147">
                  <c:v>0.0786479290626</c:v>
                </c:pt>
                <c:pt idx="148">
                  <c:v>0.170338887112</c:v>
                </c:pt>
                <c:pt idx="149">
                  <c:v>1.35780355132</c:v>
                </c:pt>
                <c:pt idx="150">
                  <c:v>1.4016085507</c:v>
                </c:pt>
                <c:pt idx="151">
                  <c:v>0.331022698834</c:v>
                </c:pt>
                <c:pt idx="152">
                  <c:v>0.218677304091</c:v>
                </c:pt>
                <c:pt idx="153">
                  <c:v>0.720041515148</c:v>
                </c:pt>
                <c:pt idx="154">
                  <c:v>0.672410363821</c:v>
                </c:pt>
                <c:pt idx="155">
                  <c:v>0.618355930313</c:v>
                </c:pt>
                <c:pt idx="156">
                  <c:v>0.823818436818</c:v>
                </c:pt>
                <c:pt idx="157">
                  <c:v>1.55291647109</c:v>
                </c:pt>
                <c:pt idx="158">
                  <c:v>0.458552519186</c:v>
                </c:pt>
                <c:pt idx="159">
                  <c:v>-0.010497647217</c:v>
                </c:pt>
                <c:pt idx="160">
                  <c:v>0.925963794652</c:v>
                </c:pt>
                <c:pt idx="161">
                  <c:v>1.67298596018</c:v>
                </c:pt>
                <c:pt idx="162">
                  <c:v>-0.0254285988351</c:v>
                </c:pt>
                <c:pt idx="163">
                  <c:v>0.874008332839</c:v>
                </c:pt>
                <c:pt idx="164">
                  <c:v>-0.0254285988351</c:v>
                </c:pt>
                <c:pt idx="165">
                  <c:v>0.130456445584</c:v>
                </c:pt>
                <c:pt idx="166">
                  <c:v>0.163970908942</c:v>
                </c:pt>
                <c:pt idx="167">
                  <c:v>0.702402713473</c:v>
                </c:pt>
                <c:pt idx="168">
                  <c:v>0.703471988026</c:v>
                </c:pt>
                <c:pt idx="169">
                  <c:v>0.778287640203</c:v>
                </c:pt>
                <c:pt idx="170">
                  <c:v>0.270570400519</c:v>
                </c:pt>
                <c:pt idx="171">
                  <c:v>0.627022117777</c:v>
                </c:pt>
                <c:pt idx="172">
                  <c:v>0.791058044213</c:v>
                </c:pt>
                <c:pt idx="173">
                  <c:v>1.07930852492</c:v>
                </c:pt>
                <c:pt idx="174">
                  <c:v>0.314382399156</c:v>
                </c:pt>
                <c:pt idx="175">
                  <c:v>0.0786479290626</c:v>
                </c:pt>
                <c:pt idx="176">
                  <c:v>1.10936588177</c:v>
                </c:pt>
                <c:pt idx="177">
                  <c:v>0.886666288935</c:v>
                </c:pt>
                <c:pt idx="178">
                  <c:v>0.0345543226986</c:v>
                </c:pt>
                <c:pt idx="179">
                  <c:v>1.11596095314</c:v>
                </c:pt>
                <c:pt idx="180">
                  <c:v>-0.117506816846</c:v>
                </c:pt>
                <c:pt idx="181">
                  <c:v>1.10554590232</c:v>
                </c:pt>
                <c:pt idx="182">
                  <c:v>1.35780355132</c:v>
                </c:pt>
                <c:pt idx="183">
                  <c:v>0.0345543226986</c:v>
                </c:pt>
                <c:pt idx="184">
                  <c:v>0.703471988026</c:v>
                </c:pt>
                <c:pt idx="185">
                  <c:v>1.10936588177</c:v>
                </c:pt>
                <c:pt idx="186">
                  <c:v>1.11596095314</c:v>
                </c:pt>
                <c:pt idx="187">
                  <c:v>1.83555835285</c:v>
                </c:pt>
                <c:pt idx="188">
                  <c:v>0.218677304091</c:v>
                </c:pt>
                <c:pt idx="189">
                  <c:v>0.939693858271</c:v>
                </c:pt>
                <c:pt idx="190">
                  <c:v>0.874008332839</c:v>
                </c:pt>
                <c:pt idx="191">
                  <c:v>0.704841338104</c:v>
                </c:pt>
                <c:pt idx="192">
                  <c:v>0.898123178298</c:v>
                </c:pt>
                <c:pt idx="193">
                  <c:v>0.100016908803</c:v>
                </c:pt>
                <c:pt idx="194">
                  <c:v>0.0851604267258</c:v>
                </c:pt>
                <c:pt idx="195">
                  <c:v>0.205499876267</c:v>
                </c:pt>
                <c:pt idx="196">
                  <c:v>1.10936588177</c:v>
                </c:pt>
                <c:pt idx="197">
                  <c:v>0.46576851094</c:v>
                </c:pt>
                <c:pt idx="198">
                  <c:v>0.989296392683</c:v>
                </c:pt>
                <c:pt idx="199">
                  <c:v>0.193995965781</c:v>
                </c:pt>
                <c:pt idx="200">
                  <c:v>1.19941799859</c:v>
                </c:pt>
                <c:pt idx="201">
                  <c:v>0.311737371361</c:v>
                </c:pt>
                <c:pt idx="202">
                  <c:v>1.43671730967</c:v>
                </c:pt>
                <c:pt idx="203">
                  <c:v>0.822497225186</c:v>
                </c:pt>
                <c:pt idx="204">
                  <c:v>0.0786479290626</c:v>
                </c:pt>
                <c:pt idx="205">
                  <c:v>0.927558028141</c:v>
                </c:pt>
                <c:pt idx="206">
                  <c:v>1.13096963927</c:v>
                </c:pt>
                <c:pt idx="207">
                  <c:v>0.643636888251</c:v>
                </c:pt>
                <c:pt idx="208">
                  <c:v>0.995891464043</c:v>
                </c:pt>
                <c:pt idx="209">
                  <c:v>1.25103912836</c:v>
                </c:pt>
                <c:pt idx="210">
                  <c:v>0.0905740040564</c:v>
                </c:pt>
                <c:pt idx="211">
                  <c:v>0.0662623592144</c:v>
                </c:pt>
                <c:pt idx="212">
                  <c:v>0.792334648104</c:v>
                </c:pt>
                <c:pt idx="213">
                  <c:v>-0.113841874424</c:v>
                </c:pt>
                <c:pt idx="214">
                  <c:v>0.0662623592144</c:v>
                </c:pt>
                <c:pt idx="215">
                  <c:v>-0.00878107146806</c:v>
                </c:pt>
                <c:pt idx="216">
                  <c:v>1.47787304041</c:v>
                </c:pt>
                <c:pt idx="217">
                  <c:v>0.563372106168</c:v>
                </c:pt>
                <c:pt idx="218">
                  <c:v>2.25042074424</c:v>
                </c:pt>
                <c:pt idx="219">
                  <c:v>1.1161678753</c:v>
                </c:pt>
              </c:numCache>
            </c:numRef>
          </c:xVal>
          <c:yVal>
            <c:numRef>
              <c:f>'Chart Data'!$D$2:$D$221</c:f>
              <c:numCache>
                <c:formatCode>0.0</c:formatCode>
                <c:ptCount val="220"/>
                <c:pt idx="0">
                  <c:v>0.0752325683539</c:v>
                </c:pt>
                <c:pt idx="1">
                  <c:v>0.718300708131</c:v>
                </c:pt>
                <c:pt idx="2">
                  <c:v>1.6774838577</c:v>
                </c:pt>
                <c:pt idx="3">
                  <c:v>1.54255297069</c:v>
                </c:pt>
                <c:pt idx="4">
                  <c:v>-0.0621947420003</c:v>
                </c:pt>
                <c:pt idx="5">
                  <c:v>-0.0632249536254</c:v>
                </c:pt>
                <c:pt idx="6">
                  <c:v>1.94048528388</c:v>
                </c:pt>
                <c:pt idx="7">
                  <c:v>-0.403322262348</c:v>
                </c:pt>
                <c:pt idx="8">
                  <c:v>1.09445931964</c:v>
                </c:pt>
                <c:pt idx="9">
                  <c:v>0.292651327512</c:v>
                </c:pt>
                <c:pt idx="10">
                  <c:v>-0.565868882105</c:v>
                </c:pt>
                <c:pt idx="11">
                  <c:v>1.09198681174</c:v>
                </c:pt>
                <c:pt idx="12">
                  <c:v>1.72328079354</c:v>
                </c:pt>
                <c:pt idx="13">
                  <c:v>0.564702286162</c:v>
                </c:pt>
                <c:pt idx="14">
                  <c:v>-0.424102732764</c:v>
                </c:pt>
                <c:pt idx="15">
                  <c:v>1.93801277598</c:v>
                </c:pt>
                <c:pt idx="16">
                  <c:v>1.71977807402</c:v>
                </c:pt>
                <c:pt idx="17">
                  <c:v>1.39428184476</c:v>
                </c:pt>
                <c:pt idx="18">
                  <c:v>0.593777972171</c:v>
                </c:pt>
                <c:pt idx="19">
                  <c:v>1.27745360806</c:v>
                </c:pt>
                <c:pt idx="20">
                  <c:v>1.27559922714</c:v>
                </c:pt>
                <c:pt idx="21">
                  <c:v>1.16121885277</c:v>
                </c:pt>
                <c:pt idx="22">
                  <c:v>-0.463282398761</c:v>
                </c:pt>
                <c:pt idx="23">
                  <c:v>1.27765965039</c:v>
                </c:pt>
                <c:pt idx="24">
                  <c:v>0.861740759113</c:v>
                </c:pt>
                <c:pt idx="25">
                  <c:v>1.03452405631</c:v>
                </c:pt>
                <c:pt idx="26">
                  <c:v>0.719743004406</c:v>
                </c:pt>
                <c:pt idx="27">
                  <c:v>1.53719587024</c:v>
                </c:pt>
                <c:pt idx="28">
                  <c:v>0.547256874556</c:v>
                </c:pt>
                <c:pt idx="29">
                  <c:v>1.40949015159</c:v>
                </c:pt>
                <c:pt idx="30">
                  <c:v>1.74863117547</c:v>
                </c:pt>
                <c:pt idx="31">
                  <c:v>1.49197954817</c:v>
                </c:pt>
                <c:pt idx="32">
                  <c:v>0.484899469045</c:v>
                </c:pt>
                <c:pt idx="33">
                  <c:v>1.93883694528</c:v>
                </c:pt>
                <c:pt idx="34">
                  <c:v>1.71915994704</c:v>
                </c:pt>
                <c:pt idx="35">
                  <c:v>1.27436297319</c:v>
                </c:pt>
                <c:pt idx="36">
                  <c:v>0.547256874556</c:v>
                </c:pt>
                <c:pt idx="37">
                  <c:v>-0.420244731231</c:v>
                </c:pt>
                <c:pt idx="38">
                  <c:v>-0.265711922768</c:v>
                </c:pt>
                <c:pt idx="39">
                  <c:v>0.491569571537</c:v>
                </c:pt>
                <c:pt idx="40">
                  <c:v>0.943396235467</c:v>
                </c:pt>
                <c:pt idx="41">
                  <c:v>1.05597277307</c:v>
                </c:pt>
                <c:pt idx="42">
                  <c:v>1.27621735411</c:v>
                </c:pt>
                <c:pt idx="43">
                  <c:v>0.547256874556</c:v>
                </c:pt>
                <c:pt idx="44">
                  <c:v>-0.121791690344</c:v>
                </c:pt>
                <c:pt idx="45">
                  <c:v>1.93677652203</c:v>
                </c:pt>
                <c:pt idx="46">
                  <c:v>1.27724756574</c:v>
                </c:pt>
                <c:pt idx="47">
                  <c:v>0.992595883308</c:v>
                </c:pt>
                <c:pt idx="48">
                  <c:v>0.763791594122</c:v>
                </c:pt>
                <c:pt idx="49">
                  <c:v>0.1602194879</c:v>
                </c:pt>
                <c:pt idx="50">
                  <c:v>0.845038265875</c:v>
                </c:pt>
                <c:pt idx="51">
                  <c:v>0.817523640274</c:v>
                </c:pt>
                <c:pt idx="52">
                  <c:v>-0.429524541917</c:v>
                </c:pt>
                <c:pt idx="53">
                  <c:v>0.469040754987</c:v>
                </c:pt>
                <c:pt idx="54">
                  <c:v>0.858337178712</c:v>
                </c:pt>
                <c:pt idx="55">
                  <c:v>0.738126190595</c:v>
                </c:pt>
                <c:pt idx="56">
                  <c:v>1.27436297319</c:v>
                </c:pt>
                <c:pt idx="57">
                  <c:v>1.09370367193</c:v>
                </c:pt>
                <c:pt idx="58">
                  <c:v>-0.178841581938</c:v>
                </c:pt>
                <c:pt idx="59">
                  <c:v>-0.728970814066</c:v>
                </c:pt>
                <c:pt idx="60">
                  <c:v>-0.621535796063</c:v>
                </c:pt>
                <c:pt idx="61">
                  <c:v>0.651630864824</c:v>
                </c:pt>
                <c:pt idx="62">
                  <c:v>0.845038265875</c:v>
                </c:pt>
                <c:pt idx="63">
                  <c:v>0.540663520155</c:v>
                </c:pt>
                <c:pt idx="64">
                  <c:v>-1.18057509071</c:v>
                </c:pt>
                <c:pt idx="65">
                  <c:v>-0.156790427149</c:v>
                </c:pt>
                <c:pt idx="66">
                  <c:v>0.202355015247</c:v>
                </c:pt>
                <c:pt idx="67">
                  <c:v>1.93615839505</c:v>
                </c:pt>
                <c:pt idx="68">
                  <c:v>1.93883694528</c:v>
                </c:pt>
                <c:pt idx="69">
                  <c:v>0.946074785692</c:v>
                </c:pt>
                <c:pt idx="70">
                  <c:v>0.946074785692</c:v>
                </c:pt>
                <c:pt idx="71">
                  <c:v>1.93554026808</c:v>
                </c:pt>
                <c:pt idx="72">
                  <c:v>0.625812054343</c:v>
                </c:pt>
                <c:pt idx="73">
                  <c:v>-1.01643099696</c:v>
                </c:pt>
                <c:pt idx="74">
                  <c:v>-0.0619886996753</c:v>
                </c:pt>
                <c:pt idx="75">
                  <c:v>1.27724756574</c:v>
                </c:pt>
                <c:pt idx="76">
                  <c:v>1.71171850789</c:v>
                </c:pt>
                <c:pt idx="77">
                  <c:v>0.786997751928</c:v>
                </c:pt>
                <c:pt idx="78">
                  <c:v>1.93883694528</c:v>
                </c:pt>
                <c:pt idx="79">
                  <c:v>1.93801277598</c:v>
                </c:pt>
                <c:pt idx="80">
                  <c:v>-1.01787329324</c:v>
                </c:pt>
                <c:pt idx="81">
                  <c:v>-0.46122197551</c:v>
                </c:pt>
                <c:pt idx="82">
                  <c:v>1.1597765565</c:v>
                </c:pt>
                <c:pt idx="83">
                  <c:v>1.49507018304</c:v>
                </c:pt>
                <c:pt idx="84">
                  <c:v>-0.0615766150252</c:v>
                </c:pt>
                <c:pt idx="85">
                  <c:v>0.317857505438</c:v>
                </c:pt>
                <c:pt idx="86">
                  <c:v>1.01917273433</c:v>
                </c:pt>
                <c:pt idx="87">
                  <c:v>0.946074785692</c:v>
                </c:pt>
                <c:pt idx="88">
                  <c:v>0.0722555387619</c:v>
                </c:pt>
                <c:pt idx="89">
                  <c:v>0.74854981819</c:v>
                </c:pt>
                <c:pt idx="90">
                  <c:v>0.131841972135</c:v>
                </c:pt>
                <c:pt idx="91">
                  <c:v>0.738126190595</c:v>
                </c:pt>
                <c:pt idx="92">
                  <c:v>1.20629765411</c:v>
                </c:pt>
                <c:pt idx="93">
                  <c:v>1.93801277598</c:v>
                </c:pt>
                <c:pt idx="94">
                  <c:v>0.957835543178</c:v>
                </c:pt>
                <c:pt idx="95">
                  <c:v>0.854723690341</c:v>
                </c:pt>
                <c:pt idx="96">
                  <c:v>-0.485571950225</c:v>
                </c:pt>
                <c:pt idx="97">
                  <c:v>1.93677652203</c:v>
                </c:pt>
                <c:pt idx="98">
                  <c:v>1.77172426084</c:v>
                </c:pt>
                <c:pt idx="99">
                  <c:v>0.719743004406</c:v>
                </c:pt>
                <c:pt idx="100">
                  <c:v>1.27559922714</c:v>
                </c:pt>
                <c:pt idx="101">
                  <c:v>0.824017643151</c:v>
                </c:pt>
                <c:pt idx="102">
                  <c:v>0.73915640222</c:v>
                </c:pt>
                <c:pt idx="103">
                  <c:v>1.60332805833</c:v>
                </c:pt>
                <c:pt idx="104">
                  <c:v>0.443110094854</c:v>
                </c:pt>
                <c:pt idx="105">
                  <c:v>0.407115912415</c:v>
                </c:pt>
                <c:pt idx="106">
                  <c:v>0.691304857982</c:v>
                </c:pt>
                <c:pt idx="107">
                  <c:v>0.651630864824</c:v>
                </c:pt>
                <c:pt idx="108">
                  <c:v>0.383255993233</c:v>
                </c:pt>
                <c:pt idx="109">
                  <c:v>-1.01643099696</c:v>
                </c:pt>
                <c:pt idx="110">
                  <c:v>-0.0144558114658</c:v>
                </c:pt>
                <c:pt idx="111">
                  <c:v>1.54193484372</c:v>
                </c:pt>
                <c:pt idx="112">
                  <c:v>1.53719587024</c:v>
                </c:pt>
                <c:pt idx="113">
                  <c:v>1.49362788677</c:v>
                </c:pt>
                <c:pt idx="114">
                  <c:v>0.957835543178</c:v>
                </c:pt>
                <c:pt idx="115">
                  <c:v>1.49033120957</c:v>
                </c:pt>
                <c:pt idx="116">
                  <c:v>0.0750265260289</c:v>
                </c:pt>
                <c:pt idx="117">
                  <c:v>1.72472308982</c:v>
                </c:pt>
                <c:pt idx="118">
                  <c:v>-0.792487192596</c:v>
                </c:pt>
                <c:pt idx="119">
                  <c:v>0.691304857982</c:v>
                </c:pt>
                <c:pt idx="120">
                  <c:v>-0.267739350787</c:v>
                </c:pt>
                <c:pt idx="121">
                  <c:v>0.247512655879</c:v>
                </c:pt>
                <c:pt idx="122">
                  <c:v>-0.793517404222</c:v>
                </c:pt>
                <c:pt idx="123">
                  <c:v>-0.980043486475</c:v>
                </c:pt>
                <c:pt idx="124">
                  <c:v>1.38797082204</c:v>
                </c:pt>
                <c:pt idx="125">
                  <c:v>0.719743004406</c:v>
                </c:pt>
                <c:pt idx="126">
                  <c:v>1.53925629349</c:v>
                </c:pt>
                <c:pt idx="127">
                  <c:v>0.786997751928</c:v>
                </c:pt>
                <c:pt idx="128">
                  <c:v>0.469452839637</c:v>
                </c:pt>
                <c:pt idx="129">
                  <c:v>1.72348683587</c:v>
                </c:pt>
                <c:pt idx="130">
                  <c:v>1.09672578521</c:v>
                </c:pt>
                <c:pt idx="131">
                  <c:v>-0.121379605694</c:v>
                </c:pt>
                <c:pt idx="132">
                  <c:v>0.956805331553</c:v>
                </c:pt>
                <c:pt idx="133">
                  <c:v>0.821964134382</c:v>
                </c:pt>
                <c:pt idx="134">
                  <c:v>0.824223685476</c:v>
                </c:pt>
                <c:pt idx="135">
                  <c:v>0.689666713912</c:v>
                </c:pt>
                <c:pt idx="136">
                  <c:v>0.824223685476</c:v>
                </c:pt>
                <c:pt idx="137">
                  <c:v>-0.0982837731215</c:v>
                </c:pt>
                <c:pt idx="138">
                  <c:v>1.00722415828</c:v>
                </c:pt>
                <c:pt idx="139">
                  <c:v>1.27786569271</c:v>
                </c:pt>
                <c:pt idx="140">
                  <c:v>1.27559922714</c:v>
                </c:pt>
                <c:pt idx="141">
                  <c:v>1.27724756574</c:v>
                </c:pt>
                <c:pt idx="142">
                  <c:v>-0.621741838388</c:v>
                </c:pt>
                <c:pt idx="143">
                  <c:v>1.71812973542</c:v>
                </c:pt>
                <c:pt idx="144">
                  <c:v>0.959689924103</c:v>
                </c:pt>
                <c:pt idx="145">
                  <c:v>0.824223685476</c:v>
                </c:pt>
                <c:pt idx="146">
                  <c:v>0.407923859926</c:v>
                </c:pt>
                <c:pt idx="147">
                  <c:v>0.690696925537</c:v>
                </c:pt>
                <c:pt idx="148">
                  <c:v>0.860710547487</c:v>
                </c:pt>
                <c:pt idx="149">
                  <c:v>1.72245662424</c:v>
                </c:pt>
                <c:pt idx="150">
                  <c:v>2.00007764015</c:v>
                </c:pt>
                <c:pt idx="151">
                  <c:v>0.558024933619</c:v>
                </c:pt>
                <c:pt idx="152">
                  <c:v>0.443110094854</c:v>
                </c:pt>
                <c:pt idx="153">
                  <c:v>-0.90734764036</c:v>
                </c:pt>
                <c:pt idx="154">
                  <c:v>1.49568831002</c:v>
                </c:pt>
                <c:pt idx="155">
                  <c:v>-0.257556195939</c:v>
                </c:pt>
                <c:pt idx="156">
                  <c:v>0.0712253271368</c:v>
                </c:pt>
                <c:pt idx="157">
                  <c:v>1.71977807402</c:v>
                </c:pt>
                <c:pt idx="158">
                  <c:v>-0.419346422749</c:v>
                </c:pt>
                <c:pt idx="159">
                  <c:v>1.00948730986</c:v>
                </c:pt>
                <c:pt idx="160">
                  <c:v>-0.978693627242</c:v>
                </c:pt>
                <c:pt idx="161">
                  <c:v>1.71812973542</c:v>
                </c:pt>
                <c:pt idx="162">
                  <c:v>0.547256874556</c:v>
                </c:pt>
                <c:pt idx="163">
                  <c:v>0.993007967958</c:v>
                </c:pt>
                <c:pt idx="164">
                  <c:v>0.547256874556</c:v>
                </c:pt>
                <c:pt idx="165">
                  <c:v>0.910200235795</c:v>
                </c:pt>
                <c:pt idx="166">
                  <c:v>-0.268435448645</c:v>
                </c:pt>
                <c:pt idx="167">
                  <c:v>0.819171978874</c:v>
                </c:pt>
                <c:pt idx="168">
                  <c:v>1.16245510672</c:v>
                </c:pt>
                <c:pt idx="169">
                  <c:v>-1.18222342931</c:v>
                </c:pt>
                <c:pt idx="170">
                  <c:v>1.04553554773</c:v>
                </c:pt>
                <c:pt idx="171">
                  <c:v>1.16154693928</c:v>
                </c:pt>
                <c:pt idx="172">
                  <c:v>-0.619588978096</c:v>
                </c:pt>
                <c:pt idx="173">
                  <c:v>1.40130382604</c:v>
                </c:pt>
                <c:pt idx="174">
                  <c:v>-0.429524541917</c:v>
                </c:pt>
                <c:pt idx="175">
                  <c:v>0.690696925537</c:v>
                </c:pt>
                <c:pt idx="176">
                  <c:v>1.27559922714</c:v>
                </c:pt>
                <c:pt idx="177">
                  <c:v>1.01045337956</c:v>
                </c:pt>
                <c:pt idx="178">
                  <c:v>0.854723690341</c:v>
                </c:pt>
                <c:pt idx="179">
                  <c:v>1.9398671569</c:v>
                </c:pt>
                <c:pt idx="180">
                  <c:v>0.407115912415</c:v>
                </c:pt>
                <c:pt idx="181">
                  <c:v>-0.81475557582</c:v>
                </c:pt>
                <c:pt idx="182">
                  <c:v>1.72245662424</c:v>
                </c:pt>
                <c:pt idx="183">
                  <c:v>0.854723690341</c:v>
                </c:pt>
                <c:pt idx="184">
                  <c:v>1.16245510672</c:v>
                </c:pt>
                <c:pt idx="185">
                  <c:v>1.27559922714</c:v>
                </c:pt>
                <c:pt idx="186">
                  <c:v>1.9398671569</c:v>
                </c:pt>
                <c:pt idx="187">
                  <c:v>1.37626445555</c:v>
                </c:pt>
                <c:pt idx="188">
                  <c:v>0.443110094854</c:v>
                </c:pt>
                <c:pt idx="189">
                  <c:v>1.67604156142</c:v>
                </c:pt>
                <c:pt idx="190">
                  <c:v>0.993007967958</c:v>
                </c:pt>
                <c:pt idx="191">
                  <c:v>-0.264887753468</c:v>
                </c:pt>
                <c:pt idx="192">
                  <c:v>1.24349167692</c:v>
                </c:pt>
                <c:pt idx="193">
                  <c:v>0.763791594122</c:v>
                </c:pt>
                <c:pt idx="194">
                  <c:v>0.247718698204</c:v>
                </c:pt>
                <c:pt idx="195">
                  <c:v>0.90917002417</c:v>
                </c:pt>
                <c:pt idx="196">
                  <c:v>1.27559922714</c:v>
                </c:pt>
                <c:pt idx="197">
                  <c:v>0.700090341507</c:v>
                </c:pt>
                <c:pt idx="198">
                  <c:v>1.27724756574</c:v>
                </c:pt>
                <c:pt idx="199">
                  <c:v>0.786997751928</c:v>
                </c:pt>
                <c:pt idx="200">
                  <c:v>1.27436297319</c:v>
                </c:pt>
                <c:pt idx="201">
                  <c:v>1.05744939173</c:v>
                </c:pt>
                <c:pt idx="202">
                  <c:v>-0.55625922928</c:v>
                </c:pt>
                <c:pt idx="203">
                  <c:v>1.49362788677</c:v>
                </c:pt>
                <c:pt idx="204">
                  <c:v>0.690696925537</c:v>
                </c:pt>
                <c:pt idx="205">
                  <c:v>1.49218559049</c:v>
                </c:pt>
                <c:pt idx="206">
                  <c:v>1.93966111458</c:v>
                </c:pt>
                <c:pt idx="207">
                  <c:v>0.641377645154</c:v>
                </c:pt>
                <c:pt idx="208">
                  <c:v>1.9415154955</c:v>
                </c:pt>
                <c:pt idx="209">
                  <c:v>1.93801277598</c:v>
                </c:pt>
                <c:pt idx="210">
                  <c:v>0.959689924103</c:v>
                </c:pt>
                <c:pt idx="211">
                  <c:v>0.717270496506</c:v>
                </c:pt>
                <c:pt idx="212">
                  <c:v>0.257637804107</c:v>
                </c:pt>
                <c:pt idx="213">
                  <c:v>0.719743004406</c:v>
                </c:pt>
                <c:pt idx="214">
                  <c:v>0.717270496506</c:v>
                </c:pt>
                <c:pt idx="215">
                  <c:v>0.718300708131</c:v>
                </c:pt>
                <c:pt idx="216">
                  <c:v>1.72080828564</c:v>
                </c:pt>
                <c:pt idx="217">
                  <c:v>1.05597277307</c:v>
                </c:pt>
                <c:pt idx="218">
                  <c:v>1.34973717226</c:v>
                </c:pt>
                <c:pt idx="219">
                  <c:v>-0.439276519944</c:v>
                </c:pt>
              </c:numCache>
            </c:numRef>
          </c:yVal>
        </c:ser>
        <c:ser>
          <c:idx val="2"/>
          <c:order val="2"/>
          <c:tx>
            <c:v>C2</c:v>
          </c:tx>
          <c:spPr>
            <a:ln xmlns:a="http://schemas.openxmlformats.org/drawingml/2006/main" w="0">
              <a:noFill/>
            </a:ln>
          </c:spPr>
          <c:marker>
            <c:symbol val="circle"/>
            <c:size val="5"/>
            <c:spPr>
              <a:solidFill xmlns:a="http://schemas.openxmlformats.org/drawingml/2006/main">
                <a:srgbClr val="DE8736"/>
              </a:solidFill>
            </c:spPr>
          </c:marker>
          <c:xVal>
            <c:numRef>
              <c:f>'Chart Data'!$E$2:$E$221</c:f>
              <c:numCache>
                <c:formatCode>General</c:formatCode>
                <c:ptCount val="220"/>
                <c:pt idx="0">
                  <c:v>4.84513861508</c:v>
                </c:pt>
                <c:pt idx="1">
                  <c:v>3.7970832944</c:v>
                </c:pt>
                <c:pt idx="2">
                  <c:v>2.68190970724</c:v>
                </c:pt>
                <c:pt idx="3">
                  <c:v>3.57089420805</c:v>
                </c:pt>
                <c:pt idx="4">
                  <c:v>1.15777155302</c:v>
                </c:pt>
                <c:pt idx="5">
                  <c:v>2.39632250614</c:v>
                </c:pt>
                <c:pt idx="6">
                  <c:v>3.79594718517</c:v>
                </c:pt>
                <c:pt idx="7">
                  <c:v>2.47178810133</c:v>
                </c:pt>
                <c:pt idx="8">
                  <c:v>4.50813104631</c:v>
                </c:pt>
                <c:pt idx="9">
                  <c:v>1.72345441494</c:v>
                </c:pt>
                <c:pt idx="10">
                  <c:v>2.68190970724</c:v>
                </c:pt>
                <c:pt idx="11">
                  <c:v>2.19659820581</c:v>
                </c:pt>
                <c:pt idx="12">
                  <c:v>2.89587567961</c:v>
                </c:pt>
                <c:pt idx="13">
                  <c:v>3.46068978821</c:v>
                </c:pt>
                <c:pt idx="14">
                  <c:v>2.85540591376</c:v>
                </c:pt>
                <c:pt idx="15">
                  <c:v>2.33799188817</c:v>
                </c:pt>
                <c:pt idx="16">
                  <c:v>3.36412759953</c:v>
                </c:pt>
                <c:pt idx="17">
                  <c:v>1.94617199386</c:v>
                </c:pt>
                <c:pt idx="18">
                  <c:v>4.63037603255</c:v>
                </c:pt>
                <c:pt idx="19">
                  <c:v>2.34940786678</c:v>
                </c:pt>
                <c:pt idx="20">
                  <c:v>2.24162426422</c:v>
                </c:pt>
                <c:pt idx="21">
                  <c:v>2.68742324603</c:v>
                </c:pt>
                <c:pt idx="22">
                  <c:v>1.72345441494</c:v>
                </c:pt>
                <c:pt idx="23">
                  <c:v>3.46421721039</c:v>
                </c:pt>
                <c:pt idx="24">
                  <c:v>3.85598192971</c:v>
                </c:pt>
                <c:pt idx="25">
                  <c:v>0.943781446915</c:v>
                </c:pt>
                <c:pt idx="26">
                  <c:v>1.77824558115</c:v>
                </c:pt>
                <c:pt idx="27">
                  <c:v>1.65255890724</c:v>
                </c:pt>
                <c:pt idx="28">
                  <c:v>3.18265322634</c:v>
                </c:pt>
                <c:pt idx="29">
                  <c:v>2.65378091591</c:v>
                </c:pt>
                <c:pt idx="30">
                  <c:v>3.37304837831</c:v>
                </c:pt>
                <c:pt idx="31">
                  <c:v>4.19886937877</c:v>
                </c:pt>
                <c:pt idx="32">
                  <c:v>3.49585077736</c:v>
                </c:pt>
                <c:pt idx="33">
                  <c:v>1.93866846275</c:v>
                </c:pt>
                <c:pt idx="34">
                  <c:v>3.58264785825</c:v>
                </c:pt>
                <c:pt idx="35">
                  <c:v>3.72090375448</c:v>
                </c:pt>
                <c:pt idx="36">
                  <c:v>3.49585077736</c:v>
                </c:pt>
                <c:pt idx="37">
                  <c:v>2.06246432106</c:v>
                </c:pt>
                <c:pt idx="38">
                  <c:v>1.7361009522</c:v>
                </c:pt>
                <c:pt idx="39">
                  <c:v>3.73062105169</c:v>
                </c:pt>
                <c:pt idx="40">
                  <c:v>6.09688880337</c:v>
                </c:pt>
                <c:pt idx="41">
                  <c:v>3.33411022725</c:v>
                </c:pt>
                <c:pt idx="42">
                  <c:v>3.29166730055</c:v>
                </c:pt>
                <c:pt idx="43">
                  <c:v>3.18454549185</c:v>
                </c:pt>
                <c:pt idx="44">
                  <c:v>2.05536818364</c:v>
                </c:pt>
                <c:pt idx="45">
                  <c:v>2.0656271298</c:v>
                </c:pt>
                <c:pt idx="46">
                  <c:v>4.59954961811</c:v>
                </c:pt>
                <c:pt idx="47">
                  <c:v>5.29326330431</c:v>
                </c:pt>
                <c:pt idx="48">
                  <c:v>2.56372879909</c:v>
                </c:pt>
                <c:pt idx="49">
                  <c:v>3.84828225966</c:v>
                </c:pt>
                <c:pt idx="50">
                  <c:v>5.71568370406</c:v>
                </c:pt>
                <c:pt idx="51">
                  <c:v>2.21432969155</c:v>
                </c:pt>
                <c:pt idx="52">
                  <c:v>3.57089420805</c:v>
                </c:pt>
                <c:pt idx="53">
                  <c:v>4.84134196748</c:v>
                </c:pt>
                <c:pt idx="54">
                  <c:v>1.44904733465</c:v>
                </c:pt>
                <c:pt idx="55">
                  <c:v>2.63688364883</c:v>
                </c:pt>
                <c:pt idx="56">
                  <c:v>1.79934217464</c:v>
                </c:pt>
                <c:pt idx="57">
                  <c:v>1.97531228023</c:v>
                </c:pt>
                <c:pt idx="58">
                  <c:v>2.63116566338</c:v>
                </c:pt>
                <c:pt idx="59">
                  <c:v>3.59576796344</c:v>
                </c:pt>
                <c:pt idx="60">
                  <c:v>3.12490700031</c:v>
                </c:pt>
                <c:pt idx="61">
                  <c:v>2.12980406927</c:v>
                </c:pt>
                <c:pt idx="62">
                  <c:v>4.59954961811</c:v>
                </c:pt>
                <c:pt idx="63">
                  <c:v>3.79594718517</c:v>
                </c:pt>
                <c:pt idx="64">
                  <c:v>3.17065352098</c:v>
                </c:pt>
                <c:pt idx="65">
                  <c:v>2.78227371056</c:v>
                </c:pt>
                <c:pt idx="66">
                  <c:v>4.86705880553</c:v>
                </c:pt>
                <c:pt idx="67">
                  <c:v>3.21148025298</c:v>
                </c:pt>
                <c:pt idx="68">
                  <c:v>2.63688364883</c:v>
                </c:pt>
                <c:pt idx="69">
                  <c:v>4.86705880553</c:v>
                </c:pt>
                <c:pt idx="70">
                  <c:v>3.25906679657</c:v>
                </c:pt>
                <c:pt idx="71">
                  <c:v>2.0859615111</c:v>
                </c:pt>
                <c:pt idx="72">
                  <c:v>0.682780337562</c:v>
                </c:pt>
                <c:pt idx="73">
                  <c:v>4.04253957302</c:v>
                </c:pt>
                <c:pt idx="74">
                  <c:v>3.09449337504</c:v>
                </c:pt>
                <c:pt idx="75">
                  <c:v>2.39632250614</c:v>
                </c:pt>
                <c:pt idx="76">
                  <c:v>3.66456643111</c:v>
                </c:pt>
                <c:pt idx="77">
                  <c:v>2.30627038932</c:v>
                </c:pt>
                <c:pt idx="78">
                  <c:v>2.30198363761</c:v>
                </c:pt>
                <c:pt idx="79">
                  <c:v>3.69034235716</c:v>
                </c:pt>
                <c:pt idx="80">
                  <c:v>3.13437581656</c:v>
                </c:pt>
                <c:pt idx="81">
                  <c:v>4.33452108339</c:v>
                </c:pt>
                <c:pt idx="82">
                  <c:v>2.33439918064</c:v>
                </c:pt>
                <c:pt idx="83">
                  <c:v>2.51886020351</c:v>
                </c:pt>
                <c:pt idx="84">
                  <c:v>3.45247651594</c:v>
                </c:pt>
                <c:pt idx="85">
                  <c:v>2.21432969155</c:v>
                </c:pt>
                <c:pt idx="86">
                  <c:v>2.63116566338</c:v>
                </c:pt>
                <c:pt idx="87">
                  <c:v>3.85598192971</c:v>
                </c:pt>
                <c:pt idx="88">
                  <c:v>2.63116566338</c:v>
                </c:pt>
                <c:pt idx="89">
                  <c:v>2.80491220794</c:v>
                </c:pt>
                <c:pt idx="90">
                  <c:v>3.49585077736</c:v>
                </c:pt>
                <c:pt idx="91">
                  <c:v>3.41009794841</c:v>
                </c:pt>
                <c:pt idx="92">
                  <c:v>2.34940786678</c:v>
                </c:pt>
                <c:pt idx="93">
                  <c:v>4.78267243156</c:v>
                </c:pt>
                <c:pt idx="94">
                  <c:v>2.33439918064</c:v>
                </c:pt>
                <c:pt idx="95">
                  <c:v>2.17875664825</c:v>
                </c:pt>
                <c:pt idx="96">
                  <c:v>3.30409285498</c:v>
                </c:pt>
                <c:pt idx="97">
                  <c:v>5.68859188727</c:v>
                </c:pt>
                <c:pt idx="98">
                  <c:v>3.40114883233</c:v>
                </c:pt>
                <c:pt idx="99">
                  <c:v>5.32762367088</c:v>
                </c:pt>
                <c:pt idx="100">
                  <c:v>3.85853305196</c:v>
                </c:pt>
                <c:pt idx="101">
                  <c:v>4.58403310752</c:v>
                </c:pt>
                <c:pt idx="102">
                  <c:v>3.30409285498</c:v>
                </c:pt>
                <c:pt idx="103">
                  <c:v>2.42445129746</c:v>
                </c:pt>
                <c:pt idx="104">
                  <c:v>1.97531228023</c:v>
                </c:pt>
                <c:pt idx="105">
                  <c:v>2.32127907545</c:v>
                </c:pt>
                <c:pt idx="106">
                  <c:v>3.33944523089</c:v>
                </c:pt>
                <c:pt idx="107">
                  <c:v>1.94590203341</c:v>
                </c:pt>
                <c:pt idx="108">
                  <c:v>3.72090375448</c:v>
                </c:pt>
                <c:pt idx="109">
                  <c:v>2.53971437197</c:v>
                </c:pt>
                <c:pt idx="110">
                  <c:v>2.7250471847</c:v>
                </c:pt>
                <c:pt idx="111">
                  <c:v>1.4178877552</c:v>
                </c:pt>
                <c:pt idx="112">
                  <c:v>3.31680533803</c:v>
                </c:pt>
                <c:pt idx="113">
                  <c:v>3.46068978821</c:v>
                </c:pt>
                <c:pt idx="114">
                  <c:v>3.61077664957</c:v>
                </c:pt>
                <c:pt idx="115">
                  <c:v>4.52952425919</c:v>
                </c:pt>
                <c:pt idx="116">
                  <c:v>3.79594718517</c:v>
                </c:pt>
                <c:pt idx="117">
                  <c:v>3.49585077736</c:v>
                </c:pt>
                <c:pt idx="118">
                  <c:v>5.63015913532</c:v>
                </c:pt>
                <c:pt idx="119">
                  <c:v>1.64977743924</c:v>
                </c:pt>
                <c:pt idx="120">
                  <c:v>1.62101472206</c:v>
                </c:pt>
                <c:pt idx="121">
                  <c:v>2.85583092366</c:v>
                </c:pt>
                <c:pt idx="122">
                  <c:v>5.80332226857</c:v>
                </c:pt>
                <c:pt idx="123">
                  <c:v>2.37821624689</c:v>
                </c:pt>
                <c:pt idx="124">
                  <c:v>1.78741651924</c:v>
                </c:pt>
                <c:pt idx="125">
                  <c:v>5.21556144562</c:v>
                </c:pt>
                <c:pt idx="126">
                  <c:v>1.9864765999</c:v>
                </c:pt>
                <c:pt idx="127">
                  <c:v>3.44920852425</c:v>
                </c:pt>
                <c:pt idx="128">
                  <c:v>4.50813104631</c:v>
                </c:pt>
                <c:pt idx="129">
                  <c:v>2.41700704548</c:v>
                </c:pt>
                <c:pt idx="130">
                  <c:v>3.27665861441</c:v>
                </c:pt>
                <c:pt idx="131">
                  <c:v>2.63688364883</c:v>
                </c:pt>
                <c:pt idx="132">
                  <c:v>1.96962989706</c:v>
                </c:pt>
                <c:pt idx="133">
                  <c:v>1.64274524141</c:v>
                </c:pt>
                <c:pt idx="134">
                  <c:v>6.74796407196</c:v>
                </c:pt>
                <c:pt idx="135">
                  <c:v>5.59664350493</c:v>
                </c:pt>
                <c:pt idx="136">
                  <c:v>3.11156306691</c:v>
                </c:pt>
                <c:pt idx="137">
                  <c:v>3.81153428958</c:v>
                </c:pt>
                <c:pt idx="138">
                  <c:v>2.33536653723</c:v>
                </c:pt>
                <c:pt idx="139">
                  <c:v>3.14158043918</c:v>
                </c:pt>
                <c:pt idx="140">
                  <c:v>2.414307312</c:v>
                </c:pt>
                <c:pt idx="141">
                  <c:v>3.46421721039</c:v>
                </c:pt>
                <c:pt idx="142">
                  <c:v>5.24652108974</c:v>
                </c:pt>
                <c:pt idx="143">
                  <c:v>1.96118068</c:v>
                </c:pt>
                <c:pt idx="144">
                  <c:v>2.18620090022</c:v>
                </c:pt>
                <c:pt idx="145">
                  <c:v>3.21662386987</c:v>
                </c:pt>
                <c:pt idx="146">
                  <c:v>2.00324165522</c:v>
                </c:pt>
                <c:pt idx="147">
                  <c:v>2.21432969155</c:v>
                </c:pt>
                <c:pt idx="148">
                  <c:v>1.97809090284</c:v>
                </c:pt>
                <c:pt idx="149">
                  <c:v>4.50813104631</c:v>
                </c:pt>
                <c:pt idx="150">
                  <c:v>1.28803735717</c:v>
                </c:pt>
                <c:pt idx="151">
                  <c:v>3.57089420805</c:v>
                </c:pt>
                <c:pt idx="152">
                  <c:v>2.6087548575</c:v>
                </c:pt>
                <c:pt idx="153">
                  <c:v>2.63116566338</c:v>
                </c:pt>
                <c:pt idx="154">
                  <c:v>5.5935018058</c:v>
                </c:pt>
                <c:pt idx="155">
                  <c:v>3.18454549185</c:v>
                </c:pt>
                <c:pt idx="156">
                  <c:v>2.78227371056</c:v>
                </c:pt>
                <c:pt idx="157">
                  <c:v>5.24652108974</c:v>
                </c:pt>
                <c:pt idx="158">
                  <c:v>3.14158043918</c:v>
                </c:pt>
                <c:pt idx="159">
                  <c:v>2.4485382252</c:v>
                </c:pt>
                <c:pt idx="160">
                  <c:v>2.47178810133</c:v>
                </c:pt>
                <c:pt idx="161">
                  <c:v>2.33439918064</c:v>
                </c:pt>
                <c:pt idx="162">
                  <c:v>2.22103968633</c:v>
                </c:pt>
                <c:pt idx="163">
                  <c:v>3.67255872055</c:v>
                </c:pt>
                <c:pt idx="164">
                  <c:v>3.59961917529</c:v>
                </c:pt>
                <c:pt idx="165">
                  <c:v>3.49585077736</c:v>
                </c:pt>
                <c:pt idx="166">
                  <c:v>2.59098776948</c:v>
                </c:pt>
                <c:pt idx="167">
                  <c:v>2.78494226135</c:v>
                </c:pt>
                <c:pt idx="168">
                  <c:v>2.39632250614</c:v>
                </c:pt>
                <c:pt idx="169">
                  <c:v>2.42445129746</c:v>
                </c:pt>
                <c:pt idx="170">
                  <c:v>1.96118068</c:v>
                </c:pt>
                <c:pt idx="171">
                  <c:v>1.94617199386</c:v>
                </c:pt>
                <c:pt idx="172">
                  <c:v>3.59765654439</c:v>
                </c:pt>
                <c:pt idx="173">
                  <c:v>2.68190970724</c:v>
                </c:pt>
                <c:pt idx="174">
                  <c:v>2.14873927598</c:v>
                </c:pt>
                <c:pt idx="175">
                  <c:v>3.59765654439</c:v>
                </c:pt>
                <c:pt idx="176">
                  <c:v>4.63037603255</c:v>
                </c:pt>
                <c:pt idx="177">
                  <c:v>3.58264785825</c:v>
                </c:pt>
                <c:pt idx="178">
                  <c:v>3.27665861441</c:v>
                </c:pt>
                <c:pt idx="179">
                  <c:v>5.80056061413</c:v>
                </c:pt>
                <c:pt idx="180">
                  <c:v>3.41009794841</c:v>
                </c:pt>
                <c:pt idx="181">
                  <c:v>2.63116566338</c:v>
                </c:pt>
                <c:pt idx="182">
                  <c:v>1.04789837899</c:v>
                </c:pt>
                <c:pt idx="183">
                  <c:v>2.12980406927</c:v>
                </c:pt>
                <c:pt idx="184">
                  <c:v>2.69151007481</c:v>
                </c:pt>
                <c:pt idx="185">
                  <c:v>4.86705880553</c:v>
                </c:pt>
                <c:pt idx="186">
                  <c:v>4.59954961811</c:v>
                </c:pt>
                <c:pt idx="187">
                  <c:v>4.17439388259</c:v>
                </c:pt>
                <c:pt idx="188">
                  <c:v>3.08934975815</c:v>
                </c:pt>
                <c:pt idx="189">
                  <c:v>2.17483012768</c:v>
                </c:pt>
                <c:pt idx="190">
                  <c:v>3.79594718517</c:v>
                </c:pt>
                <c:pt idx="191">
                  <c:v>5.73023863582</c:v>
                </c:pt>
                <c:pt idx="192">
                  <c:v>2.85540591376</c:v>
                </c:pt>
                <c:pt idx="193">
                  <c:v>2.6087548575</c:v>
                </c:pt>
                <c:pt idx="194">
                  <c:v>2.63116566338</c:v>
                </c:pt>
                <c:pt idx="195">
                  <c:v>2.42445129746</c:v>
                </c:pt>
                <c:pt idx="196">
                  <c:v>2.67715708459</c:v>
                </c:pt>
                <c:pt idx="197">
                  <c:v>1.89694861526</c:v>
                </c:pt>
                <c:pt idx="198">
                  <c:v>1.78999722514</c:v>
                </c:pt>
                <c:pt idx="199">
                  <c:v>1.64977743924</c:v>
                </c:pt>
                <c:pt idx="200">
                  <c:v>3.44920852425</c:v>
                </c:pt>
                <c:pt idx="201">
                  <c:v>5.98311809409</c:v>
                </c:pt>
                <c:pt idx="202">
                  <c:v>2.18620090022</c:v>
                </c:pt>
                <c:pt idx="203">
                  <c:v>3.16953680572</c:v>
                </c:pt>
                <c:pt idx="204">
                  <c:v>3.72090375448</c:v>
                </c:pt>
                <c:pt idx="205">
                  <c:v>4.86705880553</c:v>
                </c:pt>
                <c:pt idx="206">
                  <c:v>2.78508192924</c:v>
                </c:pt>
                <c:pt idx="207">
                  <c:v>2.78227371056</c:v>
                </c:pt>
                <c:pt idx="208">
                  <c:v>4.04253957302</c:v>
                </c:pt>
                <c:pt idx="209">
                  <c:v>2.34940786678</c:v>
                </c:pt>
                <c:pt idx="210">
                  <c:v>2.90533679888</c:v>
                </c:pt>
                <c:pt idx="211">
                  <c:v>4.86705880553</c:v>
                </c:pt>
                <c:pt idx="212">
                  <c:v>2.33439918064</c:v>
                </c:pt>
                <c:pt idx="213">
                  <c:v>2.1337977944</c:v>
                </c:pt>
                <c:pt idx="214">
                  <c:v>3.72090375448</c:v>
                </c:pt>
                <c:pt idx="215">
                  <c:v>3.57089420805</c:v>
                </c:pt>
                <c:pt idx="216">
                  <c:v>2.1337977944</c:v>
                </c:pt>
                <c:pt idx="217">
                  <c:v>3.47151369031</c:v>
                </c:pt>
                <c:pt idx="218">
                  <c:v>3.57089420805</c:v>
                </c:pt>
                <c:pt idx="219">
                  <c:v>3.46421721039</c:v>
                </c:pt>
              </c:numCache>
            </c:numRef>
          </c:xVal>
          <c:yVal>
            <c:numRef>
              <c:f>'Chart Data'!$F$2:$F$221</c:f>
              <c:numCache>
                <c:formatCode>0.0</c:formatCode>
                <c:ptCount val="220"/>
                <c:pt idx="0">
                  <c:v>-0.820613775928</c:v>
                </c:pt>
                <c:pt idx="1">
                  <c:v>-3.2153652569</c:v>
                </c:pt>
                <c:pt idx="2">
                  <c:v>-1.14706547069</c:v>
                </c:pt>
                <c:pt idx="3">
                  <c:v>-1.97281341014</c:v>
                </c:pt>
                <c:pt idx="4">
                  <c:v>-1.18718204286</c:v>
                </c:pt>
                <c:pt idx="5">
                  <c:v>-1.28997139284</c:v>
                </c:pt>
                <c:pt idx="6">
                  <c:v>-1.40822423489</c:v>
                </c:pt>
                <c:pt idx="7">
                  <c:v>-1.14418087814</c:v>
                </c:pt>
                <c:pt idx="8">
                  <c:v>-2.04314540718</c:v>
                </c:pt>
                <c:pt idx="9">
                  <c:v>-2.08708041043</c:v>
                </c:pt>
                <c:pt idx="10">
                  <c:v>-1.14706547069</c:v>
                </c:pt>
                <c:pt idx="11">
                  <c:v>-1.06581036004</c:v>
                </c:pt>
                <c:pt idx="12">
                  <c:v>-2.23275380858</c:v>
                </c:pt>
                <c:pt idx="13">
                  <c:v>-2.02024267519</c:v>
                </c:pt>
                <c:pt idx="14">
                  <c:v>-1.73673316208</c:v>
                </c:pt>
                <c:pt idx="15">
                  <c:v>-0.671646555825</c:v>
                </c:pt>
                <c:pt idx="16">
                  <c:v>-2.1951088759</c:v>
                </c:pt>
                <c:pt idx="17">
                  <c:v>-1.1602568055</c:v>
                </c:pt>
                <c:pt idx="18">
                  <c:v>-0.138750523735</c:v>
                </c:pt>
                <c:pt idx="19">
                  <c:v>-1.25017359987</c:v>
                </c:pt>
                <c:pt idx="20">
                  <c:v>-1.06642848701</c:v>
                </c:pt>
                <c:pt idx="21">
                  <c:v>-0.748325530436</c:v>
                </c:pt>
                <c:pt idx="22">
                  <c:v>-2.08708041043</c:v>
                </c:pt>
                <c:pt idx="23">
                  <c:v>-1.88817246529</c:v>
                </c:pt>
                <c:pt idx="24">
                  <c:v>-1.40904840419</c:v>
                </c:pt>
                <c:pt idx="25">
                  <c:v>-1.6078476905</c:v>
                </c:pt>
                <c:pt idx="26">
                  <c:v>-1.82354485541</c:v>
                </c:pt>
                <c:pt idx="27">
                  <c:v>-1.6040544869</c:v>
                </c:pt>
                <c:pt idx="28">
                  <c:v>-2.0165165768</c:v>
                </c:pt>
                <c:pt idx="29">
                  <c:v>-1.18583305204</c:v>
                </c:pt>
                <c:pt idx="30">
                  <c:v>-2.22459664656</c:v>
                </c:pt>
                <c:pt idx="31">
                  <c:v>-0.691861091026</c:v>
                </c:pt>
                <c:pt idx="32">
                  <c:v>-1.97178319851</c:v>
                </c:pt>
                <c:pt idx="33">
                  <c:v>-0.691383660478</c:v>
                </c:pt>
                <c:pt idx="34">
                  <c:v>-2.06107067979</c:v>
                </c:pt>
                <c:pt idx="35">
                  <c:v>-1.40719402327</c:v>
                </c:pt>
                <c:pt idx="36">
                  <c:v>-1.97178319851</c:v>
                </c:pt>
                <c:pt idx="37">
                  <c:v>-1.08354581211</c:v>
                </c:pt>
                <c:pt idx="38">
                  <c:v>-1.78139319551</c:v>
                </c:pt>
                <c:pt idx="39">
                  <c:v>-2.28339738516</c:v>
                </c:pt>
                <c:pt idx="40">
                  <c:v>-1.34550119573</c:v>
                </c:pt>
                <c:pt idx="41">
                  <c:v>-2.19469679125</c:v>
                </c:pt>
                <c:pt idx="42">
                  <c:v>-2.04241862137</c:v>
                </c:pt>
                <c:pt idx="43">
                  <c:v>-2.35904692732</c:v>
                </c:pt>
                <c:pt idx="44">
                  <c:v>-0.497387311112</c:v>
                </c:pt>
                <c:pt idx="45">
                  <c:v>-0.667154417926</c:v>
                </c:pt>
                <c:pt idx="46">
                  <c:v>-1.91715076781</c:v>
                </c:pt>
                <c:pt idx="47">
                  <c:v>-1.19626651978</c:v>
                </c:pt>
                <c:pt idx="48">
                  <c:v>-1.18459679809</c:v>
                </c:pt>
                <c:pt idx="49">
                  <c:v>-2.69853618043</c:v>
                </c:pt>
                <c:pt idx="50">
                  <c:v>-1.68286315159</c:v>
                </c:pt>
                <c:pt idx="51">
                  <c:v>-1.24831921894</c:v>
                </c:pt>
                <c:pt idx="52">
                  <c:v>-1.97281341014</c:v>
                </c:pt>
                <c:pt idx="53">
                  <c:v>0.152006336363</c:v>
                </c:pt>
                <c:pt idx="54">
                  <c:v>-1.73829872533</c:v>
                </c:pt>
                <c:pt idx="55">
                  <c:v>-1.14644734371</c:v>
                </c:pt>
                <c:pt idx="56">
                  <c:v>-1.7944691694</c:v>
                </c:pt>
                <c:pt idx="57">
                  <c:v>-2.1455234705</c:v>
                </c:pt>
                <c:pt idx="58">
                  <c:v>-0.825860693129</c:v>
                </c:pt>
                <c:pt idx="59">
                  <c:v>-2.02209705612</c:v>
                </c:pt>
                <c:pt idx="60">
                  <c:v>-2.05725653916</c:v>
                </c:pt>
                <c:pt idx="61">
                  <c:v>-0.92541577101</c:v>
                </c:pt>
                <c:pt idx="62">
                  <c:v>-1.91715076781</c:v>
                </c:pt>
                <c:pt idx="63">
                  <c:v>-1.40822423489</c:v>
                </c:pt>
                <c:pt idx="64">
                  <c:v>-2.02118044978</c:v>
                </c:pt>
                <c:pt idx="65">
                  <c:v>-1.52043409198</c:v>
                </c:pt>
                <c:pt idx="66">
                  <c:v>-2.72720985315</c:v>
                </c:pt>
                <c:pt idx="67">
                  <c:v>-2.09025997108</c:v>
                </c:pt>
                <c:pt idx="68">
                  <c:v>-1.14644734371</c:v>
                </c:pt>
                <c:pt idx="69">
                  <c:v>-2.72720985315</c:v>
                </c:pt>
                <c:pt idx="70">
                  <c:v>-2.19366657963</c:v>
                </c:pt>
                <c:pt idx="71">
                  <c:v>-1.69682495465</c:v>
                </c:pt>
                <c:pt idx="72">
                  <c:v>-2.70520613473</c:v>
                </c:pt>
                <c:pt idx="73">
                  <c:v>-2.49681010708</c:v>
                </c:pt>
                <c:pt idx="74">
                  <c:v>-2.35781067337</c:v>
                </c:pt>
                <c:pt idx="75">
                  <c:v>-1.28997139284</c:v>
                </c:pt>
                <c:pt idx="76">
                  <c:v>-0.297968693852</c:v>
                </c:pt>
                <c:pt idx="77">
                  <c:v>-1.28873513889</c:v>
                </c:pt>
                <c:pt idx="78">
                  <c:v>-1.22628132633</c:v>
                </c:pt>
                <c:pt idx="79">
                  <c:v>-2.53487391572</c:v>
                </c:pt>
                <c:pt idx="80">
                  <c:v>-2.40730036168</c:v>
                </c:pt>
                <c:pt idx="81">
                  <c:v>-1.27366034885</c:v>
                </c:pt>
                <c:pt idx="82">
                  <c:v>-1.24996755754</c:v>
                </c:pt>
                <c:pt idx="83">
                  <c:v>-0.025331642138</c:v>
                </c:pt>
                <c:pt idx="84">
                  <c:v>-1.87698794191</c:v>
                </c:pt>
                <c:pt idx="85">
                  <c:v>-1.24831921894</c:v>
                </c:pt>
                <c:pt idx="86">
                  <c:v>-0.825860693129</c:v>
                </c:pt>
                <c:pt idx="87">
                  <c:v>-1.40904840419</c:v>
                </c:pt>
                <c:pt idx="88">
                  <c:v>-0.825860693129</c:v>
                </c:pt>
                <c:pt idx="89">
                  <c:v>0.456197273676</c:v>
                </c:pt>
                <c:pt idx="90">
                  <c:v>-1.97178319851</c:v>
                </c:pt>
                <c:pt idx="91">
                  <c:v>-2.21531683587</c:v>
                </c:pt>
                <c:pt idx="92">
                  <c:v>-1.25017359987</c:v>
                </c:pt>
                <c:pt idx="93">
                  <c:v>-2.84351259719</c:v>
                </c:pt>
                <c:pt idx="94">
                  <c:v>-1.24996755754</c:v>
                </c:pt>
                <c:pt idx="95">
                  <c:v>-1.00683481872</c:v>
                </c:pt>
                <c:pt idx="96">
                  <c:v>-2.1942847066</c:v>
                </c:pt>
                <c:pt idx="97">
                  <c:v>-0.1972098056</c:v>
                </c:pt>
                <c:pt idx="98">
                  <c:v>-1.41260289068</c:v>
                </c:pt>
                <c:pt idx="99">
                  <c:v>-0.10298409983</c:v>
                </c:pt>
                <c:pt idx="100">
                  <c:v>-2.98865550094</c:v>
                </c:pt>
                <c:pt idx="101">
                  <c:v>-0.785505724282</c:v>
                </c:pt>
                <c:pt idx="102">
                  <c:v>-2.1942847066</c:v>
                </c:pt>
                <c:pt idx="103">
                  <c:v>-1.25120381149</c:v>
                </c:pt>
                <c:pt idx="104">
                  <c:v>-2.1455234705</c:v>
                </c:pt>
                <c:pt idx="105">
                  <c:v>-1.28894118121</c:v>
                </c:pt>
                <c:pt idx="106">
                  <c:v>-1.2307757527</c:v>
                </c:pt>
                <c:pt idx="107">
                  <c:v>-1.82335647007</c:v>
                </c:pt>
                <c:pt idx="108">
                  <c:v>-1.40719402327</c:v>
                </c:pt>
                <c:pt idx="109">
                  <c:v>0.124039134488</c:v>
                </c:pt>
                <c:pt idx="110">
                  <c:v>-1.10850393167</c:v>
                </c:pt>
                <c:pt idx="111">
                  <c:v>-1.81615825087</c:v>
                </c:pt>
                <c:pt idx="112">
                  <c:v>-3.2087719025</c:v>
                </c:pt>
                <c:pt idx="113">
                  <c:v>-2.02024267519</c:v>
                </c:pt>
                <c:pt idx="114">
                  <c:v>-2.02230309844</c:v>
                </c:pt>
                <c:pt idx="115">
                  <c:v>-2.5451695611</c:v>
                </c:pt>
                <c:pt idx="116">
                  <c:v>-1.40822423489</c:v>
                </c:pt>
                <c:pt idx="117">
                  <c:v>-1.97178319851</c:v>
                </c:pt>
                <c:pt idx="118">
                  <c:v>-3.32608553478</c:v>
                </c:pt>
                <c:pt idx="119">
                  <c:v>-1.95881930548</c:v>
                </c:pt>
                <c:pt idx="120">
                  <c:v>-1.33494657103</c:v>
                </c:pt>
                <c:pt idx="121">
                  <c:v>-2.10374978526</c:v>
                </c:pt>
                <c:pt idx="122">
                  <c:v>-0.964671830714</c:v>
                </c:pt>
                <c:pt idx="123">
                  <c:v>-0.21916954887</c:v>
                </c:pt>
                <c:pt idx="124">
                  <c:v>-1.95821883548</c:v>
                </c:pt>
                <c:pt idx="125">
                  <c:v>-4.31138455413</c:v>
                </c:pt>
                <c:pt idx="126">
                  <c:v>-1.06292576749</c:v>
                </c:pt>
                <c:pt idx="127">
                  <c:v>-1.88796642296</c:v>
                </c:pt>
                <c:pt idx="128">
                  <c:v>-2.04314540718</c:v>
                </c:pt>
                <c:pt idx="129">
                  <c:v>-0.970951829921</c:v>
                </c:pt>
                <c:pt idx="130">
                  <c:v>-2.04221257905</c:v>
                </c:pt>
                <c:pt idx="131">
                  <c:v>-1.14644734371</c:v>
                </c:pt>
                <c:pt idx="132">
                  <c:v>-1.64756104172</c:v>
                </c:pt>
                <c:pt idx="133">
                  <c:v>-1.96851120081</c:v>
                </c:pt>
                <c:pt idx="134">
                  <c:v>-1.18928090301</c:v>
                </c:pt>
                <c:pt idx="135">
                  <c:v>-1.21263917088</c:v>
                </c:pt>
                <c:pt idx="136">
                  <c:v>-2.03994611347</c:v>
                </c:pt>
                <c:pt idx="137">
                  <c:v>-1.4594289234</c:v>
                </c:pt>
                <c:pt idx="138">
                  <c:v>-0.90986553358</c:v>
                </c:pt>
                <c:pt idx="139">
                  <c:v>-2.04035819812</c:v>
                </c:pt>
                <c:pt idx="140">
                  <c:v>-0.428957156381</c:v>
                </c:pt>
                <c:pt idx="141">
                  <c:v>-1.88817246529</c:v>
                </c:pt>
                <c:pt idx="142">
                  <c:v>-0.799218458586</c:v>
                </c:pt>
                <c:pt idx="143">
                  <c:v>-1.16046284783</c:v>
                </c:pt>
                <c:pt idx="144">
                  <c:v>-1.28708680029</c:v>
                </c:pt>
                <c:pt idx="145">
                  <c:v>-2.04138840975</c:v>
                </c:pt>
                <c:pt idx="146">
                  <c:v>-0.648678794695</c:v>
                </c:pt>
                <c:pt idx="147">
                  <c:v>-1.24831921894</c:v>
                </c:pt>
                <c:pt idx="148">
                  <c:v>-1.27692130242</c:v>
                </c:pt>
                <c:pt idx="149">
                  <c:v>-2.04314540718</c:v>
                </c:pt>
                <c:pt idx="150">
                  <c:v>-1.48775349849</c:v>
                </c:pt>
                <c:pt idx="151">
                  <c:v>-1.97281341014</c:v>
                </c:pt>
                <c:pt idx="152">
                  <c:v>-1.18521492506</c:v>
                </c:pt>
                <c:pt idx="153">
                  <c:v>-0.825860693129</c:v>
                </c:pt>
                <c:pt idx="154">
                  <c:v>-1.58575109763</c:v>
                </c:pt>
                <c:pt idx="155">
                  <c:v>-2.35904692732</c:v>
                </c:pt>
                <c:pt idx="156">
                  <c:v>-1.52043409198</c:v>
                </c:pt>
                <c:pt idx="157">
                  <c:v>-0.799218458586</c:v>
                </c:pt>
                <c:pt idx="158">
                  <c:v>-2.04035819812</c:v>
                </c:pt>
                <c:pt idx="159">
                  <c:v>-0.122250595504</c:v>
                </c:pt>
                <c:pt idx="160">
                  <c:v>-1.14418087814</c:v>
                </c:pt>
                <c:pt idx="161">
                  <c:v>-1.24996755754</c:v>
                </c:pt>
                <c:pt idx="162">
                  <c:v>-1.69867933558</c:v>
                </c:pt>
                <c:pt idx="163">
                  <c:v>-0.898776727288</c:v>
                </c:pt>
                <c:pt idx="164">
                  <c:v>-2.25954218121</c:v>
                </c:pt>
                <c:pt idx="165">
                  <c:v>-1.97178319851</c:v>
                </c:pt>
                <c:pt idx="166">
                  <c:v>-1.18008184436</c:v>
                </c:pt>
                <c:pt idx="167">
                  <c:v>-0.775365241486</c:v>
                </c:pt>
                <c:pt idx="168">
                  <c:v>-1.28997139284</c:v>
                </c:pt>
                <c:pt idx="169">
                  <c:v>-1.25120381149</c:v>
                </c:pt>
                <c:pt idx="170">
                  <c:v>-1.16046284783</c:v>
                </c:pt>
                <c:pt idx="171">
                  <c:v>-1.1602568055</c:v>
                </c:pt>
                <c:pt idx="172">
                  <c:v>-2.06127672211</c:v>
                </c:pt>
                <c:pt idx="173">
                  <c:v>-1.14706547069</c:v>
                </c:pt>
                <c:pt idx="174">
                  <c:v>-1.00642273407</c:v>
                </c:pt>
                <c:pt idx="175">
                  <c:v>-2.06127672211</c:v>
                </c:pt>
                <c:pt idx="176">
                  <c:v>-0.138750523735</c:v>
                </c:pt>
                <c:pt idx="177">
                  <c:v>-2.06107067979</c:v>
                </c:pt>
                <c:pt idx="178">
                  <c:v>-2.04221257905</c:v>
                </c:pt>
                <c:pt idx="179">
                  <c:v>-3.35899477403</c:v>
                </c:pt>
                <c:pt idx="180">
                  <c:v>-2.21531683587</c:v>
                </c:pt>
                <c:pt idx="181">
                  <c:v>-0.825860693129</c:v>
                </c:pt>
                <c:pt idx="182">
                  <c:v>-1.48445682129</c:v>
                </c:pt>
                <c:pt idx="183">
                  <c:v>-0.92541577101</c:v>
                </c:pt>
                <c:pt idx="184">
                  <c:v>-0.184316771699</c:v>
                </c:pt>
                <c:pt idx="185">
                  <c:v>-2.72720985315</c:v>
                </c:pt>
                <c:pt idx="186">
                  <c:v>-1.91715076781</c:v>
                </c:pt>
                <c:pt idx="187">
                  <c:v>-1.06593524066</c:v>
                </c:pt>
                <c:pt idx="188">
                  <c:v>-2.40668223471</c:v>
                </c:pt>
                <c:pt idx="189">
                  <c:v>-0.926033897985</c:v>
                </c:pt>
                <c:pt idx="190">
                  <c:v>-1.40822423489</c:v>
                </c:pt>
                <c:pt idx="191">
                  <c:v>-3.4559137274</c:v>
                </c:pt>
                <c:pt idx="192">
                  <c:v>-1.73673316208</c:v>
                </c:pt>
                <c:pt idx="193">
                  <c:v>-1.18521492506</c:v>
                </c:pt>
                <c:pt idx="194">
                  <c:v>-0.825860693129</c:v>
                </c:pt>
                <c:pt idx="195">
                  <c:v>-1.25120381149</c:v>
                </c:pt>
                <c:pt idx="196">
                  <c:v>-2.56989678037</c:v>
                </c:pt>
                <c:pt idx="197">
                  <c:v>-1.95242408734</c:v>
                </c:pt>
                <c:pt idx="198">
                  <c:v>-1.18747811059</c:v>
                </c:pt>
                <c:pt idx="199">
                  <c:v>-1.95881930548</c:v>
                </c:pt>
                <c:pt idx="200">
                  <c:v>-1.88796642296</c:v>
                </c:pt>
                <c:pt idx="201">
                  <c:v>-1.29378243188</c:v>
                </c:pt>
                <c:pt idx="202">
                  <c:v>-1.28708680029</c:v>
                </c:pt>
                <c:pt idx="203">
                  <c:v>-2.358840885</c:v>
                </c:pt>
                <c:pt idx="204">
                  <c:v>-1.40719402327</c:v>
                </c:pt>
                <c:pt idx="205">
                  <c:v>-2.72720985315</c:v>
                </c:pt>
                <c:pt idx="206">
                  <c:v>-1.10932810097</c:v>
                </c:pt>
                <c:pt idx="207">
                  <c:v>-1.52043409198</c:v>
                </c:pt>
                <c:pt idx="208">
                  <c:v>-2.49681010708</c:v>
                </c:pt>
                <c:pt idx="209">
                  <c:v>-1.25017359987</c:v>
                </c:pt>
                <c:pt idx="210">
                  <c:v>-0.830798917619</c:v>
                </c:pt>
                <c:pt idx="211">
                  <c:v>-2.72720985315</c:v>
                </c:pt>
                <c:pt idx="212">
                  <c:v>-1.24996755754</c:v>
                </c:pt>
                <c:pt idx="213">
                  <c:v>-2.01066110509</c:v>
                </c:pt>
                <c:pt idx="214">
                  <c:v>-1.40719402327</c:v>
                </c:pt>
                <c:pt idx="215">
                  <c:v>-1.97281341014</c:v>
                </c:pt>
                <c:pt idx="216">
                  <c:v>-2.01066110509</c:v>
                </c:pt>
                <c:pt idx="217">
                  <c:v>-2.99555020509</c:v>
                </c:pt>
                <c:pt idx="218">
                  <c:v>-1.97281341014</c:v>
                </c:pt>
                <c:pt idx="219">
                  <c:v>-1.88817246529</c:v>
                </c:pt>
              </c:numCache>
            </c:numRef>
          </c:yVal>
        </c:ser>
        <c:dLbls>
          <c:numFmt formatCode="0.0" sourceLinked="0"/>
          <c:txPr>
            <a:bodyPr xmlns:a="http://schemas.openxmlformats.org/drawingml/2006/main" anchorCtr="1"/>
            <a:lstStyle xmlns:a="http://schemas.openxmlformats.org/drawingml/2006/main"/>
            <a:p xmlns:a="http://schemas.openxmlformats.org/drawingml/2006/main">
              <a:pPr>
                <a:defRPr sz="1575" b="1">
                  <a:solidFill>
                    <a:srgbClr val="17363A"/>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
          <c:min val="-6"/>
        </c:scaling>
        <c:delete val="0"/>
        <c:axPos val="l"/>
        <c:majorGridlines>
          <c:spPr>
            <a:ln xmlns:a="http://schemas.openxmlformats.org/drawingml/2006/main" w="9525">
              <a:solidFill>
                <a:srgbClr val="DCE6E5"/>
              </a:solidFill>
            </a:ln>
          </c:spPr>
        </c:majorGridlines>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Axe 2 (26,2 %)</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0.0"/>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50112"/>
        <c:crossesAt val="-6"/>
      </c:valAx>
      <c:valAx>
        <c:axId val="48650112"/>
        <c:scaling>
          <c:orientation val="minMax"/>
          <c:max val="7"/>
          <c:min val="-3"/>
        </c:scaling>
        <c:delete val="0"/>
        <c:axPos val="b"/>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Axe 1 (67,1 %)</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72768"/>
        <c:crossesAt val="-3"/>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5A6E71"/>
              </a:solidFill>
              <a:latin typeface="Arial"/>
              <a:ea typeface="Arial"/>
              <a:cs typeface="Arial"/>
            </a:defRPr>
          </a:pPr>
        </a:p>
      </c:txPr>
    </c:legend>
    <c:plotVisOnly val="1"/>
  </c:chart>
  <c:spPr>
    <a:noFill xmlns:a="http://schemas.openxmlformats.org/drawingml/2006/main"/>
  </c:spPr>
  <c:externalData r:id="rIdChartSnapshot1">
    <c:autoUpdate val="0"/>
  </c:externalData>
</c:chartSpace>
</file>

<file path=ppt/slides/charts/chart12.xml><?xml version="1.0" encoding="utf-8"?>
<c:chartSpace xmlns:c="http://schemas.openxmlformats.org/drawingml/2006/chart" xmlns:r="http://schemas.openxmlformats.org/officeDocument/2006/relationships">
  <c:lang val="en-US"/>
  <c:chart>
    <c:plotArea>
      <c:barChart>
        <c:barDir val="col"/>
        <c:grouping val="percentStacked"/>
        <c:varyColors val="0"/>
        <c:ser>
          <c:idx val="0"/>
          <c:order val="0"/>
          <c:tx>
            <c:v>Gazole (GO)</c:v>
          </c:tx>
          <c:spPr>
            <a:solidFill xmlns:a="http://schemas.openxmlformats.org/drawingml/2006/main">
              <a:srgbClr val="4179B7"/>
            </a:solidFill>
          </c:spPr>
          <c:invertIfNegative val="0"/>
          <c:cat>
            <c:strRef>
              <c:f>'Chart Data'!$A$2:$A$4</c:f>
              <c:strCache>
                <c:ptCount val="3"/>
                <c:pt idx="0">
                  <c:v>C0</c:v>
                </c:pt>
                <c:pt idx="1">
                  <c:v>C1</c:v>
                </c:pt>
                <c:pt idx="2">
                  <c:v>C2</c:v>
                </c:pt>
              </c:strCache>
            </c:strRef>
          </c:cat>
          <c:val>
            <c:numRef>
              <c:f>'Chart Data'!$B$2:$B$4</c:f>
              <c:numCache>
                <c:formatCode>0%</c:formatCode>
                <c:ptCount val="3"/>
                <c:pt idx="0">
                  <c:v>0.570162748644</c:v>
                </c:pt>
                <c:pt idx="1">
                  <c:v>0.798191636318</c:v>
                </c:pt>
                <c:pt idx="2">
                  <c:v>0.00721821210439</c:v>
                </c:pt>
              </c:numCache>
            </c:numRef>
          </c:val>
        </c:ser>
        <c:ser>
          <c:idx val="1"/>
          <c:order val="1"/>
          <c:tx>
            <c:v>Essence (ES)</c:v>
          </c:tx>
          <c:spPr>
            <a:solidFill xmlns:a="http://schemas.openxmlformats.org/drawingml/2006/main">
              <a:srgbClr val="DE8736"/>
            </a:solidFill>
          </c:spPr>
          <c:invertIfNegative val="0"/>
          <c:cat>
            <c:strRef>
              <c:f>'Chart Data'!$C$2:$C$4</c:f>
              <c:strCache>
                <c:ptCount val="3"/>
                <c:pt idx="0">
                  <c:v>C0</c:v>
                </c:pt>
                <c:pt idx="1">
                  <c:v>C1</c:v>
                </c:pt>
                <c:pt idx="2">
                  <c:v>C2</c:v>
                </c:pt>
              </c:strCache>
            </c:strRef>
          </c:cat>
          <c:val>
            <c:numRef>
              <c:f>'Chart Data'!$D$2:$D$4</c:f>
              <c:numCache>
                <c:formatCode>0%</c:formatCode>
                <c:ptCount val="3"/>
                <c:pt idx="0">
                  <c:v>0.363743218807</c:v>
                </c:pt>
                <c:pt idx="1">
                  <c:v>0.147934195655</c:v>
                </c:pt>
                <c:pt idx="2">
                  <c:v>0.962243198223</c:v>
                </c:pt>
              </c:numCache>
            </c:numRef>
          </c:val>
        </c:ser>
        <c:ser>
          <c:idx val="2"/>
          <c:order val="2"/>
          <c:tx>
            <c:v>Autres codes</c:v>
          </c:tx>
          <c:spPr>
            <a:solidFill xmlns:a="http://schemas.openxmlformats.org/drawingml/2006/main">
              <a:srgbClr val="B5C6C5"/>
            </a:solidFill>
          </c:spPr>
          <c:invertIfNegative val="0"/>
          <c:cat>
            <c:strRef>
              <c:f>'Chart Data'!$E$2:$E$4</c:f>
              <c:strCache>
                <c:ptCount val="3"/>
                <c:pt idx="0">
                  <c:v>C0</c:v>
                </c:pt>
                <c:pt idx="1">
                  <c:v>C1</c:v>
                </c:pt>
                <c:pt idx="2">
                  <c:v>C2</c:v>
                </c:pt>
              </c:strCache>
            </c:strRef>
          </c:cat>
          <c:val>
            <c:numRef>
              <c:f>'Chart Data'!$F$2:$F$4</c:f>
              <c:numCache>
                <c:formatCode>0%</c:formatCode>
                <c:ptCount val="3"/>
                <c:pt idx="0">
                  <c:v>0.0660940325497</c:v>
                </c:pt>
                <c:pt idx="1">
                  <c:v>0.0538741680271</c:v>
                </c:pt>
                <c:pt idx="2">
                  <c:v>0.0305385896724</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575" b="1">
                  <a:solidFill>
                    <a:srgbClr val="17363A"/>
                  </a:solidFill>
                  <a:latin typeface="Arial"/>
                  <a:ea typeface="Arial"/>
                  <a:cs typeface="Arial"/>
                </a:defRPr>
              </a:pPr>
            </a:p>
          </c:txPr>
          <c:dLblPos val="ctr"/>
          <c:showLegendKey val="0"/>
          <c:showVal val="0"/>
          <c:showCatName val="0"/>
          <c:showSerName val="0"/>
          <c:showPercent val="0"/>
          <c:showBubbleSize val="0"/>
          <c:showLeaderLines val="0"/>
        </c:dLbls>
        <c:gapWidth val="70"/>
        <c:overlap val="100"/>
        <c:axId val="48650112"/>
        <c:axId val="48672768"/>
      </c:barChart>
      <c:catAx>
        <c:axId val="48650112"/>
        <c:scaling>
          <c:orientation val="minMax"/>
        </c:scaling>
        <c:delete val="0"/>
        <c:axPos val="b"/>
        <c:title>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CE6E5"/>
            </a:solid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DCE6E5"/>
              </a:solidFill>
            </a:ln>
          </c:spPr>
        </c:majorGridlines>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Part des variantes</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50112"/>
        <c:crossBetween val="between"/>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5A6E71"/>
              </a:solidFill>
              <a:latin typeface="Arial"/>
              <a:ea typeface="Arial"/>
              <a:cs typeface="Arial"/>
            </a:defRPr>
          </a:pPr>
        </a:p>
      </c:txPr>
    </c:legend>
    <c:plotVisOnly val="1"/>
  </c:chart>
  <c:spPr>
    <a:noFill xmlns:a="http://schemas.openxmlformats.org/drawingml/2006/main"/>
  </c:spPr>
  <c:externalData r:id="rIdChartSnapshot1">
    <c:autoUpdate val="0"/>
  </c:externalData>
</c:chartSpace>
</file>

<file path=ppt/slides/charts/chart1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Initialisation</c:v>
          </c:tx>
          <c:spPr>
            <a:solidFill xmlns:a="http://schemas.openxmlformats.org/drawingml/2006/main">
              <a:srgbClr val="008C85"/>
            </a:solidFill>
          </c:spPr>
          <c:invertIfNegative val="0"/>
          <c:cat>
            <c:numRef>
              <c:f>'Chart Data'!$A$2:$A$6</c:f>
              <c:numCache>
                <c:formatCode>General</c:formatCode>
                <c:ptCount val="5"/>
                <c:pt idx="0">
                  <c:v>0</c:v>
                </c:pt>
                <c:pt idx="1">
                  <c:v>7</c:v>
                </c:pt>
                <c:pt idx="2">
                  <c:v>21</c:v>
                </c:pt>
                <c:pt idx="3">
                  <c:v>99</c:v>
                </c:pt>
                <c:pt idx="4">
                  <c:v>2026</c:v>
                </c:pt>
              </c:numCache>
            </c:numRef>
          </c:cat>
          <c:val>
            <c:numRef>
              <c:f>'Chart Data'!$B$2:$B$6</c:f>
              <c:numCache>
                <c:formatCode>0.00</c:formatCode>
                <c:ptCount val="5"/>
                <c:pt idx="0">
                  <c:v>0.999821582312</c:v>
                </c:pt>
                <c:pt idx="1">
                  <c:v>0.999821582312</c:v>
                </c:pt>
                <c:pt idx="2">
                  <c:v>1</c:v>
                </c:pt>
                <c:pt idx="3">
                  <c:v>0.999821582312</c:v>
                </c:pt>
                <c:pt idx="4">
                  <c:v>1</c:v>
                </c:pt>
              </c:numCache>
            </c:numRef>
          </c:val>
        </c:ser>
        <c:ser>
          <c:idx val="1"/>
          <c:order val="1"/>
          <c:tx>
            <c:v>Rééchantillonnage 80 %</c:v>
          </c:tx>
          <c:spPr>
            <a:solidFill xmlns:a="http://schemas.openxmlformats.org/drawingml/2006/main">
              <a:srgbClr val="4179B7"/>
            </a:solidFill>
          </c:spPr>
          <c:invertIfNegative val="0"/>
          <c:cat>
            <c:numRef>
              <c:f>'Chart Data'!$C$2:$C$6</c:f>
              <c:numCache>
                <c:formatCode>General</c:formatCode>
                <c:ptCount val="5"/>
                <c:pt idx="0">
                  <c:v>0</c:v>
                </c:pt>
                <c:pt idx="1">
                  <c:v>7</c:v>
                </c:pt>
                <c:pt idx="2">
                  <c:v>21</c:v>
                </c:pt>
                <c:pt idx="3">
                  <c:v>99</c:v>
                </c:pt>
                <c:pt idx="4">
                  <c:v>2026</c:v>
                </c:pt>
              </c:numCache>
            </c:numRef>
          </c:cat>
          <c:val>
            <c:numRef>
              <c:f>'Chart Data'!$D$2:$D$6</c:f>
              <c:numCache>
                <c:formatCode>0.00</c:formatCode>
                <c:ptCount val="5"/>
                <c:pt idx="0">
                  <c:v>1</c:v>
                </c:pt>
                <c:pt idx="1">
                  <c:v>1</c:v>
                </c:pt>
                <c:pt idx="2">
                  <c:v>0.995011902337</c:v>
                </c:pt>
                <c:pt idx="3">
                  <c:v>0.994824534854</c:v>
                </c:pt>
                <c:pt idx="4">
                  <c:v>0.999464799225</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b="1">
                  <a:solidFill>
                    <a:srgbClr val="17363A"/>
                  </a:solidFill>
                  <a:latin typeface="Arial"/>
                  <a:ea typeface="Arial"/>
                  <a:cs typeface="Arial"/>
                </a:defRPr>
              </a:pPr>
            </a:p>
          </c:txPr>
          <c:dLblPos val="outEnd"/>
          <c:showLegendKey val="0"/>
          <c:showVal val="0"/>
          <c:showCatName val="0"/>
          <c:showSerName val="0"/>
          <c:showPercent val="0"/>
          <c:showBubbleSize val="0"/>
          <c:showLeaderLines val="0"/>
        </c:dLbls>
        <c:gapWidth val="70"/>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Graine aléatoire</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General"/>
        <c:majorTickMark val="none"/>
        <c:minorTickMark val="none"/>
        <c:spPr>
          <a:ln xmlns:a="http://schemas.openxmlformats.org/drawingml/2006/main" w="9525">
            <a:solidFill>
              <a:srgbClr val="DCE6E5"/>
            </a:solid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DCE6E5"/>
              </a:solidFill>
            </a:ln>
          </c:spPr>
        </c:majorGridlines>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ARI</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0.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50112"/>
        <c:crossBetween val="between"/>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5A6E71"/>
              </a:solidFill>
              <a:latin typeface="Arial"/>
              <a:ea typeface="Arial"/>
              <a:cs typeface="Arial"/>
            </a:defRPr>
          </a:pPr>
        </a:p>
      </c:txPr>
    </c:legend>
    <c:plotVisOnly val="1"/>
  </c:chart>
  <c:spPr>
    <a:noFill xmlns:a="http://schemas.openxmlformats.org/drawingml/2006/main"/>
  </c:spPr>
  <c:externalData r:id="rIdChartSnapshot1">
    <c:autoUpdate val="0"/>
  </c:externalData>
</c:chartSpace>
</file>

<file path=ppt/slides/charts/chart1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ARI</c:v>
          </c:tx>
          <c:spPr>
            <a:solidFill xmlns:a="http://schemas.openxmlformats.org/drawingml/2006/main">
              <a:srgbClr val="4179B7"/>
            </a:solidFill>
          </c:spPr>
          <c:invertIfNegative val="0"/>
          <c:cat>
            <c:strRef>
              <c:f>'Chart Data'!$A$2:$A$4</c:f>
              <c:strCache>
                <c:ptCount val="3"/>
                <c:pt idx="0">
                  <c:v>Autre graine</c:v>
                </c:pt>
                <c:pt idx="1">
                  <c:v>Sans CO₂</c:v>
                </c:pt>
                <c:pt idx="2">
                  <c:v>50 variantes / famille</c:v>
                </c:pt>
              </c:strCache>
            </c:strRef>
          </c:cat>
          <c:val>
            <c:numRef>
              <c:f>'Chart Data'!$B$2:$B$4</c:f>
              <c:numCache>
                <c:formatCode>0.000</c:formatCode>
                <c:ptCount val="3"/>
                <c:pt idx="0">
                  <c:v>0.999892949387</c:v>
                </c:pt>
                <c:pt idx="1">
                  <c:v>0.808998222501</c:v>
                </c:pt>
                <c:pt idx="2">
                  <c:v>0.548000879035</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575" b="1">
                  <a:solidFill>
                    <a:srgbClr val="17363A"/>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title>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CE6E5"/>
            </a:solid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DCE6E5"/>
              </a:solidFill>
            </a:ln>
          </c:spPr>
        </c:majorGridlines>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Accord avec la segmentation initiale</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0.0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50112"/>
        <c:crossBetween val="between"/>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1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CO₂ moyen</c:v>
          </c:tx>
          <c:spPr>
            <a:solidFill xmlns:a="http://schemas.openxmlformats.org/drawingml/2006/main">
              <a:srgbClr val="008C85"/>
            </a:solidFill>
          </c:spPr>
          <c:invertIfNegative val="0"/>
          <c:dPt>
            <c:idx val="0"/>
            <c:invertIfNegative val="0"/>
            <c:spPr>
              <a:solidFill xmlns:a="http://schemas.openxmlformats.org/drawingml/2006/main">
                <a:srgbClr val="008C85"/>
              </a:solidFill>
            </c:spPr>
          </c:dPt>
          <c:dPt>
            <c:idx val="1"/>
            <c:invertIfNegative val="0"/>
            <c:spPr>
              <a:solidFill xmlns:a="http://schemas.openxmlformats.org/drawingml/2006/main">
                <a:srgbClr val="4179B7"/>
              </a:solidFill>
            </c:spPr>
          </c:dPt>
          <c:dPt>
            <c:idx val="2"/>
            <c:invertIfNegative val="0"/>
            <c:spPr>
              <a:solidFill xmlns:a="http://schemas.openxmlformats.org/drawingml/2006/main">
                <a:srgbClr val="DE8736"/>
              </a:solidFill>
            </c:spPr>
          </c:dPt>
          <c:cat>
            <c:strRef>
              <c:f>'Chart Data'!$A$2:$A$4</c:f>
              <c:strCache>
                <c:ptCount val="3"/>
                <c:pt idx="0">
                  <c:v>C0</c:v>
                </c:pt>
                <c:pt idx="1">
                  <c:v>C1</c:v>
                </c:pt>
                <c:pt idx="2">
                  <c:v>C2</c:v>
                </c:pt>
              </c:strCache>
            </c:strRef>
          </c:cat>
          <c:val>
            <c:numRef>
              <c:f>'Chart Data'!$B$2:$B$4</c:f>
              <c:numCache>
                <c:formatCode>0.0</c:formatCode>
                <c:ptCount val="3"/>
                <c:pt idx="0">
                  <c:v>123.883815552</c:v>
                </c:pt>
                <c:pt idx="1">
                  <c:v>176.868642471</c:v>
                </c:pt>
                <c:pt idx="2">
                  <c:v>244.58856191</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575" b="1">
                  <a:solidFill>
                    <a:srgbClr val="17363A"/>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title>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CE6E5"/>
            </a:solid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72768"/>
      </c:catAx>
      <c:valAx>
        <c:axId val="48672768"/>
        <c:scaling>
          <c:orientation val="minMax"/>
          <c:max val="300"/>
          <c:min val="0"/>
        </c:scaling>
        <c:delete val="0"/>
        <c:axPos val="l"/>
        <c:majorGridlines>
          <c:spPr>
            <a:ln xmlns:a="http://schemas.openxmlformats.org/drawingml/2006/main" w="9525">
              <a:solidFill>
                <a:srgbClr val="DCE6E5"/>
              </a:solidFill>
            </a:ln>
          </c:spPr>
        </c:majorGridlines>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CO₂ moyen déclaré (g/km)</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50112"/>
        <c:crossBetween val="between"/>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16.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CO₂ annuel indicatif</c:v>
          </c:tx>
          <c:spPr>
            <a:solidFill xmlns:a="http://schemas.openxmlformats.org/drawingml/2006/main">
              <a:srgbClr val="008C85"/>
            </a:solidFill>
          </c:spPr>
          <c:invertIfNegative val="0"/>
          <c:dPt>
            <c:idx val="0"/>
            <c:invertIfNegative val="0"/>
            <c:spPr>
              <a:solidFill xmlns:a="http://schemas.openxmlformats.org/drawingml/2006/main">
                <a:srgbClr val="008C85"/>
              </a:solidFill>
            </c:spPr>
          </c:dPt>
          <c:dPt>
            <c:idx val="1"/>
            <c:invertIfNegative val="0"/>
            <c:spPr>
              <a:solidFill xmlns:a="http://schemas.openxmlformats.org/drawingml/2006/main">
                <a:srgbClr val="DE8736"/>
              </a:solidFill>
            </c:spPr>
          </c:dPt>
          <c:cat>
            <c:strRef>
              <c:f>'Chart Data'!$A$2:$A$3</c:f>
              <c:strCache>
                <c:ptCount val="2"/>
                <c:pt idx="0">
                  <c:v>C0 à 20 000 km/an</c:v>
                </c:pt>
                <c:pt idx="1">
                  <c:v>C2 à 5 000 km/an</c:v>
                </c:pt>
              </c:strCache>
            </c:strRef>
          </c:cat>
          <c:val>
            <c:numRef>
              <c:f>'Chart Data'!$B$2:$B$3</c:f>
              <c:numCache>
                <c:formatCode>0.00</c:formatCode>
                <c:ptCount val="2"/>
                <c:pt idx="0">
                  <c:v>2.47767631103</c:v>
                </c:pt>
                <c:pt idx="1">
                  <c:v>1.22294280955</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b="1">
                  <a:solidFill>
                    <a:srgbClr val="17363A"/>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title>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CE6E5"/>
            </a:solid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72768"/>
      </c:catAx>
      <c:valAx>
        <c:axId val="48672768"/>
        <c:scaling>
          <c:orientation val="minMax"/>
          <c:max val="3"/>
          <c:min val="0"/>
        </c:scaling>
        <c:delete val="0"/>
        <c:axPos val="l"/>
        <c:majorGridlines>
          <c:spPr>
            <a:ln xmlns:a="http://schemas.openxmlformats.org/drawingml/2006/main" w="9525">
              <a:solidFill>
                <a:srgbClr val="DCE6E5"/>
              </a:solidFill>
            </a:ln>
          </c:spPr>
        </c:majorGridlines>
        <c:title>
          <c:tx>
            <c:rich>
              <a:bodyPr xmlns:a="http://schemas.openxmlformats.org/drawingml/2006/main"/>
              <a:lstStyle xmlns:a="http://schemas.openxmlformats.org/drawingml/2006/main"/>
              <a:p xmlns:a="http://schemas.openxmlformats.org/drawingml/2006/main">
                <a:r>
                  <a:rPr sz="1575">
                    <a:solidFill>
                      <a:srgbClr val="5A6E71"/>
                    </a:solidFill>
                    <a:latin typeface="Arial"/>
                    <a:ea typeface="Arial"/>
                    <a:cs typeface="Arial"/>
                  </a:rPr>
                  <a:t>Tonnes de CO₂ par an, scénario</a:t>
                </a:r>
              </a:p>
            </c:rich>
          </c:tx>
          <c:overlay val="0"/>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title>
        <c:numFmt formatCode="0.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5A6E71"/>
                </a:solidFill>
                <a:latin typeface="Arial"/>
                <a:ea typeface="Arial"/>
                <a:cs typeface="Arial"/>
              </a:defRPr>
            </a:pPr>
          </a:p>
        </c:txPr>
        <c:crossAx val="48650112"/>
        <c:crossBetween val="between"/>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17956959-D1E9-4E46-A9B4-2A1C140335D8}"/>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Véhicules et émissions de CO₂</a:t>
            </a:r>
          </a:p>
        </p:txBody>
      </p:sp>
      <p:sp>
        <p:nvSpPr>
          <p:cNvPr id="3" name="">
            <a:extLst xmlns:a="http://schemas.openxmlformats.org/drawingml/2006/main">
              <a:ext uri="{FF2B5EF4-FFF2-40B4-BE49-F238E27FC236}">
                <a16:creationId xmlns:a16="http://schemas.microsoft.com/office/drawing/2014/main" id="{E76167D5-876E-48D9-A261-5E8F574A5F05}"/>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01   DONNÉES   /   4 MIN</a:t>
            </a:r>
          </a:p>
        </p:txBody>
      </p:sp>
      <p:sp>
        <p:nvSpPr>
          <p:cNvPr id="4" name="">
            <a:extLst xmlns:a="http://schemas.openxmlformats.org/drawingml/2006/main">
              <a:ext uri="{FF2B5EF4-FFF2-40B4-BE49-F238E27FC236}">
                <a16:creationId xmlns:a16="http://schemas.microsoft.com/office/drawing/2014/main" id="{D5FC0767-65F1-4175-BDF6-A1C77163F796}"/>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01</a:t>
            </a:r>
          </a:p>
        </p:txBody>
      </p:sp>
      <p:sp>
        <p:nvSpPr>
          <p:cNvPr id="5" name="">
            <a:extLst xmlns:a="http://schemas.openxmlformats.org/drawingml/2006/main">
              <a:ext uri="{FF2B5EF4-FFF2-40B4-BE49-F238E27FC236}">
                <a16:creationId xmlns:a16="http://schemas.microsoft.com/office/drawing/2014/main" id="{BD8F1228-6160-49EA-8DDA-8C74477629CE}"/>
              </a:ext>
            </a:extLst>
          </p:cNvPr>
          <p:cNvSpPr>
            <a:spLocks xmlns:a="http://schemas.openxmlformats.org/drawingml/2006/main" noGrp="1"/>
          </p:cNvSpPr>
          <p:nvPr/>
        </p:nvSpPr>
        <p:spPr>
          <a:xfrm xmlns:a="http://schemas.openxmlformats.org/drawingml/2006/main">
            <a:off x="666750" y="209550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008C85"/>
                </a:solidFill>
              </a:defRPr>
            </a:defPPr>
            <a:lvl1pPr>
              <a:defRPr sz="4350" b="1">
                <a:solidFill>
                  <a:srgbClr val="008C85"/>
                </a:solidFill>
              </a:defRPr>
            </a:lvl1pPr>
            <a:lvl2pPr>
              <a:defRPr sz="4350" b="1">
                <a:solidFill>
                  <a:srgbClr val="008C85"/>
                </a:solidFill>
              </a:defRPr>
            </a:lvl2pPr>
            <a:lvl3pPr>
              <a:defRPr sz="4350" b="1">
                <a:solidFill>
                  <a:srgbClr val="008C85"/>
                </a:solidFill>
              </a:defRPr>
            </a:lvl3pPr>
            <a:lvl4pPr>
              <a:defRPr sz="4350" b="1">
                <a:solidFill>
                  <a:srgbClr val="008C85"/>
                </a:solidFill>
              </a:defRPr>
            </a:lvl4pPr>
            <a:lvl5pPr>
              <a:defRPr sz="4350" b="1">
                <a:solidFill>
                  <a:srgbClr val="008C85"/>
                </a:solidFill>
              </a:defRPr>
            </a:lvl5pPr>
            <a:lvl6pPr>
              <a:defRPr sz="4350" b="1">
                <a:solidFill>
                  <a:srgbClr val="008C85"/>
                </a:solidFill>
              </a:defRPr>
            </a:lvl6pPr>
            <a:lvl7pPr>
              <a:defRPr sz="4350" b="1">
                <a:solidFill>
                  <a:srgbClr val="008C85"/>
                </a:solidFill>
              </a:defRPr>
            </a:lvl7pPr>
            <a:lvl8pPr>
              <a:defRPr sz="4350" b="1">
                <a:solidFill>
                  <a:srgbClr val="008C85"/>
                </a:solidFill>
              </a:defRPr>
            </a:lvl8pPr>
            <a:lvl9pPr>
              <a:defRPr sz="4350" b="1">
                <a:solidFill>
                  <a:srgbClr val="008C85"/>
                </a:solidFill>
              </a:defRPr>
            </a:lvl9pPr>
          </a:lstStyle>
          <a:p xmlns:a="http://schemas.openxmlformats.org/drawingml/2006/main">
            <a:pPr>
              <a:defRPr sz="4350" b="1">
                <a:solidFill>
                  <a:srgbClr val="008C85"/>
                </a:solidFill>
              </a:defRPr>
            </a:pPr>
            <a:r>
              <a:rPr sz="4350" b="1">
                <a:solidFill>
                  <a:srgbClr val="008C85"/>
                </a:solidFill>
              </a:rPr>
              <a:t>Prédire les émissions</a:t>
            </a:r>
          </a:p>
          <a:p xmlns:a="http://schemas.openxmlformats.org/drawingml/2006/main">
            <a:pPr>
              <a:defRPr sz="4350" b="1">
                <a:solidFill>
                  <a:srgbClr val="008C85"/>
                </a:solidFill>
              </a:defRPr>
            </a:pPr>
            <a:r>
              <a:rPr sz="4350" b="1">
                <a:solidFill>
                  <a:srgbClr val="008C85"/>
                </a:solidFill>
              </a:rPr>
              <a:t>Segmenter les profils</a:t>
            </a:r>
          </a:p>
        </p:txBody>
      </p:sp>
      <p:sp>
        <p:nvSpPr>
          <p:cNvPr id="6" name="">
            <a:extLst xmlns:a="http://schemas.openxmlformats.org/drawingml/2006/main">
              <a:ext uri="{FF2B5EF4-FFF2-40B4-BE49-F238E27FC236}">
                <a16:creationId xmlns:a16="http://schemas.microsoft.com/office/drawing/2014/main" id="{B610DDDC-96D4-475B-88A5-3F4E6D58B278}"/>
              </a:ext>
            </a:extLst>
          </p:cNvPr>
          <p:cNvSpPr>
            <a:spLocks xmlns:a="http://schemas.openxmlformats.org/drawingml/2006/main" noGrp="1"/>
          </p:cNvSpPr>
          <p:nvPr/>
        </p:nvSpPr>
        <p:spPr>
          <a:xfrm xmlns:a="http://schemas.openxmlformats.org/drawingml/2006/main">
            <a:off x="666750" y="419100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5A6E71"/>
                </a:solidFill>
              </a:defRPr>
            </a:defPPr>
            <a:lvl1pPr>
              <a:defRPr sz="2250" b="0">
                <a:solidFill>
                  <a:srgbClr val="5A6E71"/>
                </a:solidFill>
              </a:defRPr>
            </a:lvl1pPr>
            <a:lvl2pPr>
              <a:defRPr sz="2250" b="0">
                <a:solidFill>
                  <a:srgbClr val="5A6E71"/>
                </a:solidFill>
              </a:defRPr>
            </a:lvl2pPr>
            <a:lvl3pPr>
              <a:defRPr sz="2250" b="0">
                <a:solidFill>
                  <a:srgbClr val="5A6E71"/>
                </a:solidFill>
              </a:defRPr>
            </a:lvl3pPr>
            <a:lvl4pPr>
              <a:defRPr sz="2250" b="0">
                <a:solidFill>
                  <a:srgbClr val="5A6E71"/>
                </a:solidFill>
              </a:defRPr>
            </a:lvl4pPr>
            <a:lvl5pPr>
              <a:defRPr sz="2250" b="0">
                <a:solidFill>
                  <a:srgbClr val="5A6E71"/>
                </a:solidFill>
              </a:defRPr>
            </a:lvl5pPr>
            <a:lvl6pPr>
              <a:defRPr sz="2250" b="0">
                <a:solidFill>
                  <a:srgbClr val="5A6E71"/>
                </a:solidFill>
              </a:defRPr>
            </a:lvl6pPr>
            <a:lvl7pPr>
              <a:defRPr sz="2250" b="0">
                <a:solidFill>
                  <a:srgbClr val="5A6E71"/>
                </a:solidFill>
              </a:defRPr>
            </a:lvl7pPr>
            <a:lvl8pPr>
              <a:defRPr sz="2250" b="0">
                <a:solidFill>
                  <a:srgbClr val="5A6E71"/>
                </a:solidFill>
              </a:defRPr>
            </a:lvl8pPr>
            <a:lvl9pPr>
              <a:defRPr sz="2250" b="0">
                <a:solidFill>
                  <a:srgbClr val="5A6E71"/>
                </a:solidFill>
              </a:defRPr>
            </a:lvl9pPr>
          </a:lstStyle>
          <a:p xmlns:a="http://schemas.openxmlformats.org/drawingml/2006/main">
            <a:pPr>
              <a:defRPr sz="2250" b="0">
                <a:solidFill>
                  <a:srgbClr val="5A6E71"/>
                </a:solidFill>
              </a:defRPr>
            </a:pPr>
            <a:r>
              <a:rPr sz="2250" b="0">
                <a:solidFill>
                  <a:srgbClr val="5A6E71"/>
                </a:solidFill>
              </a:rPr>
              <a:t>Catalogue automobile français, mars 2015</a:t>
            </a:r>
          </a:p>
        </p:txBody>
      </p:sp>
    </p:spTree>
    <p:extLst>
      <p:ext uri="{BB962C8B-B14F-4D97-AF65-F5344CB8AC3E}">
        <p14:creationId xmlns:p14="http://schemas.microsoft.com/office/powerpoint/2010/main" val="856903171"/>
      </p:ext>
    </p:extLst>
  </p:cSld>
</p:sld>
</file>

<file path=ppt/slides/slide2.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63F988B0-F9FE-49AD-A945-B12B2B4D5FBE}"/>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Le catalogue et son périmètre</a:t>
            </a:r>
          </a:p>
        </p:txBody>
      </p:sp>
      <p:sp>
        <p:nvSpPr>
          <p:cNvPr id="3" name="">
            <a:extLst xmlns:a="http://schemas.openxmlformats.org/drawingml/2006/main">
              <a:ext uri="{FF2B5EF4-FFF2-40B4-BE49-F238E27FC236}">
                <a16:creationId xmlns:a16="http://schemas.microsoft.com/office/drawing/2014/main" id="{36622462-F92C-406D-874C-F1581DCBD5C8}"/>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01   DONNÉES   /   4 MIN</a:t>
            </a:r>
          </a:p>
        </p:txBody>
      </p:sp>
      <p:sp>
        <p:nvSpPr>
          <p:cNvPr id="4" name="">
            <a:extLst xmlns:a="http://schemas.openxmlformats.org/drawingml/2006/main">
              <a:ext uri="{FF2B5EF4-FFF2-40B4-BE49-F238E27FC236}">
                <a16:creationId xmlns:a16="http://schemas.microsoft.com/office/drawing/2014/main" id="{508D3DA5-98D5-471C-8919-08CF8589446B}"/>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02</a:t>
            </a:r>
          </a:p>
        </p:txBody>
      </p:sp>
      <p:sp>
        <p:nvSpPr>
          <p:cNvPr id="5" name="">
            <a:extLst xmlns:a="http://schemas.openxmlformats.org/drawingml/2006/main">
              <a:ext uri="{FF2B5EF4-FFF2-40B4-BE49-F238E27FC236}">
                <a16:creationId xmlns:a16="http://schemas.microsoft.com/office/drawing/2014/main" id="{F3F07033-6419-47F6-9C36-200EFE2FE77D}"/>
              </a:ext>
            </a:extLst>
          </p:cNvPr>
          <p:cNvSpPr>
            <a:spLocks xmlns:a="http://schemas.openxmlformats.org/drawingml/2006/main" noGrp="1"/>
          </p:cNvSpPr>
          <p:nvPr/>
        </p:nvSpPr>
        <p:spPr>
          <a:xfrm xmlns:a="http://schemas.openxmlformats.org/drawingml/2006/main">
            <a:off x="666750" y="1638300"/>
            <a:ext cx="5619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600" b="1">
                <a:solidFill>
                  <a:srgbClr val="008C85"/>
                </a:solidFill>
              </a:defRPr>
            </a:defPPr>
            <a:lvl1pPr>
              <a:defRPr sz="6600" b="1">
                <a:solidFill>
                  <a:srgbClr val="008C85"/>
                </a:solidFill>
              </a:defRPr>
            </a:lvl1pPr>
            <a:lvl2pPr>
              <a:defRPr sz="6600" b="1">
                <a:solidFill>
                  <a:srgbClr val="008C85"/>
                </a:solidFill>
              </a:defRPr>
            </a:lvl2pPr>
            <a:lvl3pPr>
              <a:defRPr sz="6600" b="1">
                <a:solidFill>
                  <a:srgbClr val="008C85"/>
                </a:solidFill>
              </a:defRPr>
            </a:lvl3pPr>
            <a:lvl4pPr>
              <a:defRPr sz="6600" b="1">
                <a:solidFill>
                  <a:srgbClr val="008C85"/>
                </a:solidFill>
              </a:defRPr>
            </a:lvl4pPr>
            <a:lvl5pPr>
              <a:defRPr sz="6600" b="1">
                <a:solidFill>
                  <a:srgbClr val="008C85"/>
                </a:solidFill>
              </a:defRPr>
            </a:lvl5pPr>
            <a:lvl6pPr>
              <a:defRPr sz="6600" b="1">
                <a:solidFill>
                  <a:srgbClr val="008C85"/>
                </a:solidFill>
              </a:defRPr>
            </a:lvl6pPr>
            <a:lvl7pPr>
              <a:defRPr sz="6600" b="1">
                <a:solidFill>
                  <a:srgbClr val="008C85"/>
                </a:solidFill>
              </a:defRPr>
            </a:lvl7pPr>
            <a:lvl8pPr>
              <a:defRPr sz="6600" b="1">
                <a:solidFill>
                  <a:srgbClr val="008C85"/>
                </a:solidFill>
              </a:defRPr>
            </a:lvl8pPr>
            <a:lvl9pPr>
              <a:defRPr sz="6600" b="1">
                <a:solidFill>
                  <a:srgbClr val="008C85"/>
                </a:solidFill>
              </a:defRPr>
            </a:lvl9pPr>
          </a:lstStyle>
          <a:p xmlns:a="http://schemas.openxmlformats.org/drawingml/2006/main">
            <a:pPr>
              <a:defRPr sz="6600" b="1">
                <a:solidFill>
                  <a:srgbClr val="008C85"/>
                </a:solidFill>
              </a:defRPr>
            </a:pPr>
            <a:r>
              <a:rPr sz="6600" b="1">
                <a:solidFill>
                  <a:srgbClr val="008C85"/>
                </a:solidFill>
              </a:rPr>
              <a:t>20 824</a:t>
            </a:r>
          </a:p>
        </p:txBody>
      </p:sp>
      <p:sp>
        <p:nvSpPr>
          <p:cNvPr id="6" name="">
            <a:extLst xmlns:a="http://schemas.openxmlformats.org/drawingml/2006/main">
              <a:ext uri="{FF2B5EF4-FFF2-40B4-BE49-F238E27FC236}">
                <a16:creationId xmlns:a16="http://schemas.microsoft.com/office/drawing/2014/main" id="{F1128687-02FA-458B-9879-9C566FB8A188}"/>
              </a:ext>
            </a:extLst>
          </p:cNvPr>
          <p:cNvSpPr>
            <a:spLocks xmlns:a="http://schemas.openxmlformats.org/drawingml/2006/main" noGrp="1"/>
          </p:cNvSpPr>
          <p:nvPr/>
        </p:nvSpPr>
        <p:spPr>
          <a:xfrm xmlns:a="http://schemas.openxmlformats.org/drawingml/2006/main">
            <a:off x="733425" y="2724150"/>
            <a:ext cx="495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7363A"/>
                </a:solidFill>
              </a:defRPr>
            </a:defPPr>
            <a:lvl1pPr>
              <a:defRPr sz="2400" b="0">
                <a:solidFill>
                  <a:srgbClr val="17363A"/>
                </a:solidFill>
              </a:defRPr>
            </a:lvl1pPr>
            <a:lvl2pPr>
              <a:defRPr sz="2400" b="0">
                <a:solidFill>
                  <a:srgbClr val="17363A"/>
                </a:solidFill>
              </a:defRPr>
            </a:lvl2pPr>
            <a:lvl3pPr>
              <a:defRPr sz="2400" b="0">
                <a:solidFill>
                  <a:srgbClr val="17363A"/>
                </a:solidFill>
              </a:defRPr>
            </a:lvl3pPr>
            <a:lvl4pPr>
              <a:defRPr sz="2400" b="0">
                <a:solidFill>
                  <a:srgbClr val="17363A"/>
                </a:solidFill>
              </a:defRPr>
            </a:lvl4pPr>
            <a:lvl5pPr>
              <a:defRPr sz="2400" b="0">
                <a:solidFill>
                  <a:srgbClr val="17363A"/>
                </a:solidFill>
              </a:defRPr>
            </a:lvl5pPr>
            <a:lvl6pPr>
              <a:defRPr sz="2400" b="0">
                <a:solidFill>
                  <a:srgbClr val="17363A"/>
                </a:solidFill>
              </a:defRPr>
            </a:lvl6pPr>
            <a:lvl7pPr>
              <a:defRPr sz="2400" b="0">
                <a:solidFill>
                  <a:srgbClr val="17363A"/>
                </a:solidFill>
              </a:defRPr>
            </a:lvl7pPr>
            <a:lvl8pPr>
              <a:defRPr sz="2400" b="0">
                <a:solidFill>
                  <a:srgbClr val="17363A"/>
                </a:solidFill>
              </a:defRPr>
            </a:lvl8pPr>
            <a:lvl9pPr>
              <a:defRPr sz="2400" b="0">
                <a:solidFill>
                  <a:srgbClr val="17363A"/>
                </a:solidFill>
              </a:defRPr>
            </a:lvl9pPr>
          </a:lstStyle>
          <a:p xmlns:a="http://schemas.openxmlformats.org/drawingml/2006/main">
            <a:pPr>
              <a:defRPr sz="2400" b="0">
                <a:solidFill>
                  <a:srgbClr val="17363A"/>
                </a:solidFill>
              </a:defRPr>
            </a:pPr>
            <a:r>
              <a:rPr sz="2400" b="0">
                <a:solidFill>
                  <a:srgbClr val="17363A"/>
                </a:solidFill>
              </a:rPr>
              <a:t>variantes analysées</a:t>
            </a:r>
          </a:p>
        </p:txBody>
      </p:sp>
      <p:sp>
        <p:nvSpPr>
          <p:cNvPr id="7" name="">
            <a:extLst xmlns:a="http://schemas.openxmlformats.org/drawingml/2006/main">
              <a:ext uri="{FF2B5EF4-FFF2-40B4-BE49-F238E27FC236}">
                <a16:creationId xmlns:a16="http://schemas.microsoft.com/office/drawing/2014/main" id="{8AB60171-017B-4384-8EC3-A7E0E9E9B197}"/>
              </a:ext>
            </a:extLst>
          </p:cNvPr>
          <p:cNvSpPr>
            <a:spLocks xmlns:a="http://schemas.openxmlformats.org/drawingml/2006/main" noGrp="1"/>
          </p:cNvSpPr>
          <p:nvPr/>
        </p:nvSpPr>
        <p:spPr>
          <a:xfrm xmlns:a="http://schemas.openxmlformats.org/drawingml/2006/main">
            <a:off x="7048500" y="1638300"/>
            <a:ext cx="4191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600" b="1">
                <a:solidFill>
                  <a:srgbClr val="17363A"/>
                </a:solidFill>
              </a:defRPr>
            </a:defPPr>
            <a:lvl1pPr>
              <a:defRPr sz="6600" b="1">
                <a:solidFill>
                  <a:srgbClr val="17363A"/>
                </a:solidFill>
              </a:defRPr>
            </a:lvl1pPr>
            <a:lvl2pPr>
              <a:defRPr sz="6600" b="1">
                <a:solidFill>
                  <a:srgbClr val="17363A"/>
                </a:solidFill>
              </a:defRPr>
            </a:lvl2pPr>
            <a:lvl3pPr>
              <a:defRPr sz="6600" b="1">
                <a:solidFill>
                  <a:srgbClr val="17363A"/>
                </a:solidFill>
              </a:defRPr>
            </a:lvl3pPr>
            <a:lvl4pPr>
              <a:defRPr sz="6600" b="1">
                <a:solidFill>
                  <a:srgbClr val="17363A"/>
                </a:solidFill>
              </a:defRPr>
            </a:lvl4pPr>
            <a:lvl5pPr>
              <a:defRPr sz="6600" b="1">
                <a:solidFill>
                  <a:srgbClr val="17363A"/>
                </a:solidFill>
              </a:defRPr>
            </a:lvl5pPr>
            <a:lvl6pPr>
              <a:defRPr sz="6600" b="1">
                <a:solidFill>
                  <a:srgbClr val="17363A"/>
                </a:solidFill>
              </a:defRPr>
            </a:lvl6pPr>
            <a:lvl7pPr>
              <a:defRPr sz="6600" b="1">
                <a:solidFill>
                  <a:srgbClr val="17363A"/>
                </a:solidFill>
              </a:defRPr>
            </a:lvl7pPr>
            <a:lvl8pPr>
              <a:defRPr sz="6600" b="1">
                <a:solidFill>
                  <a:srgbClr val="17363A"/>
                </a:solidFill>
              </a:defRPr>
            </a:lvl8pPr>
            <a:lvl9pPr>
              <a:defRPr sz="6600" b="1">
                <a:solidFill>
                  <a:srgbClr val="17363A"/>
                </a:solidFill>
              </a:defRPr>
            </a:lvl9pPr>
          </a:lstStyle>
          <a:p xmlns:a="http://schemas.openxmlformats.org/drawingml/2006/main">
            <a:pPr>
              <a:defRPr sz="6600" b="1">
                <a:solidFill>
                  <a:srgbClr val="17363A"/>
                </a:solidFill>
              </a:defRPr>
            </a:pPr>
            <a:r>
              <a:rPr sz="6600" b="1">
                <a:solidFill>
                  <a:srgbClr val="17363A"/>
                </a:solidFill>
              </a:rPr>
              <a:t>444</a:t>
            </a:r>
          </a:p>
        </p:txBody>
      </p:sp>
      <p:sp>
        <p:nvSpPr>
          <p:cNvPr id="8" name="">
            <a:extLst xmlns:a="http://schemas.openxmlformats.org/drawingml/2006/main">
              <a:ext uri="{FF2B5EF4-FFF2-40B4-BE49-F238E27FC236}">
                <a16:creationId xmlns:a16="http://schemas.microsoft.com/office/drawing/2014/main" id="{7E2D8B0C-0A48-4743-8B60-93C8D3CBF57C}"/>
              </a:ext>
            </a:extLst>
          </p:cNvPr>
          <p:cNvSpPr>
            <a:spLocks xmlns:a="http://schemas.openxmlformats.org/drawingml/2006/main" noGrp="1"/>
          </p:cNvSpPr>
          <p:nvPr/>
        </p:nvSpPr>
        <p:spPr>
          <a:xfrm xmlns:a="http://schemas.openxmlformats.org/drawingml/2006/main">
            <a:off x="7115175" y="2724150"/>
            <a:ext cx="428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363A"/>
                </a:solidFill>
              </a:defRPr>
            </a:defPPr>
            <a:lvl1pPr>
              <a:defRPr sz="2250" b="0">
                <a:solidFill>
                  <a:srgbClr val="17363A"/>
                </a:solidFill>
              </a:defRPr>
            </a:lvl1pPr>
            <a:lvl2pPr>
              <a:defRPr sz="2250" b="0">
                <a:solidFill>
                  <a:srgbClr val="17363A"/>
                </a:solidFill>
              </a:defRPr>
            </a:lvl2pPr>
            <a:lvl3pPr>
              <a:defRPr sz="2250" b="0">
                <a:solidFill>
                  <a:srgbClr val="17363A"/>
                </a:solidFill>
              </a:defRPr>
            </a:lvl3pPr>
            <a:lvl4pPr>
              <a:defRPr sz="2250" b="0">
                <a:solidFill>
                  <a:srgbClr val="17363A"/>
                </a:solidFill>
              </a:defRPr>
            </a:lvl4pPr>
            <a:lvl5pPr>
              <a:defRPr sz="2250" b="0">
                <a:solidFill>
                  <a:srgbClr val="17363A"/>
                </a:solidFill>
              </a:defRPr>
            </a:lvl5pPr>
            <a:lvl6pPr>
              <a:defRPr sz="2250" b="0">
                <a:solidFill>
                  <a:srgbClr val="17363A"/>
                </a:solidFill>
              </a:defRPr>
            </a:lvl6pPr>
            <a:lvl7pPr>
              <a:defRPr sz="2250" b="0">
                <a:solidFill>
                  <a:srgbClr val="17363A"/>
                </a:solidFill>
              </a:defRPr>
            </a:lvl7pPr>
            <a:lvl8pPr>
              <a:defRPr sz="2250" b="0">
                <a:solidFill>
                  <a:srgbClr val="17363A"/>
                </a:solidFill>
              </a:defRPr>
            </a:lvl8pPr>
            <a:lvl9pPr>
              <a:defRPr sz="2250" b="0">
                <a:solidFill>
                  <a:srgbClr val="17363A"/>
                </a:solidFill>
              </a:defRPr>
            </a:lvl9pPr>
          </a:lstStyle>
          <a:p xmlns:a="http://schemas.openxmlformats.org/drawingml/2006/main">
            <a:pPr>
              <a:defRPr sz="2250" b="0">
                <a:solidFill>
                  <a:srgbClr val="17363A"/>
                </a:solidFill>
              </a:defRPr>
            </a:pPr>
            <a:r>
              <a:rPr sz="2250" b="0">
                <a:solidFill>
                  <a:srgbClr val="17363A"/>
                </a:solidFill>
              </a:rPr>
              <a:t>familles marque + modèle</a:t>
            </a:r>
          </a:p>
        </p:txBody>
      </p:sp>
      <p:graphicFrame>
        <p:nvGraphicFramePr>
          <p:cNvPr id="9" name="">
            <a:extLst xmlns:a="http://schemas.openxmlformats.org/drawingml/2006/main">
              <a:ext uri="{FF2B5EF4-FFF2-40B4-BE49-F238E27FC236}">
                <a16:creationId xmlns:a16="http://schemas.microsoft.com/office/drawing/2014/main" id="{4E6E3AEF-DC7E-4113-ABA1-24BF77BEE031}"/>
              </a:ext>
            </a:extLst>
          </p:cNvPr>
          <p:cNvGraphicFramePr/>
          <p:nvPr/>
        </p:nvGraphicFramePr>
        <p:xfrm>
          <a:off xmlns:a="http://schemas.openxmlformats.org/drawingml/2006/main" x="619125" y="3952875"/>
          <a:ext xmlns:a="http://schemas.openxmlformats.org/drawingml/2006/main" cx="10953750" cy="1285875"/>
        </p:xfrm>
        <a:graphic xmlns:a="http://schemas.openxmlformats.org/drawingml/2006/main">
          <a:graphicData uri="http://schemas.openxmlformats.org/drawingml/2006/table">
            <a:tbl>
              <a:tblPr/>
              <a:tblGrid>
                <a:gridCol w="3651250"/>
                <a:gridCol w="3651250"/>
                <a:gridCol w="3651250"/>
              </a:tblGrid>
              <a:tr h="642938">
                <a:tc>
                  <a:txBody>
                    <a:bodyPr/>
                    <a:lstStyle/>
                    <a:p>
                      <a:r>
                        <a:rPr sz="1800" b="1">
                          <a:solidFill>
                            <a:srgbClr val="FFFFFF"/>
                          </a:solidFill>
                        </a:rPr>
                        <a:t>Fichier brut</a:t>
                      </a:r>
                    </a:p>
                  </a:txBody>
                  <a:tcPr marL="91440" marR="91440" marT="45720" marB="45720">
                    <a:lnL w="9525">
                      <a:solidFill>
                        <a:srgbClr val="DCE6E5"/>
                      </a:solidFill>
                    </a:lnL>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Jeu d’analyse</a:t>
                      </a:r>
                    </a:p>
                  </a:txBody>
                  <a:tcPr marL="91440" marR="91440" marT="45720" marB="45720">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Hors périmètre</a:t>
                      </a:r>
                    </a:p>
                  </a:txBody>
                  <a:tcPr marL="91440" marR="91440" marT="45720" marB="45720">
                    <a:lnR w="9525">
                      <a:solidFill>
                        <a:srgbClr val="DCE6E5"/>
                      </a:solidFill>
                    </a:lnR>
                    <a:lnT w="9525">
                      <a:solidFill>
                        <a:srgbClr val="DCE6E5"/>
                      </a:solidFill>
                    </a:lnT>
                    <a:lnB w="9525">
                      <a:solidFill>
                        <a:srgbClr val="DCE6E5"/>
                      </a:solidFill>
                    </a:lnB>
                    <a:solidFill>
                      <a:srgbClr val="17363A"/>
                    </a:solidFill>
                  </a:tcPr>
                </a:tc>
              </a:tr>
              <a:tr h="642938">
                <a:tc>
                  <a:txBody>
                    <a:bodyPr/>
                    <a:lstStyle/>
                    <a:p>
                      <a:r>
                        <a:rPr sz="1875" b="0">
                          <a:solidFill>
                            <a:srgbClr val="17363A"/>
                          </a:solidFill>
                        </a:rPr>
                        <a:t>20 880 lignes</a:t>
                      </a:r>
                    </a:p>
                  </a:txBody>
                  <a:tcPr marL="91440" marR="91440" marT="45720" marB="45720">
                    <a:lnL w="9525">
                      <a:solidFill>
                        <a:srgbClr val="DCE6E5"/>
                      </a:solidFill>
                    </a:lnL>
                    <a:lnR w="9525">
                      <a:solidFill>
                        <a:srgbClr val="DCE6E5"/>
                      </a:solidFill>
                    </a:lnR>
                    <a:lnB w="9525">
                      <a:solidFill>
                        <a:srgbClr val="DCE6E5"/>
                      </a:solidFill>
                    </a:lnB>
                    <a:solidFill>
                      <a:srgbClr val="FAFCFB"/>
                    </a:solidFill>
                  </a:tcPr>
                </a:tc>
                <a:tc>
                  <a:txBody>
                    <a:bodyPr/>
                    <a:lstStyle/>
                    <a:p>
                      <a:r>
                        <a:rPr sz="1875" b="0">
                          <a:solidFill>
                            <a:srgbClr val="17363A"/>
                          </a:solidFill>
                        </a:rPr>
                        <a:t>12 variables</a:t>
                      </a:r>
                    </a:p>
                  </a:txBody>
                  <a:tcPr marL="91440" marR="91440" marT="45720" marB="45720">
                    <a:lnR w="9525">
                      <a:solidFill>
                        <a:srgbClr val="DCE6E5"/>
                      </a:solidFill>
                    </a:lnR>
                    <a:lnB w="9525">
                      <a:solidFill>
                        <a:srgbClr val="DCE6E5"/>
                      </a:solidFill>
                    </a:lnB>
                    <a:solidFill>
                      <a:srgbClr val="FAFCFB"/>
                    </a:solidFill>
                  </a:tcPr>
                </a:tc>
                <a:tc>
                  <a:txBody>
                    <a:bodyPr/>
                    <a:lstStyle/>
                    <a:p>
                      <a:r>
                        <a:rPr sz="1875" b="0">
                          <a:solidFill>
                            <a:srgbClr val="17363A"/>
                          </a:solidFill>
                        </a:rPr>
                        <a:t>56 lignes EL sans CO₂</a:t>
                      </a:r>
                    </a:p>
                  </a:txBody>
                  <a:tcPr marL="91440" marR="91440" marT="45720" marB="45720">
                    <a:lnR w="9525">
                      <a:solidFill>
                        <a:srgbClr val="DCE6E5"/>
                      </a:solidFill>
                    </a:lnR>
                    <a:lnB w="9525">
                      <a:solidFill>
                        <a:srgbClr val="DCE6E5"/>
                      </a:solidFill>
                    </a:lnB>
                    <a:solidFill>
                      <a:srgbClr val="FAFCFB"/>
                    </a:solidFill>
                  </a:tcPr>
                </a:tc>
              </a:tr>
            </a:tbl>
          </a:graphicData>
        </a:graphic>
      </p:graphicFrame>
      <p:sp>
        <p:nvSpPr>
          <p:cNvPr id="10" name="">
            <a:extLst xmlns:a="http://schemas.openxmlformats.org/drawingml/2006/main">
              <a:ext uri="{FF2B5EF4-FFF2-40B4-BE49-F238E27FC236}">
                <a16:creationId xmlns:a16="http://schemas.microsoft.com/office/drawing/2014/main" id="{63811E01-E470-4557-8D20-1AC0B4D30784}"/>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Une variante de catalogue ne représente pas une part de marché</a:t>
            </a:r>
          </a:p>
        </p:txBody>
      </p:sp>
    </p:spTree>
    <p:extLst>
      <p:ext uri="{BB962C8B-B14F-4D97-AF65-F5344CB8AC3E}">
        <p14:creationId xmlns:p14="http://schemas.microsoft.com/office/powerpoint/2010/main" val="137024131"/>
      </p:ext>
    </p:extLst>
  </p:cSld>
</p:sld>
</file>

<file path=ppt/slides/slide3.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6244F7B0-F30C-4C9C-BE28-BDB7D1026D14}"/>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Des émissions et des familles très inégales</a:t>
            </a:r>
          </a:p>
        </p:txBody>
      </p:sp>
      <p:sp>
        <p:nvSpPr>
          <p:cNvPr id="3" name="">
            <a:extLst xmlns:a="http://schemas.openxmlformats.org/drawingml/2006/main">
              <a:ext uri="{FF2B5EF4-FFF2-40B4-BE49-F238E27FC236}">
                <a16:creationId xmlns:a16="http://schemas.microsoft.com/office/drawing/2014/main" id="{B235C041-F041-48A1-B5E4-74325C9356D6}"/>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01   DONNÉES   /   4 MIN</a:t>
            </a:r>
          </a:p>
        </p:txBody>
      </p:sp>
      <p:sp>
        <p:nvSpPr>
          <p:cNvPr id="4" name="">
            <a:extLst xmlns:a="http://schemas.openxmlformats.org/drawingml/2006/main">
              <a:ext uri="{FF2B5EF4-FFF2-40B4-BE49-F238E27FC236}">
                <a16:creationId xmlns:a16="http://schemas.microsoft.com/office/drawing/2014/main" id="{1B011C50-2E2D-46BE-8CA0-215CAD02AD11}"/>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03</a:t>
            </a:r>
          </a:p>
        </p:txBody>
      </p:sp>
      <p:graphicFrame>
        <p:nvGraphicFramePr>
          <p:cNvPr id="5" name="Chart">
            <a:extLst xmlns:a="http://schemas.openxmlformats.org/drawingml/2006/main">
              <a:ext uri="{FF2B5EF4-FFF2-40B4-BE49-F238E27FC236}">
                <a16:creationId xmlns:a16="http://schemas.microsoft.com/office/drawing/2014/main" id="{BA1481BF-32F3-49E8-BA09-152AFEAA1C02}"/>
              </a:ext>
            </a:extLst>
          </p:cNvPr>
          <p:cNvGraphicFramePr/>
          <p:nvPr/>
        </p:nvGraphicFramePr>
        <p:xfrm>
          <a:off xmlns:a="http://schemas.openxmlformats.org/drawingml/2006/main" x="619125" y="1724025"/>
          <a:ext xmlns:a="http://schemas.openxmlformats.org/drawingml/2006/main" cx="7524750" cy="3714750"/>
        </p:xfrm>
        <a:graphic xmlns:a="http://schemas.openxmlformats.org/drawingml/2006/main">
          <a:graphicData uri="http://schemas.openxmlformats.org/drawingml/2006/chart">
            <c:chart xmlns:r="http://schemas.openxmlformats.org/officeDocument/2006/relationships" xmlns:c="http://schemas.openxmlformats.org/drawingml/2006/chart" r:id="Rc647beb600b540fc"/>
          </a:graphicData>
        </a:graphic>
      </p:graphicFrame>
      <p:sp>
        <p:nvSpPr>
          <p:cNvPr id="6" name="">
            <a:extLst xmlns:a="http://schemas.openxmlformats.org/drawingml/2006/main">
              <a:ext uri="{FF2B5EF4-FFF2-40B4-BE49-F238E27FC236}">
                <a16:creationId xmlns:a16="http://schemas.microsoft.com/office/drawing/2014/main" id="{23F332AD-3D47-4557-B6F2-8826A453BF84}"/>
              </a:ext>
            </a:extLst>
          </p:cNvPr>
          <p:cNvSpPr>
            <a:spLocks xmlns:a="http://schemas.openxmlformats.org/drawingml/2006/main" noGrp="1"/>
          </p:cNvSpPr>
          <p:nvPr/>
        </p:nvSpPr>
        <p:spPr>
          <a:xfrm xmlns:a="http://schemas.openxmlformats.org/drawingml/2006/main">
            <a:off x="8763000" y="2238375"/>
            <a:ext cx="295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DE8736"/>
                </a:solidFill>
              </a:defRPr>
            </a:defPPr>
            <a:lvl1pPr>
              <a:defRPr sz="4350" b="1">
                <a:solidFill>
                  <a:srgbClr val="DE8736"/>
                </a:solidFill>
              </a:defRPr>
            </a:lvl1pPr>
            <a:lvl2pPr>
              <a:defRPr sz="4350" b="1">
                <a:solidFill>
                  <a:srgbClr val="DE8736"/>
                </a:solidFill>
              </a:defRPr>
            </a:lvl2pPr>
            <a:lvl3pPr>
              <a:defRPr sz="4350" b="1">
                <a:solidFill>
                  <a:srgbClr val="DE8736"/>
                </a:solidFill>
              </a:defRPr>
            </a:lvl3pPr>
            <a:lvl4pPr>
              <a:defRPr sz="4350" b="1">
                <a:solidFill>
                  <a:srgbClr val="DE8736"/>
                </a:solidFill>
              </a:defRPr>
            </a:lvl4pPr>
            <a:lvl5pPr>
              <a:defRPr sz="4350" b="1">
                <a:solidFill>
                  <a:srgbClr val="DE8736"/>
                </a:solidFill>
              </a:defRPr>
            </a:lvl5pPr>
            <a:lvl6pPr>
              <a:defRPr sz="4350" b="1">
                <a:solidFill>
                  <a:srgbClr val="DE8736"/>
                </a:solidFill>
              </a:defRPr>
            </a:lvl6pPr>
            <a:lvl7pPr>
              <a:defRPr sz="4350" b="1">
                <a:solidFill>
                  <a:srgbClr val="DE8736"/>
                </a:solidFill>
              </a:defRPr>
            </a:lvl7pPr>
            <a:lvl8pPr>
              <a:defRPr sz="4350" b="1">
                <a:solidFill>
                  <a:srgbClr val="DE8736"/>
                </a:solidFill>
              </a:defRPr>
            </a:lvl8pPr>
            <a:lvl9pPr>
              <a:defRPr sz="4350" b="1">
                <a:solidFill>
                  <a:srgbClr val="DE8736"/>
                </a:solidFill>
              </a:defRPr>
            </a:lvl9pPr>
          </a:lstStyle>
          <a:p xmlns:a="http://schemas.openxmlformats.org/drawingml/2006/main">
            <a:pPr>
              <a:defRPr sz="4350" b="1">
                <a:solidFill>
                  <a:srgbClr val="DE8736"/>
                </a:solidFill>
              </a:defRPr>
            </a:pPr>
            <a:r>
              <a:rPr sz="4350" b="1">
                <a:solidFill>
                  <a:srgbClr val="DE8736"/>
                </a:solidFill>
              </a:rPr>
              <a:t>63,1 %</a:t>
            </a:r>
          </a:p>
        </p:txBody>
      </p:sp>
      <p:sp>
        <p:nvSpPr>
          <p:cNvPr id="7" name="">
            <a:extLst xmlns:a="http://schemas.openxmlformats.org/drawingml/2006/main">
              <a:ext uri="{FF2B5EF4-FFF2-40B4-BE49-F238E27FC236}">
                <a16:creationId xmlns:a16="http://schemas.microsoft.com/office/drawing/2014/main" id="{181141FA-E28B-4B63-AC5D-BA49D3EC5068}"/>
              </a:ext>
            </a:extLst>
          </p:cNvPr>
          <p:cNvSpPr>
            <a:spLocks xmlns:a="http://schemas.openxmlformats.org/drawingml/2006/main" noGrp="1"/>
          </p:cNvSpPr>
          <p:nvPr/>
        </p:nvSpPr>
        <p:spPr>
          <a:xfrm xmlns:a="http://schemas.openxmlformats.org/drawingml/2006/main">
            <a:off x="8801100" y="3209925"/>
            <a:ext cx="266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7363A"/>
                </a:solidFill>
              </a:defRPr>
            </a:defPPr>
            <a:lvl1pPr>
              <a:defRPr sz="2325" b="0">
                <a:solidFill>
                  <a:srgbClr val="17363A"/>
                </a:solidFill>
              </a:defRPr>
            </a:lvl1pPr>
            <a:lvl2pPr>
              <a:defRPr sz="2325" b="0">
                <a:solidFill>
                  <a:srgbClr val="17363A"/>
                </a:solidFill>
              </a:defRPr>
            </a:lvl2pPr>
            <a:lvl3pPr>
              <a:defRPr sz="2325" b="0">
                <a:solidFill>
                  <a:srgbClr val="17363A"/>
                </a:solidFill>
              </a:defRPr>
            </a:lvl3pPr>
            <a:lvl4pPr>
              <a:defRPr sz="2325" b="0">
                <a:solidFill>
                  <a:srgbClr val="17363A"/>
                </a:solidFill>
              </a:defRPr>
            </a:lvl4pPr>
            <a:lvl5pPr>
              <a:defRPr sz="2325" b="0">
                <a:solidFill>
                  <a:srgbClr val="17363A"/>
                </a:solidFill>
              </a:defRPr>
            </a:lvl5pPr>
            <a:lvl6pPr>
              <a:defRPr sz="2325" b="0">
                <a:solidFill>
                  <a:srgbClr val="17363A"/>
                </a:solidFill>
              </a:defRPr>
            </a:lvl6pPr>
            <a:lvl7pPr>
              <a:defRPr sz="2325" b="0">
                <a:solidFill>
                  <a:srgbClr val="17363A"/>
                </a:solidFill>
              </a:defRPr>
            </a:lvl7pPr>
            <a:lvl8pPr>
              <a:defRPr sz="2325" b="0">
                <a:solidFill>
                  <a:srgbClr val="17363A"/>
                </a:solidFill>
              </a:defRPr>
            </a:lvl8pPr>
            <a:lvl9pPr>
              <a:defRPr sz="2325" b="0">
                <a:solidFill>
                  <a:srgbClr val="17363A"/>
                </a:solidFill>
              </a:defRPr>
            </a:lvl9pPr>
          </a:lstStyle>
          <a:p xmlns:a="http://schemas.openxmlformats.org/drawingml/2006/main">
            <a:pPr>
              <a:defRPr sz="2325" b="0">
                <a:solidFill>
                  <a:srgbClr val="17363A"/>
                </a:solidFill>
              </a:defRPr>
            </a:pPr>
            <a:r>
              <a:rPr sz="2325" b="0">
                <a:solidFill>
                  <a:srgbClr val="17363A"/>
                </a:solidFill>
              </a:rPr>
              <a:t>des lignes dans</a:t>
            </a:r>
          </a:p>
          <a:p xmlns:a="http://schemas.openxmlformats.org/drawingml/2006/main">
            <a:pPr>
              <a:defRPr sz="2325" b="0">
                <a:solidFill>
                  <a:srgbClr val="17363A"/>
                </a:solidFill>
              </a:defRPr>
            </a:pPr>
            <a:r>
              <a:rPr sz="2325" b="0">
                <a:solidFill>
                  <a:srgbClr val="17363A"/>
                </a:solidFill>
              </a:rPr>
              <a:t>10 familles</a:t>
            </a:r>
          </a:p>
        </p:txBody>
      </p:sp>
      <p:sp>
        <p:nvSpPr>
          <p:cNvPr id="8" name="">
            <a:extLst xmlns:a="http://schemas.openxmlformats.org/drawingml/2006/main">
              <a:ext uri="{FF2B5EF4-FFF2-40B4-BE49-F238E27FC236}">
                <a16:creationId xmlns:a16="http://schemas.microsoft.com/office/drawing/2014/main" id="{62A33C29-5B48-4F4E-BE41-B6B8DD21E524}"/>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Médiane : 147 g/km. Les fréquences décrivent le catalogue</a:t>
            </a:r>
          </a:p>
        </p:txBody>
      </p:sp>
    </p:spTree>
    <p:extLst>
      <p:ext uri="{BB962C8B-B14F-4D97-AF65-F5344CB8AC3E}">
        <p14:creationId xmlns:p14="http://schemas.microsoft.com/office/powerpoint/2010/main" val="41591666"/>
      </p:ext>
    </p:extLst>
  </p:cSld>
</p:sld>
</file>

<file path=ppt/slides/slide4.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5481AC85-A630-4E01-90C6-986CE35C5D9C}"/>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Les questions de l’étude</a:t>
            </a:r>
          </a:p>
        </p:txBody>
      </p:sp>
      <p:sp>
        <p:nvSpPr>
          <p:cNvPr id="3" name="">
            <a:extLst xmlns:a="http://schemas.openxmlformats.org/drawingml/2006/main">
              <a:ext uri="{FF2B5EF4-FFF2-40B4-BE49-F238E27FC236}">
                <a16:creationId xmlns:a16="http://schemas.microsoft.com/office/drawing/2014/main" id="{419626D4-BF44-42FE-BDCB-AD32BB368888}"/>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01   DONNÉES   /   4 MIN</a:t>
            </a:r>
          </a:p>
        </p:txBody>
      </p:sp>
      <p:sp>
        <p:nvSpPr>
          <p:cNvPr id="4" name="">
            <a:extLst xmlns:a="http://schemas.openxmlformats.org/drawingml/2006/main">
              <a:ext uri="{FF2B5EF4-FFF2-40B4-BE49-F238E27FC236}">
                <a16:creationId xmlns:a16="http://schemas.microsoft.com/office/drawing/2014/main" id="{100BD6C9-46E1-4EC4-A9E5-005401E7A0C7}"/>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04</a:t>
            </a:r>
          </a:p>
        </p:txBody>
      </p:sp>
      <p:sp>
        <p:nvSpPr>
          <p:cNvPr id="5" name="">
            <a:extLst xmlns:a="http://schemas.openxmlformats.org/drawingml/2006/main">
              <a:ext uri="{FF2B5EF4-FFF2-40B4-BE49-F238E27FC236}">
                <a16:creationId xmlns:a16="http://schemas.microsoft.com/office/drawing/2014/main" id="{569551ED-855D-4517-BFF5-6409E5839D1A}"/>
              </a:ext>
            </a:extLst>
          </p:cNvPr>
          <p:cNvSpPr>
            <a:spLocks xmlns:a="http://schemas.openxmlformats.org/drawingml/2006/main" noGrp="1"/>
          </p:cNvSpPr>
          <p:nvPr/>
        </p:nvSpPr>
        <p:spPr>
          <a:xfrm xmlns:a="http://schemas.openxmlformats.org/drawingml/2006/main">
            <a:off x="714375" y="181927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7363A"/>
                </a:solidFill>
              </a:defRPr>
            </a:defPPr>
            <a:lvl1pPr>
              <a:defRPr sz="3000" b="1">
                <a:solidFill>
                  <a:srgbClr val="17363A"/>
                </a:solidFill>
              </a:defRPr>
            </a:lvl1pPr>
            <a:lvl2pPr>
              <a:defRPr sz="3000" b="1">
                <a:solidFill>
                  <a:srgbClr val="17363A"/>
                </a:solidFill>
              </a:defRPr>
            </a:lvl2pPr>
            <a:lvl3pPr>
              <a:defRPr sz="3000" b="1">
                <a:solidFill>
                  <a:srgbClr val="17363A"/>
                </a:solidFill>
              </a:defRPr>
            </a:lvl3pPr>
            <a:lvl4pPr>
              <a:defRPr sz="3000" b="1">
                <a:solidFill>
                  <a:srgbClr val="17363A"/>
                </a:solidFill>
              </a:defRPr>
            </a:lvl4pPr>
            <a:lvl5pPr>
              <a:defRPr sz="3000" b="1">
                <a:solidFill>
                  <a:srgbClr val="17363A"/>
                </a:solidFill>
              </a:defRPr>
            </a:lvl5pPr>
            <a:lvl6pPr>
              <a:defRPr sz="3000" b="1">
                <a:solidFill>
                  <a:srgbClr val="17363A"/>
                </a:solidFill>
              </a:defRPr>
            </a:lvl6pPr>
            <a:lvl7pPr>
              <a:defRPr sz="3000" b="1">
                <a:solidFill>
                  <a:srgbClr val="17363A"/>
                </a:solidFill>
              </a:defRPr>
            </a:lvl7pPr>
            <a:lvl8pPr>
              <a:defRPr sz="3000" b="1">
                <a:solidFill>
                  <a:srgbClr val="17363A"/>
                </a:solidFill>
              </a:defRPr>
            </a:lvl8pPr>
            <a:lvl9pPr>
              <a:defRPr sz="3000" b="1">
                <a:solidFill>
                  <a:srgbClr val="17363A"/>
                </a:solidFill>
              </a:defRPr>
            </a:lvl9pPr>
          </a:lstStyle>
          <a:p xmlns:a="http://schemas.openxmlformats.org/drawingml/2006/main">
            <a:pPr>
              <a:defRPr sz="3000" b="1">
                <a:solidFill>
                  <a:srgbClr val="17363A"/>
                </a:solidFill>
              </a:defRPr>
            </a:pPr>
            <a:r>
              <a:rPr sz="3000" b="1">
                <a:solidFill>
                  <a:srgbClr val="17363A"/>
                </a:solidFill>
              </a:rPr>
              <a:t>Observer les écarts d’émissions</a:t>
            </a:r>
          </a:p>
        </p:txBody>
      </p:sp>
      <p:sp>
        <p:nvSpPr>
          <p:cNvPr id="6" name="">
            <a:extLst xmlns:a="http://schemas.openxmlformats.org/drawingml/2006/main">
              <a:ext uri="{FF2B5EF4-FFF2-40B4-BE49-F238E27FC236}">
                <a16:creationId xmlns:a16="http://schemas.microsoft.com/office/drawing/2014/main" id="{9F360415-3EC7-447A-A09E-9ACFC0512D55}"/>
              </a:ext>
            </a:extLst>
          </p:cNvPr>
          <p:cNvSpPr>
            <a:spLocks xmlns:a="http://schemas.openxmlformats.org/drawingml/2006/main" noGrp="1"/>
          </p:cNvSpPr>
          <p:nvPr/>
        </p:nvSpPr>
        <p:spPr>
          <a:xfrm xmlns:a="http://schemas.openxmlformats.org/drawingml/2006/main">
            <a:off x="742950" y="248602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5A6E71"/>
                </a:solidFill>
              </a:defRPr>
            </a:defPPr>
            <a:lvl1pPr>
              <a:defRPr sz="2250" b="0">
                <a:solidFill>
                  <a:srgbClr val="5A6E71"/>
                </a:solidFill>
              </a:defRPr>
            </a:lvl1pPr>
            <a:lvl2pPr>
              <a:defRPr sz="2250" b="0">
                <a:solidFill>
                  <a:srgbClr val="5A6E71"/>
                </a:solidFill>
              </a:defRPr>
            </a:lvl2pPr>
            <a:lvl3pPr>
              <a:defRPr sz="2250" b="0">
                <a:solidFill>
                  <a:srgbClr val="5A6E71"/>
                </a:solidFill>
              </a:defRPr>
            </a:lvl3pPr>
            <a:lvl4pPr>
              <a:defRPr sz="2250" b="0">
                <a:solidFill>
                  <a:srgbClr val="5A6E71"/>
                </a:solidFill>
              </a:defRPr>
            </a:lvl4pPr>
            <a:lvl5pPr>
              <a:defRPr sz="2250" b="0">
                <a:solidFill>
                  <a:srgbClr val="5A6E71"/>
                </a:solidFill>
              </a:defRPr>
            </a:lvl5pPr>
            <a:lvl6pPr>
              <a:defRPr sz="2250" b="0">
                <a:solidFill>
                  <a:srgbClr val="5A6E71"/>
                </a:solidFill>
              </a:defRPr>
            </a:lvl6pPr>
            <a:lvl7pPr>
              <a:defRPr sz="2250" b="0">
                <a:solidFill>
                  <a:srgbClr val="5A6E71"/>
                </a:solidFill>
              </a:defRPr>
            </a:lvl7pPr>
            <a:lvl8pPr>
              <a:defRPr sz="2250" b="0">
                <a:solidFill>
                  <a:srgbClr val="5A6E71"/>
                </a:solidFill>
              </a:defRPr>
            </a:lvl8pPr>
            <a:lvl9pPr>
              <a:defRPr sz="2250" b="0">
                <a:solidFill>
                  <a:srgbClr val="5A6E71"/>
                </a:solidFill>
              </a:defRPr>
            </a:lvl9pPr>
          </a:lstStyle>
          <a:p xmlns:a="http://schemas.openxmlformats.org/drawingml/2006/main">
            <a:pPr>
              <a:defRPr sz="2250" b="0">
                <a:solidFill>
                  <a:srgbClr val="5A6E71"/>
                </a:solidFill>
              </a:defRPr>
            </a:pPr>
            <a:r>
              <a:rPr sz="2250" b="0">
                <a:solidFill>
                  <a:srgbClr val="5A6E71"/>
                </a:solidFill>
              </a:rPr>
              <a:t>Quelles caractéristiques les accompagnent ?</a:t>
            </a:r>
          </a:p>
        </p:txBody>
      </p:sp>
      <p:sp>
        <p:nvSpPr>
          <p:cNvPr id="7" name="">
            <a:extLst xmlns:a="http://schemas.openxmlformats.org/drawingml/2006/main">
              <a:ext uri="{FF2B5EF4-FFF2-40B4-BE49-F238E27FC236}">
                <a16:creationId xmlns:a16="http://schemas.microsoft.com/office/drawing/2014/main" id="{4FF1D4EB-2395-499D-AD71-80825953C41E}"/>
              </a:ext>
            </a:extLst>
          </p:cNvPr>
          <p:cNvSpPr>
            <a:spLocks xmlns:a="http://schemas.openxmlformats.org/drawingml/2006/main" noGrp="1"/>
          </p:cNvSpPr>
          <p:nvPr/>
        </p:nvSpPr>
        <p:spPr>
          <a:xfrm xmlns:a="http://schemas.openxmlformats.org/drawingml/2006/main">
            <a:off x="714375" y="34290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008C85"/>
                </a:solidFill>
              </a:defRPr>
            </a:defPPr>
            <a:lvl1pPr>
              <a:defRPr sz="3000" b="1">
                <a:solidFill>
                  <a:srgbClr val="008C85"/>
                </a:solidFill>
              </a:defRPr>
            </a:lvl1pPr>
            <a:lvl2pPr>
              <a:defRPr sz="3000" b="1">
                <a:solidFill>
                  <a:srgbClr val="008C85"/>
                </a:solidFill>
              </a:defRPr>
            </a:lvl2pPr>
            <a:lvl3pPr>
              <a:defRPr sz="3000" b="1">
                <a:solidFill>
                  <a:srgbClr val="008C85"/>
                </a:solidFill>
              </a:defRPr>
            </a:lvl3pPr>
            <a:lvl4pPr>
              <a:defRPr sz="3000" b="1">
                <a:solidFill>
                  <a:srgbClr val="008C85"/>
                </a:solidFill>
              </a:defRPr>
            </a:lvl4pPr>
            <a:lvl5pPr>
              <a:defRPr sz="3000" b="1">
                <a:solidFill>
                  <a:srgbClr val="008C85"/>
                </a:solidFill>
              </a:defRPr>
            </a:lvl5pPr>
            <a:lvl6pPr>
              <a:defRPr sz="3000" b="1">
                <a:solidFill>
                  <a:srgbClr val="008C85"/>
                </a:solidFill>
              </a:defRPr>
            </a:lvl6pPr>
            <a:lvl7pPr>
              <a:defRPr sz="3000" b="1">
                <a:solidFill>
                  <a:srgbClr val="008C85"/>
                </a:solidFill>
              </a:defRPr>
            </a:lvl7pPr>
            <a:lvl8pPr>
              <a:defRPr sz="3000" b="1">
                <a:solidFill>
                  <a:srgbClr val="008C85"/>
                </a:solidFill>
              </a:defRPr>
            </a:lvl8pPr>
            <a:lvl9pPr>
              <a:defRPr sz="3000" b="1">
                <a:solidFill>
                  <a:srgbClr val="008C85"/>
                </a:solidFill>
              </a:defRPr>
            </a:lvl9pPr>
          </a:lstStyle>
          <a:p xmlns:a="http://schemas.openxmlformats.org/drawingml/2006/main">
            <a:pPr>
              <a:defRPr sz="3000" b="1">
                <a:solidFill>
                  <a:srgbClr val="008C85"/>
                </a:solidFill>
              </a:defRPr>
            </a:pPr>
            <a:r>
              <a:rPr sz="3000" b="1">
                <a:solidFill>
                  <a:srgbClr val="008C85"/>
                </a:solidFill>
              </a:rPr>
              <a:t>Estimer le CO₂ d’une autre famille</a:t>
            </a:r>
          </a:p>
        </p:txBody>
      </p:sp>
      <p:sp>
        <p:nvSpPr>
          <p:cNvPr id="8" name="">
            <a:extLst xmlns:a="http://schemas.openxmlformats.org/drawingml/2006/main">
              <a:ext uri="{FF2B5EF4-FFF2-40B4-BE49-F238E27FC236}">
                <a16:creationId xmlns:a16="http://schemas.microsoft.com/office/drawing/2014/main" id="{CFCFC78B-D6B4-41ED-B74C-C60BBEC15381}"/>
              </a:ext>
            </a:extLst>
          </p:cNvPr>
          <p:cNvSpPr>
            <a:spLocks xmlns:a="http://schemas.openxmlformats.org/drawingml/2006/main" noGrp="1"/>
          </p:cNvSpPr>
          <p:nvPr/>
        </p:nvSpPr>
        <p:spPr>
          <a:xfrm xmlns:a="http://schemas.openxmlformats.org/drawingml/2006/main">
            <a:off x="714375" y="46101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4179B7"/>
                </a:solidFill>
              </a:defRPr>
            </a:defPPr>
            <a:lvl1pPr>
              <a:defRPr sz="3000" b="1">
                <a:solidFill>
                  <a:srgbClr val="4179B7"/>
                </a:solidFill>
              </a:defRPr>
            </a:lvl1pPr>
            <a:lvl2pPr>
              <a:defRPr sz="3000" b="1">
                <a:solidFill>
                  <a:srgbClr val="4179B7"/>
                </a:solidFill>
              </a:defRPr>
            </a:lvl2pPr>
            <a:lvl3pPr>
              <a:defRPr sz="3000" b="1">
                <a:solidFill>
                  <a:srgbClr val="4179B7"/>
                </a:solidFill>
              </a:defRPr>
            </a:lvl3pPr>
            <a:lvl4pPr>
              <a:defRPr sz="3000" b="1">
                <a:solidFill>
                  <a:srgbClr val="4179B7"/>
                </a:solidFill>
              </a:defRPr>
            </a:lvl4pPr>
            <a:lvl5pPr>
              <a:defRPr sz="3000" b="1">
                <a:solidFill>
                  <a:srgbClr val="4179B7"/>
                </a:solidFill>
              </a:defRPr>
            </a:lvl5pPr>
            <a:lvl6pPr>
              <a:defRPr sz="3000" b="1">
                <a:solidFill>
                  <a:srgbClr val="4179B7"/>
                </a:solidFill>
              </a:defRPr>
            </a:lvl6pPr>
            <a:lvl7pPr>
              <a:defRPr sz="3000" b="1">
                <a:solidFill>
                  <a:srgbClr val="4179B7"/>
                </a:solidFill>
              </a:defRPr>
            </a:lvl7pPr>
            <a:lvl8pPr>
              <a:defRPr sz="3000" b="1">
                <a:solidFill>
                  <a:srgbClr val="4179B7"/>
                </a:solidFill>
              </a:defRPr>
            </a:lvl8pPr>
            <a:lvl9pPr>
              <a:defRPr sz="3000" b="1">
                <a:solidFill>
                  <a:srgbClr val="4179B7"/>
                </a:solidFill>
              </a:defRPr>
            </a:lvl9pPr>
          </a:lstStyle>
          <a:p xmlns:a="http://schemas.openxmlformats.org/drawingml/2006/main">
            <a:pPr>
              <a:defRPr sz="3000" b="1">
                <a:solidFill>
                  <a:srgbClr val="4179B7"/>
                </a:solidFill>
              </a:defRPr>
            </a:pPr>
            <a:r>
              <a:rPr sz="3000" b="1">
                <a:solidFill>
                  <a:srgbClr val="4179B7"/>
                </a:solidFill>
              </a:rPr>
              <a:t>Quels profils techniques se ressemblent ?</a:t>
            </a:r>
          </a:p>
        </p:txBody>
      </p:sp>
    </p:spTree>
    <p:extLst>
      <p:ext uri="{BB962C8B-B14F-4D97-AF65-F5344CB8AC3E}">
        <p14:creationId xmlns:p14="http://schemas.microsoft.com/office/powerpoint/2010/main" val="1932553969"/>
      </p:ext>
    </p:extLst>
  </p:cSld>
</p:sld>
</file>

<file path=ppt/slides/slide5.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8745BFAA-2033-43A6-B976-0E49217F17B9}"/>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Prédire le CO₂ de familles différentes</a:t>
            </a:r>
          </a:p>
        </p:txBody>
      </p:sp>
      <p:sp>
        <p:nvSpPr>
          <p:cNvPr id="3" name="">
            <a:extLst xmlns:a="http://schemas.openxmlformats.org/drawingml/2006/main">
              <a:ext uri="{FF2B5EF4-FFF2-40B4-BE49-F238E27FC236}">
                <a16:creationId xmlns:a16="http://schemas.microsoft.com/office/drawing/2014/main" id="{FBD94574-7452-4545-AAFA-42E0112860A1}"/>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02   SUPERVISÉ   /   5 MIN</a:t>
            </a:r>
          </a:p>
        </p:txBody>
      </p:sp>
      <p:sp>
        <p:nvSpPr>
          <p:cNvPr id="4" name="">
            <a:extLst xmlns:a="http://schemas.openxmlformats.org/drawingml/2006/main">
              <a:ext uri="{FF2B5EF4-FFF2-40B4-BE49-F238E27FC236}">
                <a16:creationId xmlns:a16="http://schemas.microsoft.com/office/drawing/2014/main" id="{1ACD668C-C02A-4D75-A554-48D70099FCF6}"/>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05</a:t>
            </a:r>
          </a:p>
        </p:txBody>
      </p:sp>
      <p:sp>
        <p:nvSpPr>
          <p:cNvPr id="5" name="">
            <a:extLst xmlns:a="http://schemas.openxmlformats.org/drawingml/2006/main">
              <a:ext uri="{FF2B5EF4-FFF2-40B4-BE49-F238E27FC236}">
                <a16:creationId xmlns:a16="http://schemas.microsoft.com/office/drawing/2014/main" id="{1CCD62E6-7EE5-4C44-B382-37A8E66E039C}"/>
              </a:ext>
            </a:extLst>
          </p:cNvPr>
          <p:cNvSpPr>
            <a:spLocks xmlns:a="http://schemas.openxmlformats.org/drawingml/2006/main" noGrp="1"/>
          </p:cNvSpPr>
          <p:nvPr/>
        </p:nvSpPr>
        <p:spPr>
          <a:xfrm xmlns:a="http://schemas.openxmlformats.org/drawingml/2006/main">
            <a:off x="723900" y="1762125"/>
            <a:ext cx="95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008C85"/>
                </a:solidFill>
              </a:defRPr>
            </a:defPPr>
            <a:lvl1pPr>
              <a:defRPr sz="4125" b="1">
                <a:solidFill>
                  <a:srgbClr val="008C85"/>
                </a:solidFill>
              </a:defRPr>
            </a:lvl1pPr>
            <a:lvl2pPr>
              <a:defRPr sz="4125" b="1">
                <a:solidFill>
                  <a:srgbClr val="008C85"/>
                </a:solidFill>
              </a:defRPr>
            </a:lvl2pPr>
            <a:lvl3pPr>
              <a:defRPr sz="4125" b="1">
                <a:solidFill>
                  <a:srgbClr val="008C85"/>
                </a:solidFill>
              </a:defRPr>
            </a:lvl3pPr>
            <a:lvl4pPr>
              <a:defRPr sz="4125" b="1">
                <a:solidFill>
                  <a:srgbClr val="008C85"/>
                </a:solidFill>
              </a:defRPr>
            </a:lvl4pPr>
            <a:lvl5pPr>
              <a:defRPr sz="4125" b="1">
                <a:solidFill>
                  <a:srgbClr val="008C85"/>
                </a:solidFill>
              </a:defRPr>
            </a:lvl5pPr>
            <a:lvl6pPr>
              <a:defRPr sz="4125" b="1">
                <a:solidFill>
                  <a:srgbClr val="008C85"/>
                </a:solidFill>
              </a:defRPr>
            </a:lvl6pPr>
            <a:lvl7pPr>
              <a:defRPr sz="4125" b="1">
                <a:solidFill>
                  <a:srgbClr val="008C85"/>
                </a:solidFill>
              </a:defRPr>
            </a:lvl7pPr>
            <a:lvl8pPr>
              <a:defRPr sz="4125" b="1">
                <a:solidFill>
                  <a:srgbClr val="008C85"/>
                </a:solidFill>
              </a:defRPr>
            </a:lvl8pPr>
            <a:lvl9pPr>
              <a:defRPr sz="4125" b="1">
                <a:solidFill>
                  <a:srgbClr val="008C85"/>
                </a:solidFill>
              </a:defRPr>
            </a:lvl9pPr>
          </a:lstStyle>
          <a:p xmlns:a="http://schemas.openxmlformats.org/drawingml/2006/main">
            <a:pPr>
              <a:defRPr sz="4125" b="1">
                <a:solidFill>
                  <a:srgbClr val="008C85"/>
                </a:solidFill>
              </a:defRPr>
            </a:pPr>
            <a:r>
              <a:rPr sz="4125" b="1">
                <a:solidFill>
                  <a:srgbClr val="008C85"/>
                </a:solidFill>
              </a:rPr>
              <a:t>X</a:t>
            </a:r>
          </a:p>
        </p:txBody>
      </p:sp>
      <p:sp>
        <p:nvSpPr>
          <p:cNvPr id="6" name="">
            <a:extLst xmlns:a="http://schemas.openxmlformats.org/drawingml/2006/main">
              <a:ext uri="{FF2B5EF4-FFF2-40B4-BE49-F238E27FC236}">
                <a16:creationId xmlns:a16="http://schemas.microsoft.com/office/drawing/2014/main" id="{F0CB9E8F-3C42-446E-A745-663F15056A9B}"/>
              </a:ext>
            </a:extLst>
          </p:cNvPr>
          <p:cNvSpPr>
            <a:spLocks xmlns:a="http://schemas.openxmlformats.org/drawingml/2006/main" noGrp="1"/>
          </p:cNvSpPr>
          <p:nvPr/>
        </p:nvSpPr>
        <p:spPr>
          <a:xfrm xmlns:a="http://schemas.openxmlformats.org/drawingml/2006/main">
            <a:off x="1714500" y="1838325"/>
            <a:ext cx="6953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7363A"/>
                </a:solidFill>
              </a:defRPr>
            </a:defPPr>
            <a:lvl1pPr>
              <a:defRPr sz="2550" b="0">
                <a:solidFill>
                  <a:srgbClr val="17363A"/>
                </a:solidFill>
              </a:defRPr>
            </a:lvl1pPr>
            <a:lvl2pPr>
              <a:defRPr sz="2550" b="0">
                <a:solidFill>
                  <a:srgbClr val="17363A"/>
                </a:solidFill>
              </a:defRPr>
            </a:lvl2pPr>
            <a:lvl3pPr>
              <a:defRPr sz="2550" b="0">
                <a:solidFill>
                  <a:srgbClr val="17363A"/>
                </a:solidFill>
              </a:defRPr>
            </a:lvl3pPr>
            <a:lvl4pPr>
              <a:defRPr sz="2550" b="0">
                <a:solidFill>
                  <a:srgbClr val="17363A"/>
                </a:solidFill>
              </a:defRPr>
            </a:lvl4pPr>
            <a:lvl5pPr>
              <a:defRPr sz="2550" b="0">
                <a:solidFill>
                  <a:srgbClr val="17363A"/>
                </a:solidFill>
              </a:defRPr>
            </a:lvl5pPr>
            <a:lvl6pPr>
              <a:defRPr sz="2550" b="0">
                <a:solidFill>
                  <a:srgbClr val="17363A"/>
                </a:solidFill>
              </a:defRPr>
            </a:lvl6pPr>
            <a:lvl7pPr>
              <a:defRPr sz="2550" b="0">
                <a:solidFill>
                  <a:srgbClr val="17363A"/>
                </a:solidFill>
              </a:defRPr>
            </a:lvl7pPr>
            <a:lvl8pPr>
              <a:defRPr sz="2550" b="0">
                <a:solidFill>
                  <a:srgbClr val="17363A"/>
                </a:solidFill>
              </a:defRPr>
            </a:lvl8pPr>
            <a:lvl9pPr>
              <a:defRPr sz="2550" b="0">
                <a:solidFill>
                  <a:srgbClr val="17363A"/>
                </a:solidFill>
              </a:defRPr>
            </a:lvl9pPr>
          </a:lstStyle>
          <a:p xmlns:a="http://schemas.openxmlformats.org/drawingml/2006/main">
            <a:pPr>
              <a:defRPr sz="2550" b="0">
                <a:solidFill>
                  <a:srgbClr val="17363A"/>
                </a:solidFill>
              </a:defRPr>
            </a:pPr>
            <a:r>
              <a:rPr sz="2550" b="0">
                <a:solidFill>
                  <a:srgbClr val="17363A"/>
                </a:solidFill>
              </a:rPr>
              <a:t>Puissance, masse</a:t>
            </a:r>
          </a:p>
          <a:p xmlns:a="http://schemas.openxmlformats.org/drawingml/2006/main">
            <a:pPr>
              <a:defRPr sz="2550" b="0">
                <a:solidFill>
                  <a:srgbClr val="17363A"/>
                </a:solidFill>
              </a:defRPr>
            </a:pPr>
            <a:r>
              <a:rPr sz="2550" b="0">
                <a:solidFill>
                  <a:srgbClr val="17363A"/>
                </a:solidFill>
              </a:rPr>
              <a:t>Énergie, hybride, boîte</a:t>
            </a:r>
          </a:p>
        </p:txBody>
      </p:sp>
      <p:sp>
        <p:nvSpPr>
          <p:cNvPr id="7" name="">
            <a:extLst xmlns:a="http://schemas.openxmlformats.org/drawingml/2006/main">
              <a:ext uri="{FF2B5EF4-FFF2-40B4-BE49-F238E27FC236}">
                <a16:creationId xmlns:a16="http://schemas.microsoft.com/office/drawing/2014/main" id="{B399D5D6-B180-40F8-BA22-01766556865A}"/>
              </a:ext>
            </a:extLst>
          </p:cNvPr>
          <p:cNvSpPr>
            <a:spLocks xmlns:a="http://schemas.openxmlformats.org/drawingml/2006/main" noGrp="1"/>
          </p:cNvSpPr>
          <p:nvPr/>
        </p:nvSpPr>
        <p:spPr>
          <a:xfrm xmlns:a="http://schemas.openxmlformats.org/drawingml/2006/main">
            <a:off x="723900" y="3181350"/>
            <a:ext cx="95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DE8736"/>
                </a:solidFill>
              </a:defRPr>
            </a:defPPr>
            <a:lvl1pPr>
              <a:defRPr sz="4125" b="1">
                <a:solidFill>
                  <a:srgbClr val="DE8736"/>
                </a:solidFill>
              </a:defRPr>
            </a:lvl1pPr>
            <a:lvl2pPr>
              <a:defRPr sz="4125" b="1">
                <a:solidFill>
                  <a:srgbClr val="DE8736"/>
                </a:solidFill>
              </a:defRPr>
            </a:lvl2pPr>
            <a:lvl3pPr>
              <a:defRPr sz="4125" b="1">
                <a:solidFill>
                  <a:srgbClr val="DE8736"/>
                </a:solidFill>
              </a:defRPr>
            </a:lvl3pPr>
            <a:lvl4pPr>
              <a:defRPr sz="4125" b="1">
                <a:solidFill>
                  <a:srgbClr val="DE8736"/>
                </a:solidFill>
              </a:defRPr>
            </a:lvl4pPr>
            <a:lvl5pPr>
              <a:defRPr sz="4125" b="1">
                <a:solidFill>
                  <a:srgbClr val="DE8736"/>
                </a:solidFill>
              </a:defRPr>
            </a:lvl5pPr>
            <a:lvl6pPr>
              <a:defRPr sz="4125" b="1">
                <a:solidFill>
                  <a:srgbClr val="DE8736"/>
                </a:solidFill>
              </a:defRPr>
            </a:lvl6pPr>
            <a:lvl7pPr>
              <a:defRPr sz="4125" b="1">
                <a:solidFill>
                  <a:srgbClr val="DE8736"/>
                </a:solidFill>
              </a:defRPr>
            </a:lvl7pPr>
            <a:lvl8pPr>
              <a:defRPr sz="4125" b="1">
                <a:solidFill>
                  <a:srgbClr val="DE8736"/>
                </a:solidFill>
              </a:defRPr>
            </a:lvl8pPr>
            <a:lvl9pPr>
              <a:defRPr sz="4125" b="1">
                <a:solidFill>
                  <a:srgbClr val="DE8736"/>
                </a:solidFill>
              </a:defRPr>
            </a:lvl9pPr>
          </a:lstStyle>
          <a:p xmlns:a="http://schemas.openxmlformats.org/drawingml/2006/main">
            <a:pPr>
              <a:defRPr sz="4125" b="1">
                <a:solidFill>
                  <a:srgbClr val="DE8736"/>
                </a:solidFill>
              </a:defRPr>
            </a:pPr>
            <a:r>
              <a:rPr sz="4125" b="1">
                <a:solidFill>
                  <a:srgbClr val="DE8736"/>
                </a:solidFill>
              </a:rPr>
              <a:t>y</a:t>
            </a:r>
          </a:p>
        </p:txBody>
      </p:sp>
      <p:sp>
        <p:nvSpPr>
          <p:cNvPr id="8" name="">
            <a:extLst xmlns:a="http://schemas.openxmlformats.org/drawingml/2006/main">
              <a:ext uri="{FF2B5EF4-FFF2-40B4-BE49-F238E27FC236}">
                <a16:creationId xmlns:a16="http://schemas.microsoft.com/office/drawing/2014/main" id="{758AEBD2-D076-4150-8E79-BF05FD9FD275}"/>
              </a:ext>
            </a:extLst>
          </p:cNvPr>
          <p:cNvSpPr>
            <a:spLocks xmlns:a="http://schemas.openxmlformats.org/drawingml/2006/main" noGrp="1"/>
          </p:cNvSpPr>
          <p:nvPr/>
        </p:nvSpPr>
        <p:spPr>
          <a:xfrm xmlns:a="http://schemas.openxmlformats.org/drawingml/2006/main">
            <a:off x="1714500" y="3267075"/>
            <a:ext cx="857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0">
                <a:solidFill>
                  <a:srgbClr val="17363A"/>
                </a:solidFill>
              </a:defRPr>
            </a:defPPr>
            <a:lvl1pPr>
              <a:defRPr sz="2850" b="0">
                <a:solidFill>
                  <a:srgbClr val="17363A"/>
                </a:solidFill>
              </a:defRPr>
            </a:lvl1pPr>
            <a:lvl2pPr>
              <a:defRPr sz="2850" b="0">
                <a:solidFill>
                  <a:srgbClr val="17363A"/>
                </a:solidFill>
              </a:defRPr>
            </a:lvl2pPr>
            <a:lvl3pPr>
              <a:defRPr sz="2850" b="0">
                <a:solidFill>
                  <a:srgbClr val="17363A"/>
                </a:solidFill>
              </a:defRPr>
            </a:lvl3pPr>
            <a:lvl4pPr>
              <a:defRPr sz="2850" b="0">
                <a:solidFill>
                  <a:srgbClr val="17363A"/>
                </a:solidFill>
              </a:defRPr>
            </a:lvl4pPr>
            <a:lvl5pPr>
              <a:defRPr sz="2850" b="0">
                <a:solidFill>
                  <a:srgbClr val="17363A"/>
                </a:solidFill>
              </a:defRPr>
            </a:lvl5pPr>
            <a:lvl6pPr>
              <a:defRPr sz="2850" b="0">
                <a:solidFill>
                  <a:srgbClr val="17363A"/>
                </a:solidFill>
              </a:defRPr>
            </a:lvl6pPr>
            <a:lvl7pPr>
              <a:defRPr sz="2850" b="0">
                <a:solidFill>
                  <a:srgbClr val="17363A"/>
                </a:solidFill>
              </a:defRPr>
            </a:lvl7pPr>
            <a:lvl8pPr>
              <a:defRPr sz="2850" b="0">
                <a:solidFill>
                  <a:srgbClr val="17363A"/>
                </a:solidFill>
              </a:defRPr>
            </a:lvl8pPr>
            <a:lvl9pPr>
              <a:defRPr sz="2850" b="0">
                <a:solidFill>
                  <a:srgbClr val="17363A"/>
                </a:solidFill>
              </a:defRPr>
            </a:lvl9pPr>
          </a:lstStyle>
          <a:p xmlns:a="http://schemas.openxmlformats.org/drawingml/2006/main">
            <a:pPr>
              <a:defRPr sz="2850" b="0">
                <a:solidFill>
                  <a:srgbClr val="17363A"/>
                </a:solidFill>
              </a:defRPr>
            </a:pPr>
            <a:r>
              <a:rPr sz="2850" b="0">
                <a:solidFill>
                  <a:srgbClr val="17363A"/>
                </a:solidFill>
              </a:rPr>
              <a:t>CO₂ déclaré (g/km)</a:t>
            </a:r>
          </a:p>
        </p:txBody>
      </p:sp>
      <p:sp>
        <p:nvSpPr>
          <p:cNvPr id="9" name="">
            <a:extLst xmlns:a="http://schemas.openxmlformats.org/drawingml/2006/main">
              <a:ext uri="{FF2B5EF4-FFF2-40B4-BE49-F238E27FC236}">
                <a16:creationId xmlns:a16="http://schemas.microsoft.com/office/drawing/2014/main" id="{3EE64210-F295-4ED3-80A2-5C6766D10B4C}"/>
              </a:ext>
            </a:extLst>
          </p:cNvPr>
          <p:cNvSpPr>
            <a:spLocks xmlns:a="http://schemas.openxmlformats.org/drawingml/2006/main" noGrp="1"/>
          </p:cNvSpPr>
          <p:nvPr/>
        </p:nvSpPr>
        <p:spPr>
          <a:xfrm xmlns:a="http://schemas.openxmlformats.org/drawingml/2006/main">
            <a:off x="723900" y="44386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ENTRAÎNEMENT</a:t>
            </a:r>
          </a:p>
        </p:txBody>
      </p:sp>
      <p:sp>
        <p:nvSpPr>
          <p:cNvPr id="10" name="">
            <a:extLst xmlns:a="http://schemas.openxmlformats.org/drawingml/2006/main">
              <a:ext uri="{FF2B5EF4-FFF2-40B4-BE49-F238E27FC236}">
                <a16:creationId xmlns:a16="http://schemas.microsoft.com/office/drawing/2014/main" id="{E0A14260-CE31-4041-B466-7DAF1EF7942B}"/>
              </a:ext>
            </a:extLst>
          </p:cNvPr>
          <p:cNvSpPr>
            <a:spLocks xmlns:a="http://schemas.openxmlformats.org/drawingml/2006/main" noGrp="1"/>
          </p:cNvSpPr>
          <p:nvPr/>
        </p:nvSpPr>
        <p:spPr>
          <a:xfrm xmlns:a="http://schemas.openxmlformats.org/drawingml/2006/main">
            <a:off x="723900" y="4895850"/>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63A"/>
                </a:solidFill>
              </a:defRPr>
            </a:defPPr>
            <a:lvl1pPr>
              <a:defRPr sz="2100" b="0">
                <a:solidFill>
                  <a:srgbClr val="17363A"/>
                </a:solidFill>
              </a:defRPr>
            </a:lvl1pPr>
            <a:lvl2pPr>
              <a:defRPr sz="2100" b="0">
                <a:solidFill>
                  <a:srgbClr val="17363A"/>
                </a:solidFill>
              </a:defRPr>
            </a:lvl2pPr>
            <a:lvl3pPr>
              <a:defRPr sz="2100" b="0">
                <a:solidFill>
                  <a:srgbClr val="17363A"/>
                </a:solidFill>
              </a:defRPr>
            </a:lvl3pPr>
            <a:lvl4pPr>
              <a:defRPr sz="2100" b="0">
                <a:solidFill>
                  <a:srgbClr val="17363A"/>
                </a:solidFill>
              </a:defRPr>
            </a:lvl4pPr>
            <a:lvl5pPr>
              <a:defRPr sz="2100" b="0">
                <a:solidFill>
                  <a:srgbClr val="17363A"/>
                </a:solidFill>
              </a:defRPr>
            </a:lvl5pPr>
            <a:lvl6pPr>
              <a:defRPr sz="2100" b="0">
                <a:solidFill>
                  <a:srgbClr val="17363A"/>
                </a:solidFill>
              </a:defRPr>
            </a:lvl6pPr>
            <a:lvl7pPr>
              <a:defRPr sz="2100" b="0">
                <a:solidFill>
                  <a:srgbClr val="17363A"/>
                </a:solidFill>
              </a:defRPr>
            </a:lvl7pPr>
            <a:lvl8pPr>
              <a:defRPr sz="2100" b="0">
                <a:solidFill>
                  <a:srgbClr val="17363A"/>
                </a:solidFill>
              </a:defRPr>
            </a:lvl8pPr>
            <a:lvl9pPr>
              <a:defRPr sz="2100" b="0">
                <a:solidFill>
                  <a:srgbClr val="17363A"/>
                </a:solidFill>
              </a:defRPr>
            </a:lvl9pPr>
          </a:lstStyle>
          <a:p xmlns:a="http://schemas.openxmlformats.org/drawingml/2006/main">
            <a:pPr>
              <a:defRPr sz="2100" b="0">
                <a:solidFill>
                  <a:srgbClr val="17363A"/>
                </a:solidFill>
              </a:defRPr>
            </a:pPr>
            <a:r>
              <a:rPr sz="2100" b="0">
                <a:solidFill>
                  <a:srgbClr val="17363A"/>
                </a:solidFill>
              </a:rPr>
              <a:t>Validation groupée à 5 plis</a:t>
            </a:r>
          </a:p>
        </p:txBody>
      </p:sp>
      <p:sp>
        <p:nvSpPr>
          <p:cNvPr id="11" name="">
            <a:extLst xmlns:a="http://schemas.openxmlformats.org/drawingml/2006/main">
              <a:ext uri="{FF2B5EF4-FFF2-40B4-BE49-F238E27FC236}">
                <a16:creationId xmlns:a16="http://schemas.microsoft.com/office/drawing/2014/main" id="{091D431F-52C3-49CE-8711-926C78643BB9}"/>
              </a:ext>
            </a:extLst>
          </p:cNvPr>
          <p:cNvSpPr>
            <a:spLocks xmlns:a="http://schemas.openxmlformats.org/drawingml/2006/main" noGrp="1"/>
          </p:cNvSpPr>
          <p:nvPr/>
        </p:nvSpPr>
        <p:spPr>
          <a:xfrm xmlns:a="http://schemas.openxmlformats.org/drawingml/2006/main">
            <a:off x="7200900" y="4438650"/>
            <a:ext cx="419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DE8736"/>
                </a:solidFill>
              </a:defRPr>
            </a:defPPr>
            <a:lvl1pPr>
              <a:defRPr sz="1950" b="1">
                <a:solidFill>
                  <a:srgbClr val="DE8736"/>
                </a:solidFill>
              </a:defRPr>
            </a:lvl1pPr>
            <a:lvl2pPr>
              <a:defRPr sz="1950" b="1">
                <a:solidFill>
                  <a:srgbClr val="DE8736"/>
                </a:solidFill>
              </a:defRPr>
            </a:lvl2pPr>
            <a:lvl3pPr>
              <a:defRPr sz="1950" b="1">
                <a:solidFill>
                  <a:srgbClr val="DE8736"/>
                </a:solidFill>
              </a:defRPr>
            </a:lvl3pPr>
            <a:lvl4pPr>
              <a:defRPr sz="1950" b="1">
                <a:solidFill>
                  <a:srgbClr val="DE8736"/>
                </a:solidFill>
              </a:defRPr>
            </a:lvl4pPr>
            <a:lvl5pPr>
              <a:defRPr sz="1950" b="1">
                <a:solidFill>
                  <a:srgbClr val="DE8736"/>
                </a:solidFill>
              </a:defRPr>
            </a:lvl5pPr>
            <a:lvl6pPr>
              <a:defRPr sz="1950" b="1">
                <a:solidFill>
                  <a:srgbClr val="DE8736"/>
                </a:solidFill>
              </a:defRPr>
            </a:lvl6pPr>
            <a:lvl7pPr>
              <a:defRPr sz="1950" b="1">
                <a:solidFill>
                  <a:srgbClr val="DE8736"/>
                </a:solidFill>
              </a:defRPr>
            </a:lvl7pPr>
            <a:lvl8pPr>
              <a:defRPr sz="1950" b="1">
                <a:solidFill>
                  <a:srgbClr val="DE8736"/>
                </a:solidFill>
              </a:defRPr>
            </a:lvl8pPr>
            <a:lvl9pPr>
              <a:defRPr sz="1950" b="1">
                <a:solidFill>
                  <a:srgbClr val="DE8736"/>
                </a:solidFill>
              </a:defRPr>
            </a:lvl9pPr>
          </a:lstStyle>
          <a:p xmlns:a="http://schemas.openxmlformats.org/drawingml/2006/main">
            <a:pPr>
              <a:defRPr sz="1950" b="1">
                <a:solidFill>
                  <a:srgbClr val="DE8736"/>
                </a:solidFill>
              </a:defRPr>
            </a:pPr>
            <a:r>
              <a:rPr sz="1950" b="1">
                <a:solidFill>
                  <a:srgbClr val="DE8736"/>
                </a:solidFill>
              </a:rPr>
              <a:t>TEST FAMILIAL</a:t>
            </a:r>
          </a:p>
        </p:txBody>
      </p:sp>
      <p:sp>
        <p:nvSpPr>
          <p:cNvPr id="12" name="">
            <a:extLst xmlns:a="http://schemas.openxmlformats.org/drawingml/2006/main">
              <a:ext uri="{FF2B5EF4-FFF2-40B4-BE49-F238E27FC236}">
                <a16:creationId xmlns:a16="http://schemas.microsoft.com/office/drawing/2014/main" id="{9C290B4B-57B6-44FC-AC0C-90D7DB1866A9}"/>
              </a:ext>
            </a:extLst>
          </p:cNvPr>
          <p:cNvSpPr>
            <a:spLocks xmlns:a="http://schemas.openxmlformats.org/drawingml/2006/main" noGrp="1"/>
          </p:cNvSpPr>
          <p:nvPr/>
        </p:nvSpPr>
        <p:spPr>
          <a:xfrm xmlns:a="http://schemas.openxmlformats.org/drawingml/2006/main">
            <a:off x="7200900" y="4895850"/>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63A"/>
                </a:solidFill>
              </a:defRPr>
            </a:defPPr>
            <a:lvl1pPr>
              <a:defRPr sz="2100" b="0">
                <a:solidFill>
                  <a:srgbClr val="17363A"/>
                </a:solidFill>
              </a:defRPr>
            </a:lvl1pPr>
            <a:lvl2pPr>
              <a:defRPr sz="2100" b="0">
                <a:solidFill>
                  <a:srgbClr val="17363A"/>
                </a:solidFill>
              </a:defRPr>
            </a:lvl2pPr>
            <a:lvl3pPr>
              <a:defRPr sz="2100" b="0">
                <a:solidFill>
                  <a:srgbClr val="17363A"/>
                </a:solidFill>
              </a:defRPr>
            </a:lvl3pPr>
            <a:lvl4pPr>
              <a:defRPr sz="2100" b="0">
                <a:solidFill>
                  <a:srgbClr val="17363A"/>
                </a:solidFill>
              </a:defRPr>
            </a:lvl4pPr>
            <a:lvl5pPr>
              <a:defRPr sz="2100" b="0">
                <a:solidFill>
                  <a:srgbClr val="17363A"/>
                </a:solidFill>
              </a:defRPr>
            </a:lvl5pPr>
            <a:lvl6pPr>
              <a:defRPr sz="2100" b="0">
                <a:solidFill>
                  <a:srgbClr val="17363A"/>
                </a:solidFill>
              </a:defRPr>
            </a:lvl6pPr>
            <a:lvl7pPr>
              <a:defRPr sz="2100" b="0">
                <a:solidFill>
                  <a:srgbClr val="17363A"/>
                </a:solidFill>
              </a:defRPr>
            </a:lvl7pPr>
            <a:lvl8pPr>
              <a:defRPr sz="2100" b="0">
                <a:solidFill>
                  <a:srgbClr val="17363A"/>
                </a:solidFill>
              </a:defRPr>
            </a:lvl8pPr>
            <a:lvl9pPr>
              <a:defRPr sz="2100" b="0">
                <a:solidFill>
                  <a:srgbClr val="17363A"/>
                </a:solidFill>
              </a:defRPr>
            </a:lvl9pPr>
          </a:lstStyle>
          <a:p xmlns:a="http://schemas.openxmlformats.org/drawingml/2006/main">
            <a:pPr>
              <a:defRPr sz="2100" b="0">
                <a:solidFill>
                  <a:srgbClr val="17363A"/>
                </a:solidFill>
              </a:defRPr>
            </a:pPr>
            <a:r>
              <a:rPr sz="2100" b="0">
                <a:solidFill>
                  <a:srgbClr val="17363A"/>
                </a:solidFill>
              </a:rPr>
              <a:t>Familles distinctes</a:t>
            </a:r>
          </a:p>
        </p:txBody>
      </p:sp>
      <p:sp>
        <p:nvSpPr>
          <p:cNvPr id="13" name="">
            <a:extLst xmlns:a="http://schemas.openxmlformats.org/drawingml/2006/main">
              <a:ext uri="{FF2B5EF4-FFF2-40B4-BE49-F238E27FC236}">
                <a16:creationId xmlns:a16="http://schemas.microsoft.com/office/drawing/2014/main" id="{88851EF3-A216-4C8F-B6DD-3BABC671BFCC}"/>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Régression : prédire une valeur</a:t>
            </a:r>
          </a:p>
        </p:txBody>
      </p:sp>
    </p:spTree>
    <p:extLst>
      <p:ext uri="{BB962C8B-B14F-4D97-AF65-F5344CB8AC3E}">
        <p14:creationId xmlns:p14="http://schemas.microsoft.com/office/powerpoint/2010/main" val="527347420"/>
      </p:ext>
    </p:extLst>
  </p:cSld>
</p:sld>
</file>

<file path=ppt/slides/slide6.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A675C89-961C-4EC0-B502-74DB1E6DEB66}"/>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Comparer les modèles sur l’entraînement</a:t>
            </a:r>
          </a:p>
        </p:txBody>
      </p:sp>
      <p:sp>
        <p:nvSpPr>
          <p:cNvPr id="3" name="">
            <a:extLst xmlns:a="http://schemas.openxmlformats.org/drawingml/2006/main">
              <a:ext uri="{FF2B5EF4-FFF2-40B4-BE49-F238E27FC236}">
                <a16:creationId xmlns:a16="http://schemas.microsoft.com/office/drawing/2014/main" id="{51BDA2B4-BE39-4961-B18A-9DB2D700479F}"/>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02   SUPERVISÉ   /   5 MIN</a:t>
            </a:r>
          </a:p>
        </p:txBody>
      </p:sp>
      <p:sp>
        <p:nvSpPr>
          <p:cNvPr id="4" name="">
            <a:extLst xmlns:a="http://schemas.openxmlformats.org/drawingml/2006/main">
              <a:ext uri="{FF2B5EF4-FFF2-40B4-BE49-F238E27FC236}">
                <a16:creationId xmlns:a16="http://schemas.microsoft.com/office/drawing/2014/main" id="{982C041C-B6F2-4843-9FB1-8D02B15D55FF}"/>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06</a:t>
            </a:r>
          </a:p>
        </p:txBody>
      </p:sp>
      <p:sp>
        <p:nvSpPr>
          <p:cNvPr id="5" name="">
            <a:extLst xmlns:a="http://schemas.openxmlformats.org/drawingml/2006/main">
              <a:ext uri="{FF2B5EF4-FFF2-40B4-BE49-F238E27FC236}">
                <a16:creationId xmlns:a16="http://schemas.microsoft.com/office/drawing/2014/main" id="{929FAE8D-EF16-4D7F-B006-4BA2BEF8BE10}"/>
              </a:ext>
            </a:extLst>
          </p:cNvPr>
          <p:cNvSpPr>
            <a:spLocks xmlns:a="http://schemas.openxmlformats.org/drawingml/2006/main" noGrp="1"/>
          </p:cNvSpPr>
          <p:nvPr/>
        </p:nvSpPr>
        <p:spPr>
          <a:xfrm xmlns:a="http://schemas.openxmlformats.org/drawingml/2006/main">
            <a:off x="647700" y="143827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xmlns:a="http://schemas.openxmlformats.org/drawingml/2006/main">
            <a:pPr>
              <a:defRPr sz="1800" b="0">
                <a:solidFill>
                  <a:srgbClr val="5A6E71"/>
                </a:solidFill>
              </a:defRPr>
            </a:pPr>
            <a:r>
              <a:rPr sz="1800" b="0">
                <a:solidFill>
                  <a:srgbClr val="5A6E71"/>
                </a:solidFill>
              </a:rPr>
              <a:t>MAE en validation groupée à 5 plis (g/km)</a:t>
            </a:r>
          </a:p>
        </p:txBody>
      </p:sp>
      <p:graphicFrame>
        <p:nvGraphicFramePr>
          <p:cNvPr id="6" name="Chart">
            <a:extLst xmlns:a="http://schemas.openxmlformats.org/drawingml/2006/main">
              <a:ext uri="{FF2B5EF4-FFF2-40B4-BE49-F238E27FC236}">
                <a16:creationId xmlns:a16="http://schemas.microsoft.com/office/drawing/2014/main" id="{EA431E7A-AABC-4278-B662-896515496277}"/>
              </a:ext>
            </a:extLst>
          </p:cNvPr>
          <p:cNvGraphicFramePr/>
          <p:nvPr/>
        </p:nvGraphicFramePr>
        <p:xfrm>
          <a:off xmlns:a="http://schemas.openxmlformats.org/drawingml/2006/main" x="619125" y="1857375"/>
          <a:ext xmlns:a="http://schemas.openxmlformats.org/drawingml/2006/main" cx="10953750" cy="3619500"/>
        </p:xfrm>
        <a:graphic xmlns:a="http://schemas.openxmlformats.org/drawingml/2006/main">
          <a:graphicData uri="http://schemas.openxmlformats.org/drawingml/2006/chart">
            <c:chart xmlns:r="http://schemas.openxmlformats.org/officeDocument/2006/relationships" xmlns:c="http://schemas.openxmlformats.org/drawingml/2006/chart" r:id="R76ed1df82350437e"/>
          </a:graphicData>
        </a:graphic>
      </p:graphicFrame>
      <p:sp>
        <p:nvSpPr>
          <p:cNvPr id="7" name="">
            <a:extLst xmlns:a="http://schemas.openxmlformats.org/drawingml/2006/main">
              <a:ext uri="{FF2B5EF4-FFF2-40B4-BE49-F238E27FC236}">
                <a16:creationId xmlns:a16="http://schemas.microsoft.com/office/drawing/2014/main" id="{E8419FBF-82FD-407E-AB83-1E6D87260D0E}"/>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Écarts &lt; 0,10 g/km entre KNN, linéaire et forêt : quasi-égalité</a:t>
            </a:r>
          </a:p>
        </p:txBody>
      </p:sp>
    </p:spTree>
    <p:extLst>
      <p:ext uri="{BB962C8B-B14F-4D97-AF65-F5344CB8AC3E}">
        <p14:creationId xmlns:p14="http://schemas.microsoft.com/office/powerpoint/2010/main" val="589546398"/>
      </p:ext>
    </p:extLst>
  </p:cSld>
</p:sld>
</file>

<file path=ppt/slides/slide7.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8FB4F2EB-0C69-4981-803A-A1C7965A8648}"/>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La performance sur le test familial</a:t>
            </a:r>
          </a:p>
        </p:txBody>
      </p:sp>
      <p:sp>
        <p:nvSpPr>
          <p:cNvPr id="3" name="">
            <a:extLst xmlns:a="http://schemas.openxmlformats.org/drawingml/2006/main">
              <a:ext uri="{FF2B5EF4-FFF2-40B4-BE49-F238E27FC236}">
                <a16:creationId xmlns:a16="http://schemas.microsoft.com/office/drawing/2014/main" id="{56FC51FF-C803-42A8-803B-95FDBE7F771F}"/>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02   SUPERVISÉ   /   5 MIN</a:t>
            </a:r>
          </a:p>
        </p:txBody>
      </p:sp>
      <p:sp>
        <p:nvSpPr>
          <p:cNvPr id="4" name="">
            <a:extLst xmlns:a="http://schemas.openxmlformats.org/drawingml/2006/main">
              <a:ext uri="{FF2B5EF4-FFF2-40B4-BE49-F238E27FC236}">
                <a16:creationId xmlns:a16="http://schemas.microsoft.com/office/drawing/2014/main" id="{CD679B9E-3559-43F0-BC1A-18A7DA1E608C}"/>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07</a:t>
            </a:r>
          </a:p>
        </p:txBody>
      </p:sp>
      <p:graphicFrame>
        <p:nvGraphicFramePr>
          <p:cNvPr id="5" name="Chart">
            <a:extLst xmlns:a="http://schemas.openxmlformats.org/drawingml/2006/main">
              <a:ext uri="{FF2B5EF4-FFF2-40B4-BE49-F238E27FC236}">
                <a16:creationId xmlns:a16="http://schemas.microsoft.com/office/drawing/2014/main" id="{76B2FA32-4690-47A3-BCE4-0E62D6D9F508}"/>
              </a:ext>
            </a:extLst>
          </p:cNvPr>
          <p:cNvGraphicFramePr/>
          <p:nvPr/>
        </p:nvGraphicFramePr>
        <p:xfrm>
          <a:off xmlns:a="http://schemas.openxmlformats.org/drawingml/2006/main" x="619125" y="1619250"/>
          <a:ext xmlns:a="http://schemas.openxmlformats.org/drawingml/2006/main" cx="7239000" cy="3952875"/>
        </p:xfrm>
        <a:graphic xmlns:a="http://schemas.openxmlformats.org/drawingml/2006/main">
          <a:graphicData uri="http://schemas.openxmlformats.org/drawingml/2006/chart">
            <c:chart xmlns:r="http://schemas.openxmlformats.org/officeDocument/2006/relationships" xmlns:c="http://schemas.openxmlformats.org/drawingml/2006/chart" r:id="Rcb8a1289ece84039"/>
          </a:graphicData>
        </a:graphic>
      </p:graphicFrame>
      <p:sp>
        <p:nvSpPr>
          <p:cNvPr id="6" name="">
            <a:extLst xmlns:a="http://schemas.openxmlformats.org/drawingml/2006/main">
              <a:ext uri="{FF2B5EF4-FFF2-40B4-BE49-F238E27FC236}">
                <a16:creationId xmlns:a16="http://schemas.microsoft.com/office/drawing/2014/main" id="{70020BDB-6EA8-4D9A-B6B9-2BEC48AC2F9A}"/>
              </a:ext>
            </a:extLst>
          </p:cNvPr>
          <p:cNvSpPr>
            <a:spLocks xmlns:a="http://schemas.openxmlformats.org/drawingml/2006/main" noGrp="1"/>
          </p:cNvSpPr>
          <p:nvPr/>
        </p:nvSpPr>
        <p:spPr>
          <a:xfrm xmlns:a="http://schemas.openxmlformats.org/drawingml/2006/main">
            <a:off x="8715375" y="1771650"/>
            <a:ext cx="2476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008C85"/>
                </a:solidFill>
              </a:defRPr>
            </a:defPPr>
            <a:lvl1pPr>
              <a:defRPr sz="4125" b="1">
                <a:solidFill>
                  <a:srgbClr val="008C85"/>
                </a:solidFill>
              </a:defRPr>
            </a:lvl1pPr>
            <a:lvl2pPr>
              <a:defRPr sz="4125" b="1">
                <a:solidFill>
                  <a:srgbClr val="008C85"/>
                </a:solidFill>
              </a:defRPr>
            </a:lvl2pPr>
            <a:lvl3pPr>
              <a:defRPr sz="4125" b="1">
                <a:solidFill>
                  <a:srgbClr val="008C85"/>
                </a:solidFill>
              </a:defRPr>
            </a:lvl3pPr>
            <a:lvl4pPr>
              <a:defRPr sz="4125" b="1">
                <a:solidFill>
                  <a:srgbClr val="008C85"/>
                </a:solidFill>
              </a:defRPr>
            </a:lvl4pPr>
            <a:lvl5pPr>
              <a:defRPr sz="4125" b="1">
                <a:solidFill>
                  <a:srgbClr val="008C85"/>
                </a:solidFill>
              </a:defRPr>
            </a:lvl5pPr>
            <a:lvl6pPr>
              <a:defRPr sz="4125" b="1">
                <a:solidFill>
                  <a:srgbClr val="008C85"/>
                </a:solidFill>
              </a:defRPr>
            </a:lvl6pPr>
            <a:lvl7pPr>
              <a:defRPr sz="4125" b="1">
                <a:solidFill>
                  <a:srgbClr val="008C85"/>
                </a:solidFill>
              </a:defRPr>
            </a:lvl7pPr>
            <a:lvl8pPr>
              <a:defRPr sz="4125" b="1">
                <a:solidFill>
                  <a:srgbClr val="008C85"/>
                </a:solidFill>
              </a:defRPr>
            </a:lvl8pPr>
            <a:lvl9pPr>
              <a:defRPr sz="4125" b="1">
                <a:solidFill>
                  <a:srgbClr val="008C85"/>
                </a:solidFill>
              </a:defRPr>
            </a:lvl9pPr>
          </a:lstStyle>
          <a:p xmlns:a="http://schemas.openxmlformats.org/drawingml/2006/main">
            <a:pPr>
              <a:defRPr sz="4125" b="1">
                <a:solidFill>
                  <a:srgbClr val="008C85"/>
                </a:solidFill>
              </a:defRPr>
            </a:pPr>
            <a:r>
              <a:rPr sz="4125" b="1">
                <a:solidFill>
                  <a:srgbClr val="008C85"/>
                </a:solidFill>
              </a:rPr>
              <a:t>16,8</a:t>
            </a:r>
          </a:p>
        </p:txBody>
      </p:sp>
      <p:sp>
        <p:nvSpPr>
          <p:cNvPr id="7" name="">
            <a:extLst xmlns:a="http://schemas.openxmlformats.org/drawingml/2006/main">
              <a:ext uri="{FF2B5EF4-FFF2-40B4-BE49-F238E27FC236}">
                <a16:creationId xmlns:a16="http://schemas.microsoft.com/office/drawing/2014/main" id="{68F882FE-A247-45E7-B345-472AFEAD0239}"/>
              </a:ext>
            </a:extLst>
          </p:cNvPr>
          <p:cNvSpPr>
            <a:spLocks xmlns:a="http://schemas.openxmlformats.org/drawingml/2006/main" noGrp="1"/>
          </p:cNvSpPr>
          <p:nvPr/>
        </p:nvSpPr>
        <p:spPr>
          <a:xfrm xmlns:a="http://schemas.openxmlformats.org/drawingml/2006/main">
            <a:off x="8734425" y="2495550"/>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363A"/>
                </a:solidFill>
              </a:defRPr>
            </a:defPPr>
            <a:lvl1pPr>
              <a:defRPr sz="1875" b="0">
                <a:solidFill>
                  <a:srgbClr val="17363A"/>
                </a:solidFill>
              </a:defRPr>
            </a:lvl1pPr>
            <a:lvl2pPr>
              <a:defRPr sz="1875" b="0">
                <a:solidFill>
                  <a:srgbClr val="17363A"/>
                </a:solidFill>
              </a:defRPr>
            </a:lvl2pPr>
            <a:lvl3pPr>
              <a:defRPr sz="1875" b="0">
                <a:solidFill>
                  <a:srgbClr val="17363A"/>
                </a:solidFill>
              </a:defRPr>
            </a:lvl3pPr>
            <a:lvl4pPr>
              <a:defRPr sz="1875" b="0">
                <a:solidFill>
                  <a:srgbClr val="17363A"/>
                </a:solidFill>
              </a:defRPr>
            </a:lvl4pPr>
            <a:lvl5pPr>
              <a:defRPr sz="1875" b="0">
                <a:solidFill>
                  <a:srgbClr val="17363A"/>
                </a:solidFill>
              </a:defRPr>
            </a:lvl5pPr>
            <a:lvl6pPr>
              <a:defRPr sz="1875" b="0">
                <a:solidFill>
                  <a:srgbClr val="17363A"/>
                </a:solidFill>
              </a:defRPr>
            </a:lvl6pPr>
            <a:lvl7pPr>
              <a:defRPr sz="1875" b="0">
                <a:solidFill>
                  <a:srgbClr val="17363A"/>
                </a:solidFill>
              </a:defRPr>
            </a:lvl7pPr>
            <a:lvl8pPr>
              <a:defRPr sz="1875" b="0">
                <a:solidFill>
                  <a:srgbClr val="17363A"/>
                </a:solidFill>
              </a:defRPr>
            </a:lvl8pPr>
            <a:lvl9pPr>
              <a:defRPr sz="1875" b="0">
                <a:solidFill>
                  <a:srgbClr val="17363A"/>
                </a:solidFill>
              </a:defRPr>
            </a:lvl9pPr>
          </a:lstStyle>
          <a:p xmlns:a="http://schemas.openxmlformats.org/drawingml/2006/main">
            <a:pPr>
              <a:defRPr sz="1875" b="0">
                <a:solidFill>
                  <a:srgbClr val="17363A"/>
                </a:solidFill>
              </a:defRPr>
            </a:pPr>
            <a:r>
              <a:rPr sz="1875" b="0">
                <a:solidFill>
                  <a:srgbClr val="17363A"/>
                </a:solidFill>
              </a:rPr>
              <a:t>MAE (g/km)</a:t>
            </a:r>
          </a:p>
        </p:txBody>
      </p:sp>
      <p:sp>
        <p:nvSpPr>
          <p:cNvPr id="8" name="">
            <a:extLst xmlns:a="http://schemas.openxmlformats.org/drawingml/2006/main">
              <a:ext uri="{FF2B5EF4-FFF2-40B4-BE49-F238E27FC236}">
                <a16:creationId xmlns:a16="http://schemas.microsoft.com/office/drawing/2014/main" id="{C460C198-1370-417B-823B-756C63F0405E}"/>
              </a:ext>
            </a:extLst>
          </p:cNvPr>
          <p:cNvSpPr>
            <a:spLocks xmlns:a="http://schemas.openxmlformats.org/drawingml/2006/main" noGrp="1"/>
          </p:cNvSpPr>
          <p:nvPr/>
        </p:nvSpPr>
        <p:spPr>
          <a:xfrm xmlns:a="http://schemas.openxmlformats.org/drawingml/2006/main">
            <a:off x="8715375" y="3181350"/>
            <a:ext cx="2476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17363A"/>
                </a:solidFill>
              </a:defRPr>
            </a:defPPr>
            <a:lvl1pPr>
              <a:defRPr sz="4125" b="1">
                <a:solidFill>
                  <a:srgbClr val="17363A"/>
                </a:solidFill>
              </a:defRPr>
            </a:lvl1pPr>
            <a:lvl2pPr>
              <a:defRPr sz="4125" b="1">
                <a:solidFill>
                  <a:srgbClr val="17363A"/>
                </a:solidFill>
              </a:defRPr>
            </a:lvl2pPr>
            <a:lvl3pPr>
              <a:defRPr sz="4125" b="1">
                <a:solidFill>
                  <a:srgbClr val="17363A"/>
                </a:solidFill>
              </a:defRPr>
            </a:lvl3pPr>
            <a:lvl4pPr>
              <a:defRPr sz="4125" b="1">
                <a:solidFill>
                  <a:srgbClr val="17363A"/>
                </a:solidFill>
              </a:defRPr>
            </a:lvl4pPr>
            <a:lvl5pPr>
              <a:defRPr sz="4125" b="1">
                <a:solidFill>
                  <a:srgbClr val="17363A"/>
                </a:solidFill>
              </a:defRPr>
            </a:lvl5pPr>
            <a:lvl6pPr>
              <a:defRPr sz="4125" b="1">
                <a:solidFill>
                  <a:srgbClr val="17363A"/>
                </a:solidFill>
              </a:defRPr>
            </a:lvl6pPr>
            <a:lvl7pPr>
              <a:defRPr sz="4125" b="1">
                <a:solidFill>
                  <a:srgbClr val="17363A"/>
                </a:solidFill>
              </a:defRPr>
            </a:lvl7pPr>
            <a:lvl8pPr>
              <a:defRPr sz="4125" b="1">
                <a:solidFill>
                  <a:srgbClr val="17363A"/>
                </a:solidFill>
              </a:defRPr>
            </a:lvl8pPr>
            <a:lvl9pPr>
              <a:defRPr sz="4125" b="1">
                <a:solidFill>
                  <a:srgbClr val="17363A"/>
                </a:solidFill>
              </a:defRPr>
            </a:lvl9pPr>
          </a:lstStyle>
          <a:p xmlns:a="http://schemas.openxmlformats.org/drawingml/2006/main">
            <a:pPr>
              <a:defRPr sz="4125" b="1">
                <a:solidFill>
                  <a:srgbClr val="17363A"/>
                </a:solidFill>
              </a:defRPr>
            </a:pPr>
            <a:r>
              <a:rPr sz="4125" b="1">
                <a:solidFill>
                  <a:srgbClr val="17363A"/>
                </a:solidFill>
              </a:rPr>
              <a:t>24,0</a:t>
            </a:r>
          </a:p>
        </p:txBody>
      </p:sp>
      <p:sp>
        <p:nvSpPr>
          <p:cNvPr id="9" name="">
            <a:extLst xmlns:a="http://schemas.openxmlformats.org/drawingml/2006/main">
              <a:ext uri="{FF2B5EF4-FFF2-40B4-BE49-F238E27FC236}">
                <a16:creationId xmlns:a16="http://schemas.microsoft.com/office/drawing/2014/main" id="{A05D2FF5-9CFF-4835-A4DB-78E125B5266E}"/>
              </a:ext>
            </a:extLst>
          </p:cNvPr>
          <p:cNvSpPr>
            <a:spLocks xmlns:a="http://schemas.openxmlformats.org/drawingml/2006/main" noGrp="1"/>
          </p:cNvSpPr>
          <p:nvPr/>
        </p:nvSpPr>
        <p:spPr>
          <a:xfrm xmlns:a="http://schemas.openxmlformats.org/drawingml/2006/main">
            <a:off x="8734425" y="3905250"/>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363A"/>
                </a:solidFill>
              </a:defRPr>
            </a:defPPr>
            <a:lvl1pPr>
              <a:defRPr sz="1875" b="0">
                <a:solidFill>
                  <a:srgbClr val="17363A"/>
                </a:solidFill>
              </a:defRPr>
            </a:lvl1pPr>
            <a:lvl2pPr>
              <a:defRPr sz="1875" b="0">
                <a:solidFill>
                  <a:srgbClr val="17363A"/>
                </a:solidFill>
              </a:defRPr>
            </a:lvl2pPr>
            <a:lvl3pPr>
              <a:defRPr sz="1875" b="0">
                <a:solidFill>
                  <a:srgbClr val="17363A"/>
                </a:solidFill>
              </a:defRPr>
            </a:lvl3pPr>
            <a:lvl4pPr>
              <a:defRPr sz="1875" b="0">
                <a:solidFill>
                  <a:srgbClr val="17363A"/>
                </a:solidFill>
              </a:defRPr>
            </a:lvl4pPr>
            <a:lvl5pPr>
              <a:defRPr sz="1875" b="0">
                <a:solidFill>
                  <a:srgbClr val="17363A"/>
                </a:solidFill>
              </a:defRPr>
            </a:lvl5pPr>
            <a:lvl6pPr>
              <a:defRPr sz="1875" b="0">
                <a:solidFill>
                  <a:srgbClr val="17363A"/>
                </a:solidFill>
              </a:defRPr>
            </a:lvl6pPr>
            <a:lvl7pPr>
              <a:defRPr sz="1875" b="0">
                <a:solidFill>
                  <a:srgbClr val="17363A"/>
                </a:solidFill>
              </a:defRPr>
            </a:lvl7pPr>
            <a:lvl8pPr>
              <a:defRPr sz="1875" b="0">
                <a:solidFill>
                  <a:srgbClr val="17363A"/>
                </a:solidFill>
              </a:defRPr>
            </a:lvl8pPr>
            <a:lvl9pPr>
              <a:defRPr sz="1875" b="0">
                <a:solidFill>
                  <a:srgbClr val="17363A"/>
                </a:solidFill>
              </a:defRPr>
            </a:lvl9pPr>
          </a:lstStyle>
          <a:p xmlns:a="http://schemas.openxmlformats.org/drawingml/2006/main">
            <a:pPr>
              <a:defRPr sz="1875" b="0">
                <a:solidFill>
                  <a:srgbClr val="17363A"/>
                </a:solidFill>
              </a:defRPr>
            </a:pPr>
            <a:r>
              <a:rPr sz="1875" b="0">
                <a:solidFill>
                  <a:srgbClr val="17363A"/>
                </a:solidFill>
              </a:rPr>
              <a:t>RMSE (g/km)</a:t>
            </a:r>
          </a:p>
        </p:txBody>
      </p:sp>
      <p:sp>
        <p:nvSpPr>
          <p:cNvPr id="10" name="">
            <a:extLst xmlns:a="http://schemas.openxmlformats.org/drawingml/2006/main">
              <a:ext uri="{FF2B5EF4-FFF2-40B4-BE49-F238E27FC236}">
                <a16:creationId xmlns:a16="http://schemas.microsoft.com/office/drawing/2014/main" id="{2C686424-BDD7-41D3-858D-84158C8E5BBD}"/>
              </a:ext>
            </a:extLst>
          </p:cNvPr>
          <p:cNvSpPr>
            <a:spLocks xmlns:a="http://schemas.openxmlformats.org/drawingml/2006/main" noGrp="1"/>
          </p:cNvSpPr>
          <p:nvPr/>
        </p:nvSpPr>
        <p:spPr>
          <a:xfrm xmlns:a="http://schemas.openxmlformats.org/drawingml/2006/main">
            <a:off x="8715375" y="4648200"/>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DE8736"/>
                </a:solidFill>
              </a:defRPr>
            </a:defPPr>
            <a:lvl1pPr>
              <a:defRPr sz="2925" b="1">
                <a:solidFill>
                  <a:srgbClr val="DE8736"/>
                </a:solidFill>
              </a:defRPr>
            </a:lvl1pPr>
            <a:lvl2pPr>
              <a:defRPr sz="2925" b="1">
                <a:solidFill>
                  <a:srgbClr val="DE8736"/>
                </a:solidFill>
              </a:defRPr>
            </a:lvl2pPr>
            <a:lvl3pPr>
              <a:defRPr sz="2925" b="1">
                <a:solidFill>
                  <a:srgbClr val="DE8736"/>
                </a:solidFill>
              </a:defRPr>
            </a:lvl3pPr>
            <a:lvl4pPr>
              <a:defRPr sz="2925" b="1">
                <a:solidFill>
                  <a:srgbClr val="DE8736"/>
                </a:solidFill>
              </a:defRPr>
            </a:lvl4pPr>
            <a:lvl5pPr>
              <a:defRPr sz="2925" b="1">
                <a:solidFill>
                  <a:srgbClr val="DE8736"/>
                </a:solidFill>
              </a:defRPr>
            </a:lvl5pPr>
            <a:lvl6pPr>
              <a:defRPr sz="2925" b="1">
                <a:solidFill>
                  <a:srgbClr val="DE8736"/>
                </a:solidFill>
              </a:defRPr>
            </a:lvl6pPr>
            <a:lvl7pPr>
              <a:defRPr sz="2925" b="1">
                <a:solidFill>
                  <a:srgbClr val="DE8736"/>
                </a:solidFill>
              </a:defRPr>
            </a:lvl7pPr>
            <a:lvl8pPr>
              <a:defRPr sz="2925" b="1">
                <a:solidFill>
                  <a:srgbClr val="DE8736"/>
                </a:solidFill>
              </a:defRPr>
            </a:lvl8pPr>
            <a:lvl9pPr>
              <a:defRPr sz="2925" b="1">
                <a:solidFill>
                  <a:srgbClr val="DE8736"/>
                </a:solidFill>
              </a:defRPr>
            </a:lvl9pPr>
          </a:lstStyle>
          <a:p xmlns:a="http://schemas.openxmlformats.org/drawingml/2006/main">
            <a:pPr>
              <a:defRPr sz="2925" b="1">
                <a:solidFill>
                  <a:srgbClr val="DE8736"/>
                </a:solidFill>
              </a:defRPr>
            </a:pPr>
            <a:r>
              <a:rPr sz="2925" b="1">
                <a:solidFill>
                  <a:srgbClr val="DE8736"/>
                </a:solidFill>
              </a:rPr>
              <a:t>R² 0,63</a:t>
            </a:r>
          </a:p>
        </p:txBody>
      </p:sp>
      <p:sp>
        <p:nvSpPr>
          <p:cNvPr id="11" name="">
            <a:extLst xmlns:a="http://schemas.openxmlformats.org/drawingml/2006/main">
              <a:ext uri="{FF2B5EF4-FFF2-40B4-BE49-F238E27FC236}">
                <a16:creationId xmlns:a16="http://schemas.microsoft.com/office/drawing/2014/main" id="{E3F8CFCE-5C8C-415F-8912-CBF3FED99EDE}"/>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Test par famille : une évaluation de transfert au sein du catalogue</a:t>
            </a:r>
          </a:p>
        </p:txBody>
      </p:sp>
    </p:spTree>
    <p:extLst>
      <p:ext uri="{BB962C8B-B14F-4D97-AF65-F5344CB8AC3E}">
        <p14:creationId xmlns:p14="http://schemas.microsoft.com/office/powerpoint/2010/main" val="352673362"/>
      </p:ext>
    </p:extLst>
  </p:cSld>
</p:sld>
</file>

<file path=ppt/slides/slide8.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8F09BCB1-1C18-4EAA-ABC6-59F2DAE822A7}"/>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La portée de la généralisation</a:t>
            </a:r>
          </a:p>
        </p:txBody>
      </p:sp>
      <p:sp>
        <p:nvSpPr>
          <p:cNvPr id="3" name="">
            <a:extLst xmlns:a="http://schemas.openxmlformats.org/drawingml/2006/main">
              <a:ext uri="{FF2B5EF4-FFF2-40B4-BE49-F238E27FC236}">
                <a16:creationId xmlns:a16="http://schemas.microsoft.com/office/drawing/2014/main" id="{7F7E199B-E756-4D91-A18A-AB04DEF03DC6}"/>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02   SUPERVISÉ   /   5 MIN</a:t>
            </a:r>
          </a:p>
        </p:txBody>
      </p:sp>
      <p:sp>
        <p:nvSpPr>
          <p:cNvPr id="4" name="">
            <a:extLst xmlns:a="http://schemas.openxmlformats.org/drawingml/2006/main">
              <a:ext uri="{FF2B5EF4-FFF2-40B4-BE49-F238E27FC236}">
                <a16:creationId xmlns:a16="http://schemas.microsoft.com/office/drawing/2014/main" id="{B54A8BBE-6407-4808-A11C-8867B0975654}"/>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08</a:t>
            </a:r>
          </a:p>
        </p:txBody>
      </p:sp>
      <p:graphicFrame>
        <p:nvGraphicFramePr>
          <p:cNvPr id="5" name="Chart">
            <a:extLst xmlns:a="http://schemas.openxmlformats.org/drawingml/2006/main">
              <a:ext uri="{FF2B5EF4-FFF2-40B4-BE49-F238E27FC236}">
                <a16:creationId xmlns:a16="http://schemas.microsoft.com/office/drawing/2014/main" id="{4785D04E-8CC3-4CC6-9287-872CF18A047A}"/>
              </a:ext>
            </a:extLst>
          </p:cNvPr>
          <p:cNvGraphicFramePr/>
          <p:nvPr/>
        </p:nvGraphicFramePr>
        <p:xfrm>
          <a:off xmlns:a="http://schemas.openxmlformats.org/drawingml/2006/main" x="619125" y="1905000"/>
          <a:ext xmlns:a="http://schemas.openxmlformats.org/drawingml/2006/main" cx="6572250" cy="3429000"/>
        </p:xfrm>
        <a:graphic xmlns:a="http://schemas.openxmlformats.org/drawingml/2006/main">
          <a:graphicData uri="http://schemas.openxmlformats.org/drawingml/2006/chart">
            <c:chart xmlns:r="http://schemas.openxmlformats.org/officeDocument/2006/relationships" xmlns:c="http://schemas.openxmlformats.org/drawingml/2006/chart" r:id="R96f80b32e6a74636"/>
          </a:graphicData>
        </a:graphic>
      </p:graphicFrame>
      <p:sp>
        <p:nvSpPr>
          <p:cNvPr id="6" name="">
            <a:extLst xmlns:a="http://schemas.openxmlformats.org/drawingml/2006/main">
              <a:ext uri="{FF2B5EF4-FFF2-40B4-BE49-F238E27FC236}">
                <a16:creationId xmlns:a16="http://schemas.microsoft.com/office/drawing/2014/main" id="{DE868146-04A2-4941-9D06-042E8AA8D649}"/>
              </a:ext>
            </a:extLst>
          </p:cNvPr>
          <p:cNvSpPr>
            <a:spLocks xmlns:a="http://schemas.openxmlformats.org/drawingml/2006/main" noGrp="1"/>
          </p:cNvSpPr>
          <p:nvPr/>
        </p:nvSpPr>
        <p:spPr>
          <a:xfrm xmlns:a="http://schemas.openxmlformats.org/drawingml/2006/main">
            <a:off x="8001000" y="2057400"/>
            <a:ext cx="3524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DE8736"/>
                </a:solidFill>
              </a:defRPr>
            </a:defPPr>
            <a:lvl1pPr>
              <a:defRPr sz="2325" b="1">
                <a:solidFill>
                  <a:srgbClr val="DE8736"/>
                </a:solidFill>
              </a:defRPr>
            </a:lvl1pPr>
            <a:lvl2pPr>
              <a:defRPr sz="2325" b="1">
                <a:solidFill>
                  <a:srgbClr val="DE8736"/>
                </a:solidFill>
              </a:defRPr>
            </a:lvl2pPr>
            <a:lvl3pPr>
              <a:defRPr sz="2325" b="1">
                <a:solidFill>
                  <a:srgbClr val="DE8736"/>
                </a:solidFill>
              </a:defRPr>
            </a:lvl3pPr>
            <a:lvl4pPr>
              <a:defRPr sz="2325" b="1">
                <a:solidFill>
                  <a:srgbClr val="DE8736"/>
                </a:solidFill>
              </a:defRPr>
            </a:lvl4pPr>
            <a:lvl5pPr>
              <a:defRPr sz="2325" b="1">
                <a:solidFill>
                  <a:srgbClr val="DE8736"/>
                </a:solidFill>
              </a:defRPr>
            </a:lvl5pPr>
            <a:lvl6pPr>
              <a:defRPr sz="2325" b="1">
                <a:solidFill>
                  <a:srgbClr val="DE8736"/>
                </a:solidFill>
              </a:defRPr>
            </a:lvl6pPr>
            <a:lvl7pPr>
              <a:defRPr sz="2325" b="1">
                <a:solidFill>
                  <a:srgbClr val="DE8736"/>
                </a:solidFill>
              </a:defRPr>
            </a:lvl7pPr>
            <a:lvl8pPr>
              <a:defRPr sz="2325" b="1">
                <a:solidFill>
                  <a:srgbClr val="DE8736"/>
                </a:solidFill>
              </a:defRPr>
            </a:lvl8pPr>
            <a:lvl9pPr>
              <a:defRPr sz="2325" b="1">
                <a:solidFill>
                  <a:srgbClr val="DE8736"/>
                </a:solidFill>
              </a:defRPr>
            </a:lvl9pPr>
          </a:lstStyle>
          <a:p xmlns:a="http://schemas.openxmlformats.org/drawingml/2006/main">
            <a:pPr>
              <a:defRPr sz="2325" b="1">
                <a:solidFill>
                  <a:srgbClr val="DE8736"/>
                </a:solidFill>
              </a:defRPr>
            </a:pPr>
            <a:r>
              <a:rPr sz="2325" b="1">
                <a:solidFill>
                  <a:srgbClr val="DE8736"/>
                </a:solidFill>
              </a:rPr>
              <a:t>Puissance fiscale exclue</a:t>
            </a:r>
          </a:p>
        </p:txBody>
      </p:sp>
      <p:sp>
        <p:nvSpPr>
          <p:cNvPr id="7" name="">
            <a:extLst xmlns:a="http://schemas.openxmlformats.org/drawingml/2006/main">
              <a:ext uri="{FF2B5EF4-FFF2-40B4-BE49-F238E27FC236}">
                <a16:creationId xmlns:a16="http://schemas.microsoft.com/office/drawing/2014/main" id="{6291B586-C471-4477-9D00-1FFD40340045}"/>
              </a:ext>
            </a:extLst>
          </p:cNvPr>
          <p:cNvSpPr>
            <a:spLocks xmlns:a="http://schemas.openxmlformats.org/drawingml/2006/main" noGrp="1"/>
          </p:cNvSpPr>
          <p:nvPr/>
        </p:nvSpPr>
        <p:spPr>
          <a:xfrm xmlns:a="http://schemas.openxmlformats.org/drawingml/2006/main">
            <a:off x="8029575" y="3000375"/>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5A6E71"/>
                </a:solidFill>
              </a:defRPr>
            </a:defPPr>
            <a:lvl1pPr>
              <a:defRPr sz="2175" b="0">
                <a:solidFill>
                  <a:srgbClr val="5A6E71"/>
                </a:solidFill>
              </a:defRPr>
            </a:lvl1pPr>
            <a:lvl2pPr>
              <a:defRPr sz="2175" b="0">
                <a:solidFill>
                  <a:srgbClr val="5A6E71"/>
                </a:solidFill>
              </a:defRPr>
            </a:lvl2pPr>
            <a:lvl3pPr>
              <a:defRPr sz="2175" b="0">
                <a:solidFill>
                  <a:srgbClr val="5A6E71"/>
                </a:solidFill>
              </a:defRPr>
            </a:lvl3pPr>
            <a:lvl4pPr>
              <a:defRPr sz="2175" b="0">
                <a:solidFill>
                  <a:srgbClr val="5A6E71"/>
                </a:solidFill>
              </a:defRPr>
            </a:lvl4pPr>
            <a:lvl5pPr>
              <a:defRPr sz="2175" b="0">
                <a:solidFill>
                  <a:srgbClr val="5A6E71"/>
                </a:solidFill>
              </a:defRPr>
            </a:lvl5pPr>
            <a:lvl6pPr>
              <a:defRPr sz="2175" b="0">
                <a:solidFill>
                  <a:srgbClr val="5A6E71"/>
                </a:solidFill>
              </a:defRPr>
            </a:lvl6pPr>
            <a:lvl7pPr>
              <a:defRPr sz="2175" b="0">
                <a:solidFill>
                  <a:srgbClr val="5A6E71"/>
                </a:solidFill>
              </a:defRPr>
            </a:lvl7pPr>
            <a:lvl8pPr>
              <a:defRPr sz="2175" b="0">
                <a:solidFill>
                  <a:srgbClr val="5A6E71"/>
                </a:solidFill>
              </a:defRPr>
            </a:lvl8pPr>
            <a:lvl9pPr>
              <a:defRPr sz="2175" b="0">
                <a:solidFill>
                  <a:srgbClr val="5A6E71"/>
                </a:solidFill>
              </a:defRPr>
            </a:lvl9pPr>
          </a:lstStyle>
          <a:p xmlns:a="http://schemas.openxmlformats.org/drawingml/2006/main">
            <a:pPr>
              <a:defRPr sz="2175" b="0">
                <a:solidFill>
                  <a:srgbClr val="5A6E71"/>
                </a:solidFill>
              </a:defRPr>
            </a:pPr>
            <a:r>
              <a:rPr sz="2175" b="0">
                <a:solidFill>
                  <a:srgbClr val="5A6E71"/>
                </a:solidFill>
              </a:rPr>
              <a:t>Lien historique</a:t>
            </a:r>
          </a:p>
          <a:p xmlns:a="http://schemas.openxmlformats.org/drawingml/2006/main">
            <a:pPr>
              <a:defRPr sz="2175" b="0">
                <a:solidFill>
                  <a:srgbClr val="5A6E71"/>
                </a:solidFill>
              </a:defRPr>
            </a:pPr>
            <a:r>
              <a:rPr sz="2175" b="0">
                <a:solidFill>
                  <a:srgbClr val="5A6E71"/>
                </a:solidFill>
              </a:rPr>
              <a:t>avec le CO₂</a:t>
            </a:r>
          </a:p>
        </p:txBody>
      </p:sp>
      <p:sp>
        <p:nvSpPr>
          <p:cNvPr id="8" name="">
            <a:extLst xmlns:a="http://schemas.openxmlformats.org/drawingml/2006/main">
              <a:ext uri="{FF2B5EF4-FFF2-40B4-BE49-F238E27FC236}">
                <a16:creationId xmlns:a16="http://schemas.microsoft.com/office/drawing/2014/main" id="{CE2689CF-F0F5-492C-8A7C-B42B938207C1}"/>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Audit rétrospectif. Une validation indépendante reste nécessaire</a:t>
            </a:r>
          </a:p>
        </p:txBody>
      </p:sp>
    </p:spTree>
    <p:extLst>
      <p:ext uri="{BB962C8B-B14F-4D97-AF65-F5344CB8AC3E}">
        <p14:creationId xmlns:p14="http://schemas.microsoft.com/office/powerpoint/2010/main" val="544875308"/>
      </p:ext>
    </p:extLst>
  </p:cSld>
</p:sld>
</file>

<file path=ppt/slides/slide9.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1C2D3B61-2196-4DE5-B53E-36E3FBD3E3ED}"/>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Segmenter les profils techniques</a:t>
            </a:r>
          </a:p>
        </p:txBody>
      </p:sp>
      <p:sp>
        <p:nvSpPr>
          <p:cNvPr id="3" name="">
            <a:extLst xmlns:a="http://schemas.openxmlformats.org/drawingml/2006/main">
              <a:ext uri="{FF2B5EF4-FFF2-40B4-BE49-F238E27FC236}">
                <a16:creationId xmlns:a16="http://schemas.microsoft.com/office/drawing/2014/main" id="{A6AC9601-E3D0-46E9-8336-D4B1CA3217E9}"/>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03   K-MEANS   /   16 MIN</a:t>
            </a:r>
          </a:p>
        </p:txBody>
      </p:sp>
      <p:sp>
        <p:nvSpPr>
          <p:cNvPr id="4" name="">
            <a:extLst xmlns:a="http://schemas.openxmlformats.org/drawingml/2006/main">
              <a:ext uri="{FF2B5EF4-FFF2-40B4-BE49-F238E27FC236}">
                <a16:creationId xmlns:a16="http://schemas.microsoft.com/office/drawing/2014/main" id="{857D4103-88CF-4D44-85C0-ABF84ADDF7FD}"/>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09</a:t>
            </a:r>
          </a:p>
        </p:txBody>
      </p:sp>
      <p:sp>
        <p:nvSpPr>
          <p:cNvPr id="5" name="">
            <a:extLst xmlns:a="http://schemas.openxmlformats.org/drawingml/2006/main">
              <a:ext uri="{FF2B5EF4-FFF2-40B4-BE49-F238E27FC236}">
                <a16:creationId xmlns:a16="http://schemas.microsoft.com/office/drawing/2014/main" id="{7EE647F1-F0C1-42A5-8E13-A50FEC22FD3B}"/>
              </a:ext>
            </a:extLst>
          </p:cNvPr>
          <p:cNvSpPr>
            <a:spLocks xmlns:a="http://schemas.openxmlformats.org/drawingml/2006/main" noGrp="1"/>
          </p:cNvSpPr>
          <p:nvPr/>
        </p:nvSpPr>
        <p:spPr>
          <a:xfrm xmlns:a="http://schemas.openxmlformats.org/drawingml/2006/main">
            <a:off x="647700" y="143827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xmlns:a="http://schemas.openxmlformats.org/drawingml/2006/main">
            <a:pPr>
              <a:defRPr sz="1800" b="0">
                <a:solidFill>
                  <a:srgbClr val="5A6E71"/>
                </a:solidFill>
              </a:defRPr>
            </a:pPr>
            <a:r>
              <a:rPr sz="1800" b="0">
                <a:solidFill>
                  <a:srgbClr val="5A6E71"/>
                </a:solidFill>
              </a:rPr>
              <a:t>Échantillon équilibré : 220 points par groupe</a:t>
            </a:r>
          </a:p>
        </p:txBody>
      </p:sp>
      <p:graphicFrame>
        <p:nvGraphicFramePr>
          <p:cNvPr id="6" name="Chart">
            <a:extLst xmlns:a="http://schemas.openxmlformats.org/drawingml/2006/main">
              <a:ext uri="{FF2B5EF4-FFF2-40B4-BE49-F238E27FC236}">
                <a16:creationId xmlns:a16="http://schemas.microsoft.com/office/drawing/2014/main" id="{B9639BAC-743A-4280-AC3B-B3EF1D5B5F6C}"/>
              </a:ext>
            </a:extLst>
          </p:cNvPr>
          <p:cNvGraphicFramePr/>
          <p:nvPr/>
        </p:nvGraphicFramePr>
        <p:xfrm>
          <a:off xmlns:a="http://schemas.openxmlformats.org/drawingml/2006/main" x="619125" y="1819275"/>
          <a:ext xmlns:a="http://schemas.openxmlformats.org/drawingml/2006/main" cx="10953750" cy="3714750"/>
        </p:xfrm>
        <a:graphic xmlns:a="http://schemas.openxmlformats.org/drawingml/2006/main">
          <a:graphicData uri="http://schemas.openxmlformats.org/drawingml/2006/chart">
            <c:chart xmlns:r="http://schemas.openxmlformats.org/officeDocument/2006/relationships" xmlns:c="http://schemas.openxmlformats.org/drawingml/2006/chart" r:id="R8a131b412f894f3a"/>
          </a:graphicData>
        </a:graphic>
      </p:graphicFrame>
      <p:sp>
        <p:nvSpPr>
          <p:cNvPr id="7" name="">
            <a:extLst xmlns:a="http://schemas.openxmlformats.org/drawingml/2006/main">
              <a:ext uri="{FF2B5EF4-FFF2-40B4-BE49-F238E27FC236}">
                <a16:creationId xmlns:a16="http://schemas.microsoft.com/office/drawing/2014/main" id="{B8181937-49FC-45E3-BF9A-B2758052B0DE}"/>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Une proximité technique, à interpréter dans le contexte du catalogue</a:t>
            </a:r>
          </a:p>
        </p:txBody>
      </p:sp>
    </p:spTree>
    <p:extLst>
      <p:ext uri="{BB962C8B-B14F-4D97-AF65-F5344CB8AC3E}">
        <p14:creationId xmlns:p14="http://schemas.microsoft.com/office/powerpoint/2010/main" val="934820101"/>
      </p:ext>
    </p:extLst>
  </p:cSld>
</p:sld>
</file>

<file path=ppt/slides/slide10.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A61D53C-E34A-41C9-B5A2-956DFF496D13}"/>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Le choix des variables</a:t>
            </a:r>
          </a:p>
        </p:txBody>
      </p:sp>
      <p:sp>
        <p:nvSpPr>
          <p:cNvPr id="3" name="">
            <a:extLst xmlns:a="http://schemas.openxmlformats.org/drawingml/2006/main">
              <a:ext uri="{FF2B5EF4-FFF2-40B4-BE49-F238E27FC236}">
                <a16:creationId xmlns:a16="http://schemas.microsoft.com/office/drawing/2014/main" id="{27891F5A-712D-4EB0-90BB-E75DC0EFC780}"/>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03   K-MEANS   /   16 MIN</a:t>
            </a:r>
          </a:p>
        </p:txBody>
      </p:sp>
      <p:sp>
        <p:nvSpPr>
          <p:cNvPr id="4" name="">
            <a:extLst xmlns:a="http://schemas.openxmlformats.org/drawingml/2006/main">
              <a:ext uri="{FF2B5EF4-FFF2-40B4-BE49-F238E27FC236}">
                <a16:creationId xmlns:a16="http://schemas.microsoft.com/office/drawing/2014/main" id="{A2C261EA-2812-4BAD-A769-38B610973992}"/>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10</a:t>
            </a:r>
          </a:p>
        </p:txBody>
      </p:sp>
      <p:graphicFrame>
        <p:nvGraphicFramePr>
          <p:cNvPr id="5" name="">
            <a:extLst xmlns:a="http://schemas.openxmlformats.org/drawingml/2006/main">
              <a:ext uri="{FF2B5EF4-FFF2-40B4-BE49-F238E27FC236}">
                <a16:creationId xmlns:a16="http://schemas.microsoft.com/office/drawing/2014/main" id="{15473062-D51E-4D13-BBC2-4C57F1E4B94C}"/>
              </a:ext>
            </a:extLst>
          </p:cNvPr>
          <p:cNvGraphicFramePr/>
          <p:nvPr/>
        </p:nvGraphicFramePr>
        <p:xfrm>
          <a:off xmlns:a="http://schemas.openxmlformats.org/drawingml/2006/main" x="619125" y="1714500"/>
          <a:ext xmlns:a="http://schemas.openxmlformats.org/drawingml/2006/main" cx="10953750" cy="3143250"/>
        </p:xfrm>
        <a:graphic xmlns:a="http://schemas.openxmlformats.org/drawingml/2006/main">
          <a:graphicData uri="http://schemas.openxmlformats.org/drawingml/2006/table">
            <a:tbl>
              <a:tblPr/>
              <a:tblGrid>
                <a:gridCol w="4095750"/>
                <a:gridCol w="4476750"/>
                <a:gridCol w="2381250"/>
              </a:tblGrid>
              <a:tr h="785813">
                <a:tc>
                  <a:txBody>
                    <a:bodyPr/>
                    <a:lstStyle/>
                    <a:p>
                      <a:r>
                        <a:rPr sz="1800" b="1">
                          <a:solidFill>
                            <a:srgbClr val="FFFFFF"/>
                          </a:solidFill>
                        </a:rPr>
                        <a:t>Variable retenue</a:t>
                      </a:r>
                    </a:p>
                  </a:txBody>
                  <a:tcPr marL="91440" marR="91440" marT="45720" marB="45720">
                    <a:lnL w="9525">
                      <a:solidFill>
                        <a:srgbClr val="DCE6E5"/>
                      </a:solidFill>
                    </a:lnL>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Dimension décrite</a:t>
                      </a:r>
                    </a:p>
                  </a:txBody>
                  <a:tcPr marL="91440" marR="91440" marT="45720" marB="45720">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Unité</a:t>
                      </a:r>
                    </a:p>
                  </a:txBody>
                  <a:tcPr marL="91440" marR="91440" marT="45720" marB="45720">
                    <a:lnR w="9525">
                      <a:solidFill>
                        <a:srgbClr val="DCE6E5"/>
                      </a:solidFill>
                    </a:lnR>
                    <a:lnT w="9525">
                      <a:solidFill>
                        <a:srgbClr val="DCE6E5"/>
                      </a:solidFill>
                    </a:lnT>
                    <a:lnB w="9525">
                      <a:solidFill>
                        <a:srgbClr val="DCE6E5"/>
                      </a:solidFill>
                    </a:lnB>
                    <a:solidFill>
                      <a:srgbClr val="17363A"/>
                    </a:solidFill>
                  </a:tcPr>
                </a:tc>
              </a:tr>
              <a:tr h="785813">
                <a:tc>
                  <a:txBody>
                    <a:bodyPr/>
                    <a:lstStyle/>
                    <a:p>
                      <a:r>
                        <a:rPr sz="1875" b="0">
                          <a:solidFill>
                            <a:srgbClr val="17363A"/>
                          </a:solidFill>
                        </a:rPr>
                        <a:t>Puissance maximale</a:t>
                      </a:r>
                    </a:p>
                  </a:txBody>
                  <a:tcPr marL="91440" marR="91440" marT="45720" marB="45720">
                    <a:lnL w="9525">
                      <a:solidFill>
                        <a:srgbClr val="DCE6E5"/>
                      </a:solidFill>
                    </a:lnL>
                    <a:lnR w="9525">
                      <a:solidFill>
                        <a:srgbClr val="DCE6E5"/>
                      </a:solidFill>
                    </a:lnR>
                    <a:lnB w="9525">
                      <a:solidFill>
                        <a:srgbClr val="DCE6E5"/>
                      </a:solidFill>
                    </a:lnB>
                    <a:solidFill>
                      <a:srgbClr val="FAFCFB"/>
                    </a:solidFill>
                  </a:tcPr>
                </a:tc>
                <a:tc>
                  <a:txBody>
                    <a:bodyPr/>
                    <a:lstStyle/>
                    <a:p>
                      <a:r>
                        <a:rPr sz="1875" b="0">
                          <a:solidFill>
                            <a:srgbClr val="17363A"/>
                          </a:solidFill>
                        </a:rPr>
                        <a:t>Motorisation</a:t>
                      </a:r>
                    </a:p>
                  </a:txBody>
                  <a:tcPr marL="91440" marR="91440" marT="45720" marB="45720">
                    <a:lnR w="9525">
                      <a:solidFill>
                        <a:srgbClr val="DCE6E5"/>
                      </a:solidFill>
                    </a:lnR>
                    <a:lnB w="9525">
                      <a:solidFill>
                        <a:srgbClr val="DCE6E5"/>
                      </a:solidFill>
                    </a:lnB>
                    <a:solidFill>
                      <a:srgbClr val="FAFCFB"/>
                    </a:solidFill>
                  </a:tcPr>
                </a:tc>
                <a:tc>
                  <a:txBody>
                    <a:bodyPr/>
                    <a:lstStyle/>
                    <a:p>
                      <a:r>
                        <a:rPr sz="1875" b="0">
                          <a:solidFill>
                            <a:srgbClr val="17363A"/>
                          </a:solidFill>
                        </a:rPr>
                        <a:t>kW</a:t>
                      </a:r>
                    </a:p>
                  </a:txBody>
                  <a:tcPr marL="91440" marR="91440" marT="45720" marB="45720">
                    <a:lnR w="9525">
                      <a:solidFill>
                        <a:srgbClr val="DCE6E5"/>
                      </a:solidFill>
                    </a:lnR>
                    <a:lnB w="9525">
                      <a:solidFill>
                        <a:srgbClr val="DCE6E5"/>
                      </a:solidFill>
                    </a:lnB>
                    <a:solidFill>
                      <a:srgbClr val="FAFCFB"/>
                    </a:solidFill>
                  </a:tcPr>
                </a:tc>
              </a:tr>
              <a:tr h="785813">
                <a:tc>
                  <a:txBody>
                    <a:bodyPr/>
                    <a:lstStyle/>
                    <a:p>
                      <a:r>
                        <a:rPr sz="1875" b="0">
                          <a:solidFill>
                            <a:srgbClr val="17363A"/>
                          </a:solidFill>
                        </a:rPr>
                        <a:t>Masse minimale</a:t>
                      </a:r>
                    </a:p>
                  </a:txBody>
                  <a:tcPr marL="91440" marR="91440" marT="45720" marB="45720">
                    <a:lnL w="9525">
                      <a:solidFill>
                        <a:srgbClr val="DCE6E5"/>
                      </a:solidFill>
                    </a:lnL>
                    <a:lnR w="9525">
                      <a:solidFill>
                        <a:srgbClr val="DCE6E5"/>
                      </a:solidFill>
                    </a:lnR>
                    <a:lnB w="9525">
                      <a:solidFill>
                        <a:srgbClr val="DCE6E5"/>
                      </a:solidFill>
                    </a:lnB>
                    <a:solidFill>
                      <a:srgbClr val="FAFCFB"/>
                    </a:solidFill>
                  </a:tcPr>
                </a:tc>
                <a:tc>
                  <a:txBody>
                    <a:bodyPr/>
                    <a:lstStyle/>
                    <a:p>
                      <a:r>
                        <a:rPr sz="1875" b="0">
                          <a:solidFill>
                            <a:srgbClr val="17363A"/>
                          </a:solidFill>
                        </a:rPr>
                        <a:t>Gabarit</a:t>
                      </a:r>
                    </a:p>
                  </a:txBody>
                  <a:tcPr marL="91440" marR="91440" marT="45720" marB="45720">
                    <a:lnR w="9525">
                      <a:solidFill>
                        <a:srgbClr val="DCE6E5"/>
                      </a:solidFill>
                    </a:lnR>
                    <a:lnB w="9525">
                      <a:solidFill>
                        <a:srgbClr val="DCE6E5"/>
                      </a:solidFill>
                    </a:lnB>
                    <a:solidFill>
                      <a:srgbClr val="FAFCFB"/>
                    </a:solidFill>
                  </a:tcPr>
                </a:tc>
                <a:tc>
                  <a:txBody>
                    <a:bodyPr/>
                    <a:lstStyle/>
                    <a:p>
                      <a:r>
                        <a:rPr sz="1875" b="0">
                          <a:solidFill>
                            <a:srgbClr val="17363A"/>
                          </a:solidFill>
                        </a:rPr>
                        <a:t>kg</a:t>
                      </a:r>
                    </a:p>
                  </a:txBody>
                  <a:tcPr marL="91440" marR="91440" marT="45720" marB="45720">
                    <a:lnR w="9525">
                      <a:solidFill>
                        <a:srgbClr val="DCE6E5"/>
                      </a:solidFill>
                    </a:lnR>
                    <a:lnB w="9525">
                      <a:solidFill>
                        <a:srgbClr val="DCE6E5"/>
                      </a:solidFill>
                    </a:lnB>
                    <a:solidFill>
                      <a:srgbClr val="FAFCFB"/>
                    </a:solidFill>
                  </a:tcPr>
                </a:tc>
              </a:tr>
              <a:tr h="785813">
                <a:tc>
                  <a:txBody>
                    <a:bodyPr/>
                    <a:lstStyle/>
                    <a:p>
                      <a:r>
                        <a:rPr sz="1875" b="0">
                          <a:solidFill>
                            <a:srgbClr val="17363A"/>
                          </a:solidFill>
                        </a:rPr>
                        <a:t>CO₂ mixte</a:t>
                      </a:r>
                    </a:p>
                  </a:txBody>
                  <a:tcPr marL="91440" marR="91440" marT="45720" marB="45720">
                    <a:lnL w="9525">
                      <a:solidFill>
                        <a:srgbClr val="DCE6E5"/>
                      </a:solidFill>
                    </a:lnL>
                    <a:lnR w="9525">
                      <a:solidFill>
                        <a:srgbClr val="DCE6E5"/>
                      </a:solidFill>
                    </a:lnR>
                    <a:lnB w="9525">
                      <a:solidFill>
                        <a:srgbClr val="DCE6E5"/>
                      </a:solidFill>
                    </a:lnB>
                    <a:solidFill>
                      <a:srgbClr val="FAFCFB"/>
                    </a:solidFill>
                  </a:tcPr>
                </a:tc>
                <a:tc>
                  <a:txBody>
                    <a:bodyPr/>
                    <a:lstStyle/>
                    <a:p>
                      <a:r>
                        <a:rPr sz="1875" b="0">
                          <a:solidFill>
                            <a:srgbClr val="17363A"/>
                          </a:solidFill>
                        </a:rPr>
                        <a:t>Émissions déclarées</a:t>
                      </a:r>
                    </a:p>
                  </a:txBody>
                  <a:tcPr marL="91440" marR="91440" marT="45720" marB="45720">
                    <a:lnR w="9525">
                      <a:solidFill>
                        <a:srgbClr val="DCE6E5"/>
                      </a:solidFill>
                    </a:lnR>
                    <a:lnB w="9525">
                      <a:solidFill>
                        <a:srgbClr val="DCE6E5"/>
                      </a:solidFill>
                    </a:lnB>
                    <a:solidFill>
                      <a:srgbClr val="FAFCFB"/>
                    </a:solidFill>
                  </a:tcPr>
                </a:tc>
                <a:tc>
                  <a:txBody>
                    <a:bodyPr/>
                    <a:lstStyle/>
                    <a:p>
                      <a:r>
                        <a:rPr sz="1875" b="0">
                          <a:solidFill>
                            <a:srgbClr val="17363A"/>
                          </a:solidFill>
                        </a:rPr>
                        <a:t>g/km</a:t>
                      </a:r>
                    </a:p>
                  </a:txBody>
                  <a:tcPr marL="91440" marR="91440" marT="45720" marB="45720">
                    <a:lnR w="9525">
                      <a:solidFill>
                        <a:srgbClr val="DCE6E5"/>
                      </a:solidFill>
                    </a:lnR>
                    <a:lnB w="9525">
                      <a:solidFill>
                        <a:srgbClr val="DCE6E5"/>
                      </a:solidFill>
                    </a:lnB>
                    <a:solidFill>
                      <a:srgbClr val="FAFCFB"/>
                    </a:solidFill>
                  </a:tcPr>
                </a:tc>
              </a:tr>
            </a:tbl>
          </a:graphicData>
        </a:graphic>
      </p:graphicFrame>
      <p:sp>
        <p:nvSpPr>
          <p:cNvPr id="6" name="">
            <a:extLst xmlns:a="http://schemas.openxmlformats.org/drawingml/2006/main">
              <a:ext uri="{FF2B5EF4-FFF2-40B4-BE49-F238E27FC236}">
                <a16:creationId xmlns:a16="http://schemas.microsoft.com/office/drawing/2014/main" id="{65AFECC3-FC0C-453F-BB9F-077E165922B3}"/>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Consommation écartée : information très redondante avec le CO₂</a:t>
            </a:r>
          </a:p>
        </p:txBody>
      </p:sp>
    </p:spTree>
    <p:extLst>
      <p:ext uri="{BB962C8B-B14F-4D97-AF65-F5344CB8AC3E}">
        <p14:creationId xmlns:p14="http://schemas.microsoft.com/office/powerpoint/2010/main" val="1111293099"/>
      </p:ext>
    </p:extLst>
  </p:cSld>
</p:sld>
</file>

<file path=ppt/slides/slide11.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C8967D3F-03E1-4140-B915-3576AFEBE303}"/>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L’effet de la standardisation</a:t>
            </a:r>
          </a:p>
        </p:txBody>
      </p:sp>
      <p:sp>
        <p:nvSpPr>
          <p:cNvPr id="3" name="">
            <a:extLst xmlns:a="http://schemas.openxmlformats.org/drawingml/2006/main">
              <a:ext uri="{FF2B5EF4-FFF2-40B4-BE49-F238E27FC236}">
                <a16:creationId xmlns:a16="http://schemas.microsoft.com/office/drawing/2014/main" id="{C3617B7E-F559-429E-991C-BFABE9CFCFCE}"/>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03   K-MEANS   /   16 MIN</a:t>
            </a:r>
          </a:p>
        </p:txBody>
      </p:sp>
      <p:sp>
        <p:nvSpPr>
          <p:cNvPr id="4" name="">
            <a:extLst xmlns:a="http://schemas.openxmlformats.org/drawingml/2006/main">
              <a:ext uri="{FF2B5EF4-FFF2-40B4-BE49-F238E27FC236}">
                <a16:creationId xmlns:a16="http://schemas.microsoft.com/office/drawing/2014/main" id="{3499CCFA-58EA-4B0B-995C-622EA6F953BD}"/>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11</a:t>
            </a:r>
          </a:p>
        </p:txBody>
      </p:sp>
      <p:sp>
        <p:nvSpPr>
          <p:cNvPr id="5" name="">
            <a:extLst xmlns:a="http://schemas.openxmlformats.org/drawingml/2006/main">
              <a:ext uri="{FF2B5EF4-FFF2-40B4-BE49-F238E27FC236}">
                <a16:creationId xmlns:a16="http://schemas.microsoft.com/office/drawing/2014/main" id="{00058C68-042D-4376-A9B0-A159B918F058}"/>
              </a:ext>
            </a:extLst>
          </p:cNvPr>
          <p:cNvSpPr>
            <a:spLocks xmlns:a="http://schemas.openxmlformats.org/drawingml/2006/main" noGrp="1"/>
          </p:cNvSpPr>
          <p:nvPr/>
        </p:nvSpPr>
        <p:spPr>
          <a:xfrm xmlns:a="http://schemas.openxmlformats.org/drawingml/2006/main">
            <a:off x="647700" y="143827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xmlns:a="http://schemas.openxmlformats.org/drawingml/2006/main">
            <a:pPr>
              <a:defRPr sz="1800" b="0">
                <a:solidFill>
                  <a:srgbClr val="5A6E71"/>
                </a:solidFill>
              </a:defRPr>
            </a:pPr>
            <a:r>
              <a:rPr sz="1800" b="0">
                <a:solidFill>
                  <a:srgbClr val="5A6E71"/>
                </a:solidFill>
              </a:rPr>
              <a:t>Standardiser : centrer et réduire</a:t>
            </a:r>
          </a:p>
        </p:txBody>
      </p:sp>
      <p:graphicFrame>
        <p:nvGraphicFramePr>
          <p:cNvPr id="6" name="Chart">
            <a:extLst xmlns:a="http://schemas.openxmlformats.org/drawingml/2006/main">
              <a:ext uri="{FF2B5EF4-FFF2-40B4-BE49-F238E27FC236}">
                <a16:creationId xmlns:a16="http://schemas.microsoft.com/office/drawing/2014/main" id="{69078F8E-151C-435B-A368-533509E12AC0}"/>
              </a:ext>
            </a:extLst>
          </p:cNvPr>
          <p:cNvGraphicFramePr/>
          <p:nvPr/>
        </p:nvGraphicFramePr>
        <p:xfrm>
          <a:off xmlns:a="http://schemas.openxmlformats.org/drawingml/2006/main" x="619125" y="2133600"/>
          <a:ext xmlns:a="http://schemas.openxmlformats.org/drawingml/2006/main" cx="5238750" cy="3228975"/>
        </p:xfrm>
        <a:graphic xmlns:a="http://schemas.openxmlformats.org/drawingml/2006/main">
          <a:graphicData uri="http://schemas.openxmlformats.org/drawingml/2006/chart">
            <c:chart xmlns:r="http://schemas.openxmlformats.org/officeDocument/2006/relationships" xmlns:c="http://schemas.openxmlformats.org/drawingml/2006/chart" r:id="R087899ebc7164554"/>
          </a:graphicData>
        </a:graphic>
      </p:graphicFrame>
      <p:graphicFrame>
        <p:nvGraphicFramePr>
          <p:cNvPr id="7" name="Chart">
            <a:extLst xmlns:a="http://schemas.openxmlformats.org/drawingml/2006/main">
              <a:ext uri="{FF2B5EF4-FFF2-40B4-BE49-F238E27FC236}">
                <a16:creationId xmlns:a16="http://schemas.microsoft.com/office/drawing/2014/main" id="{ACFA6F48-A2F9-4D5C-A3B7-18B418BC7F3C}"/>
              </a:ext>
            </a:extLst>
          </p:cNvPr>
          <p:cNvGraphicFramePr/>
          <p:nvPr/>
        </p:nvGraphicFramePr>
        <p:xfrm>
          <a:off xmlns:a="http://schemas.openxmlformats.org/drawingml/2006/main" x="6477000" y="2133600"/>
          <a:ext xmlns:a="http://schemas.openxmlformats.org/drawingml/2006/main" cx="5095875" cy="3228975"/>
        </p:xfrm>
        <a:graphic xmlns:a="http://schemas.openxmlformats.org/drawingml/2006/main">
          <a:graphicData uri="http://schemas.openxmlformats.org/drawingml/2006/chart">
            <c:chart xmlns:r="http://schemas.openxmlformats.org/officeDocument/2006/relationships" xmlns:c="http://schemas.openxmlformats.org/drawingml/2006/chart" r:id="R6ab9a3b08a554525"/>
          </a:graphicData>
        </a:graphic>
      </p:graphicFrame>
      <p:sp>
        <p:nvSpPr>
          <p:cNvPr id="8" name="">
            <a:extLst xmlns:a="http://schemas.openxmlformats.org/drawingml/2006/main">
              <a:ext uri="{FF2B5EF4-FFF2-40B4-BE49-F238E27FC236}">
                <a16:creationId xmlns:a16="http://schemas.microsoft.com/office/drawing/2014/main" id="{1519A4E7-01CC-4538-B3F7-BA86405A9F82}"/>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Chaque dimension contribue à la distance sur une échelle comparable</a:t>
            </a:r>
          </a:p>
        </p:txBody>
      </p:sp>
    </p:spTree>
    <p:extLst>
      <p:ext uri="{BB962C8B-B14F-4D97-AF65-F5344CB8AC3E}">
        <p14:creationId xmlns:p14="http://schemas.microsoft.com/office/powerpoint/2010/main" val="1075121258"/>
      </p:ext>
    </p:extLst>
  </p:cSld>
</p:sld>
</file>

<file path=ppt/slides/slide12.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6592A5D8-8B4F-4A87-AB27-E7A30431E528}"/>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K-Means : groupes par proximité</a:t>
            </a:r>
          </a:p>
        </p:txBody>
      </p:sp>
      <p:sp>
        <p:nvSpPr>
          <p:cNvPr id="3" name="">
            <a:extLst xmlns:a="http://schemas.openxmlformats.org/drawingml/2006/main">
              <a:ext uri="{FF2B5EF4-FFF2-40B4-BE49-F238E27FC236}">
                <a16:creationId xmlns:a16="http://schemas.microsoft.com/office/drawing/2014/main" id="{CD146BD3-D12F-4986-A596-766301AFDFFA}"/>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03   K-MEANS   /   16 MIN</a:t>
            </a:r>
          </a:p>
        </p:txBody>
      </p:sp>
      <p:sp>
        <p:nvSpPr>
          <p:cNvPr id="4" name="">
            <a:extLst xmlns:a="http://schemas.openxmlformats.org/drawingml/2006/main">
              <a:ext uri="{FF2B5EF4-FFF2-40B4-BE49-F238E27FC236}">
                <a16:creationId xmlns:a16="http://schemas.microsoft.com/office/drawing/2014/main" id="{0845019E-CDF8-419D-9FD6-362F4CA5BCAB}"/>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12</a:t>
            </a:r>
          </a:p>
        </p:txBody>
      </p:sp>
      <p:sp>
        <p:nvSpPr>
          <p:cNvPr id="5" name="">
            <a:extLst xmlns:a="http://schemas.openxmlformats.org/drawingml/2006/main">
              <a:ext uri="{FF2B5EF4-FFF2-40B4-BE49-F238E27FC236}">
                <a16:creationId xmlns:a16="http://schemas.microsoft.com/office/drawing/2014/main" id="{F0AACF9A-1246-4190-B5C4-0555F44FC9E9}"/>
              </a:ext>
            </a:extLst>
          </p:cNvPr>
          <p:cNvSpPr>
            <a:spLocks xmlns:a="http://schemas.openxmlformats.org/drawingml/2006/main" noGrp="1"/>
          </p:cNvSpPr>
          <p:nvPr/>
        </p:nvSpPr>
        <p:spPr>
          <a:xfrm xmlns:a="http://schemas.openxmlformats.org/drawingml/2006/main">
            <a:off x="619125" y="1400175"/>
            <a:ext cx="714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5A6E71"/>
                </a:solidFill>
              </a:defRPr>
            </a:defPPr>
            <a:lvl1pPr>
              <a:defRPr sz="1650" b="0">
                <a:solidFill>
                  <a:srgbClr val="5A6E71"/>
                </a:solidFill>
              </a:defRPr>
            </a:lvl1pPr>
            <a:lvl2pPr>
              <a:defRPr sz="1650" b="0">
                <a:solidFill>
                  <a:srgbClr val="5A6E71"/>
                </a:solidFill>
              </a:defRPr>
            </a:lvl2pPr>
            <a:lvl3pPr>
              <a:defRPr sz="1650" b="0">
                <a:solidFill>
                  <a:srgbClr val="5A6E71"/>
                </a:solidFill>
              </a:defRPr>
            </a:lvl3pPr>
            <a:lvl4pPr>
              <a:defRPr sz="1650" b="0">
                <a:solidFill>
                  <a:srgbClr val="5A6E71"/>
                </a:solidFill>
              </a:defRPr>
            </a:lvl4pPr>
            <a:lvl5pPr>
              <a:defRPr sz="1650" b="0">
                <a:solidFill>
                  <a:srgbClr val="5A6E71"/>
                </a:solidFill>
              </a:defRPr>
            </a:lvl5pPr>
            <a:lvl6pPr>
              <a:defRPr sz="1650" b="0">
                <a:solidFill>
                  <a:srgbClr val="5A6E71"/>
                </a:solidFill>
              </a:defRPr>
            </a:lvl6pPr>
            <a:lvl7pPr>
              <a:defRPr sz="1650" b="0">
                <a:solidFill>
                  <a:srgbClr val="5A6E71"/>
                </a:solidFill>
              </a:defRPr>
            </a:lvl7pPr>
            <a:lvl8pPr>
              <a:defRPr sz="1650" b="0">
                <a:solidFill>
                  <a:srgbClr val="5A6E71"/>
                </a:solidFill>
              </a:defRPr>
            </a:lvl8pPr>
            <a:lvl9pPr>
              <a:defRPr sz="1650" b="0">
                <a:solidFill>
                  <a:srgbClr val="5A6E71"/>
                </a:solidFill>
              </a:defRPr>
            </a:lvl9pPr>
          </a:lstStyle>
          <a:p xmlns:a="http://schemas.openxmlformats.org/drawingml/2006/main">
            <a:pPr>
              <a:defRPr sz="1650" b="0">
                <a:solidFill>
                  <a:srgbClr val="5A6E71"/>
                </a:solidFill>
              </a:defRPr>
            </a:pPr>
            <a:r>
              <a:rPr sz="1650" b="0">
                <a:solidFill>
                  <a:srgbClr val="5A6E71"/>
                </a:solidFill>
              </a:rPr>
              <a:t>Tirage équilibré : 220 points par groupe</a:t>
            </a:r>
          </a:p>
        </p:txBody>
      </p:sp>
      <p:graphicFrame>
        <p:nvGraphicFramePr>
          <p:cNvPr id="6" name="Chart">
            <a:extLst xmlns:a="http://schemas.openxmlformats.org/drawingml/2006/main">
              <a:ext uri="{FF2B5EF4-FFF2-40B4-BE49-F238E27FC236}">
                <a16:creationId xmlns:a16="http://schemas.microsoft.com/office/drawing/2014/main" id="{426ABD36-8AC3-4C5E-8AF6-42CE4A7EE32F}"/>
              </a:ext>
            </a:extLst>
          </p:cNvPr>
          <p:cNvGraphicFramePr/>
          <p:nvPr/>
        </p:nvGraphicFramePr>
        <p:xfrm>
          <a:off xmlns:a="http://schemas.openxmlformats.org/drawingml/2006/main" x="619125" y="1762125"/>
          <a:ext xmlns:a="http://schemas.openxmlformats.org/drawingml/2006/main" cx="7239000" cy="3857625"/>
        </p:xfrm>
        <a:graphic xmlns:a="http://schemas.openxmlformats.org/drawingml/2006/main">
          <a:graphicData uri="http://schemas.openxmlformats.org/drawingml/2006/chart">
            <c:chart xmlns:r="http://schemas.openxmlformats.org/officeDocument/2006/relationships" xmlns:c="http://schemas.openxmlformats.org/drawingml/2006/chart" r:id="R8d846bb30f644e26"/>
          </a:graphicData>
        </a:graphic>
      </p:graphicFrame>
      <p:sp>
        <p:nvSpPr>
          <p:cNvPr id="7" name="">
            <a:extLst xmlns:a="http://schemas.openxmlformats.org/drawingml/2006/main">
              <a:ext uri="{FF2B5EF4-FFF2-40B4-BE49-F238E27FC236}">
                <a16:creationId xmlns:a16="http://schemas.microsoft.com/office/drawing/2014/main" id="{18898756-C302-493F-AD26-C895F1DAA154}"/>
              </a:ext>
            </a:extLst>
          </p:cNvPr>
          <p:cNvSpPr>
            <a:spLocks xmlns:a="http://schemas.openxmlformats.org/drawingml/2006/main" noGrp="1"/>
          </p:cNvSpPr>
          <p:nvPr/>
        </p:nvSpPr>
        <p:spPr>
          <a:xfrm xmlns:a="http://schemas.openxmlformats.org/drawingml/2006/main">
            <a:off x="8572500" y="2095500"/>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08C85"/>
                </a:solidFill>
              </a:defRPr>
            </a:defPPr>
            <a:lvl1pPr>
              <a:defRPr sz="2625" b="1">
                <a:solidFill>
                  <a:srgbClr val="008C85"/>
                </a:solidFill>
              </a:defRPr>
            </a:lvl1pPr>
            <a:lvl2pPr>
              <a:defRPr sz="2625" b="1">
                <a:solidFill>
                  <a:srgbClr val="008C85"/>
                </a:solidFill>
              </a:defRPr>
            </a:lvl2pPr>
            <a:lvl3pPr>
              <a:defRPr sz="2625" b="1">
                <a:solidFill>
                  <a:srgbClr val="008C85"/>
                </a:solidFill>
              </a:defRPr>
            </a:lvl3pPr>
            <a:lvl4pPr>
              <a:defRPr sz="2625" b="1">
                <a:solidFill>
                  <a:srgbClr val="008C85"/>
                </a:solidFill>
              </a:defRPr>
            </a:lvl4pPr>
            <a:lvl5pPr>
              <a:defRPr sz="2625" b="1">
                <a:solidFill>
                  <a:srgbClr val="008C85"/>
                </a:solidFill>
              </a:defRPr>
            </a:lvl5pPr>
            <a:lvl6pPr>
              <a:defRPr sz="2625" b="1">
                <a:solidFill>
                  <a:srgbClr val="008C85"/>
                </a:solidFill>
              </a:defRPr>
            </a:lvl6pPr>
            <a:lvl7pPr>
              <a:defRPr sz="2625" b="1">
                <a:solidFill>
                  <a:srgbClr val="008C85"/>
                </a:solidFill>
              </a:defRPr>
            </a:lvl7pPr>
            <a:lvl8pPr>
              <a:defRPr sz="2625" b="1">
                <a:solidFill>
                  <a:srgbClr val="008C85"/>
                </a:solidFill>
              </a:defRPr>
            </a:lvl8pPr>
            <a:lvl9pPr>
              <a:defRPr sz="2625" b="1">
                <a:solidFill>
                  <a:srgbClr val="008C85"/>
                </a:solidFill>
              </a:defRPr>
            </a:lvl9pPr>
          </a:lstStyle>
          <a:p xmlns:a="http://schemas.openxmlformats.org/drawingml/2006/main">
            <a:pPr>
              <a:defRPr sz="2625" b="1">
                <a:solidFill>
                  <a:srgbClr val="008C85"/>
                </a:solidFill>
              </a:defRPr>
            </a:pPr>
            <a:r>
              <a:rPr sz="2625" b="1">
                <a:solidFill>
                  <a:srgbClr val="008C85"/>
                </a:solidFill>
              </a:rPr>
              <a:t>Affecter</a:t>
            </a:r>
          </a:p>
        </p:txBody>
      </p:sp>
      <p:sp>
        <p:nvSpPr>
          <p:cNvPr id="8" name="">
            <a:extLst xmlns:a="http://schemas.openxmlformats.org/drawingml/2006/main">
              <a:ext uri="{FF2B5EF4-FFF2-40B4-BE49-F238E27FC236}">
                <a16:creationId xmlns:a16="http://schemas.microsoft.com/office/drawing/2014/main" id="{46254786-F5E9-429A-8635-AC7CC7AD302C}"/>
              </a:ext>
            </a:extLst>
          </p:cNvPr>
          <p:cNvSpPr>
            <a:spLocks xmlns:a="http://schemas.openxmlformats.org/drawingml/2006/main" noGrp="1"/>
          </p:cNvSpPr>
          <p:nvPr/>
        </p:nvSpPr>
        <p:spPr>
          <a:xfrm xmlns:a="http://schemas.openxmlformats.org/drawingml/2006/main">
            <a:off x="8572500" y="3095625"/>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4179B7"/>
                </a:solidFill>
              </a:defRPr>
            </a:defPPr>
            <a:lvl1pPr>
              <a:defRPr sz="2625" b="1">
                <a:solidFill>
                  <a:srgbClr val="4179B7"/>
                </a:solidFill>
              </a:defRPr>
            </a:lvl1pPr>
            <a:lvl2pPr>
              <a:defRPr sz="2625" b="1">
                <a:solidFill>
                  <a:srgbClr val="4179B7"/>
                </a:solidFill>
              </a:defRPr>
            </a:lvl2pPr>
            <a:lvl3pPr>
              <a:defRPr sz="2625" b="1">
                <a:solidFill>
                  <a:srgbClr val="4179B7"/>
                </a:solidFill>
              </a:defRPr>
            </a:lvl3pPr>
            <a:lvl4pPr>
              <a:defRPr sz="2625" b="1">
                <a:solidFill>
                  <a:srgbClr val="4179B7"/>
                </a:solidFill>
              </a:defRPr>
            </a:lvl4pPr>
            <a:lvl5pPr>
              <a:defRPr sz="2625" b="1">
                <a:solidFill>
                  <a:srgbClr val="4179B7"/>
                </a:solidFill>
              </a:defRPr>
            </a:lvl5pPr>
            <a:lvl6pPr>
              <a:defRPr sz="2625" b="1">
                <a:solidFill>
                  <a:srgbClr val="4179B7"/>
                </a:solidFill>
              </a:defRPr>
            </a:lvl6pPr>
            <a:lvl7pPr>
              <a:defRPr sz="2625" b="1">
                <a:solidFill>
                  <a:srgbClr val="4179B7"/>
                </a:solidFill>
              </a:defRPr>
            </a:lvl7pPr>
            <a:lvl8pPr>
              <a:defRPr sz="2625" b="1">
                <a:solidFill>
                  <a:srgbClr val="4179B7"/>
                </a:solidFill>
              </a:defRPr>
            </a:lvl8pPr>
            <a:lvl9pPr>
              <a:defRPr sz="2625" b="1">
                <a:solidFill>
                  <a:srgbClr val="4179B7"/>
                </a:solidFill>
              </a:defRPr>
            </a:lvl9pPr>
          </a:lstStyle>
          <a:p xmlns:a="http://schemas.openxmlformats.org/drawingml/2006/main">
            <a:pPr>
              <a:defRPr sz="2625" b="1">
                <a:solidFill>
                  <a:srgbClr val="4179B7"/>
                </a:solidFill>
              </a:defRPr>
            </a:pPr>
            <a:r>
              <a:rPr sz="2625" b="1">
                <a:solidFill>
                  <a:srgbClr val="4179B7"/>
                </a:solidFill>
              </a:rPr>
              <a:t>Recalculer</a:t>
            </a:r>
          </a:p>
        </p:txBody>
      </p:sp>
      <p:sp>
        <p:nvSpPr>
          <p:cNvPr id="9" name="">
            <a:extLst xmlns:a="http://schemas.openxmlformats.org/drawingml/2006/main">
              <a:ext uri="{FF2B5EF4-FFF2-40B4-BE49-F238E27FC236}">
                <a16:creationId xmlns:a16="http://schemas.microsoft.com/office/drawing/2014/main" id="{FCE630E3-681B-4B7A-839B-24A72C5E1198}"/>
              </a:ext>
            </a:extLst>
          </p:cNvPr>
          <p:cNvSpPr>
            <a:spLocks xmlns:a="http://schemas.openxmlformats.org/drawingml/2006/main" noGrp="1"/>
          </p:cNvSpPr>
          <p:nvPr/>
        </p:nvSpPr>
        <p:spPr>
          <a:xfrm xmlns:a="http://schemas.openxmlformats.org/drawingml/2006/main">
            <a:off x="8572500" y="4095750"/>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DE8736"/>
                </a:solidFill>
              </a:defRPr>
            </a:defPPr>
            <a:lvl1pPr>
              <a:defRPr sz="2625" b="1">
                <a:solidFill>
                  <a:srgbClr val="DE8736"/>
                </a:solidFill>
              </a:defRPr>
            </a:lvl1pPr>
            <a:lvl2pPr>
              <a:defRPr sz="2625" b="1">
                <a:solidFill>
                  <a:srgbClr val="DE8736"/>
                </a:solidFill>
              </a:defRPr>
            </a:lvl2pPr>
            <a:lvl3pPr>
              <a:defRPr sz="2625" b="1">
                <a:solidFill>
                  <a:srgbClr val="DE8736"/>
                </a:solidFill>
              </a:defRPr>
            </a:lvl3pPr>
            <a:lvl4pPr>
              <a:defRPr sz="2625" b="1">
                <a:solidFill>
                  <a:srgbClr val="DE8736"/>
                </a:solidFill>
              </a:defRPr>
            </a:lvl4pPr>
            <a:lvl5pPr>
              <a:defRPr sz="2625" b="1">
                <a:solidFill>
                  <a:srgbClr val="DE8736"/>
                </a:solidFill>
              </a:defRPr>
            </a:lvl5pPr>
            <a:lvl6pPr>
              <a:defRPr sz="2625" b="1">
                <a:solidFill>
                  <a:srgbClr val="DE8736"/>
                </a:solidFill>
              </a:defRPr>
            </a:lvl6pPr>
            <a:lvl7pPr>
              <a:defRPr sz="2625" b="1">
                <a:solidFill>
                  <a:srgbClr val="DE8736"/>
                </a:solidFill>
              </a:defRPr>
            </a:lvl7pPr>
            <a:lvl8pPr>
              <a:defRPr sz="2625" b="1">
                <a:solidFill>
                  <a:srgbClr val="DE8736"/>
                </a:solidFill>
              </a:defRPr>
            </a:lvl8pPr>
            <a:lvl9pPr>
              <a:defRPr sz="2625" b="1">
                <a:solidFill>
                  <a:srgbClr val="DE8736"/>
                </a:solidFill>
              </a:defRPr>
            </a:lvl9pPr>
          </a:lstStyle>
          <a:p xmlns:a="http://schemas.openxmlformats.org/drawingml/2006/main">
            <a:pPr>
              <a:defRPr sz="2625" b="1">
                <a:solidFill>
                  <a:srgbClr val="DE8736"/>
                </a:solidFill>
              </a:defRPr>
            </a:pPr>
            <a:r>
              <a:rPr sz="2625" b="1">
                <a:solidFill>
                  <a:srgbClr val="DE8736"/>
                </a:solidFill>
              </a:rPr>
              <a:t>Répéter</a:t>
            </a:r>
          </a:p>
        </p:txBody>
      </p:sp>
      <p:sp>
        <p:nvSpPr>
          <p:cNvPr id="10" name="">
            <a:extLst xmlns:a="http://schemas.openxmlformats.org/drawingml/2006/main">
              <a:ext uri="{FF2B5EF4-FFF2-40B4-BE49-F238E27FC236}">
                <a16:creationId xmlns:a16="http://schemas.microsoft.com/office/drawing/2014/main" id="{B875C54F-A564-4A30-9AC6-EAE0230DA470}"/>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Calcul dans trois dimensions. Les losanges indiquent les centres</a:t>
            </a:r>
          </a:p>
        </p:txBody>
      </p:sp>
    </p:spTree>
    <p:extLst>
      <p:ext uri="{BB962C8B-B14F-4D97-AF65-F5344CB8AC3E}">
        <p14:creationId xmlns:p14="http://schemas.microsoft.com/office/powerpoint/2010/main" val="507502391"/>
      </p:ext>
    </p:extLst>
  </p:cSld>
</p:sld>
</file>

<file path=ppt/slides/slide13.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92FFF3E8-9D6B-4C0A-8297-CE1D3934374F}"/>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La courbe du coude</a:t>
            </a:r>
          </a:p>
        </p:txBody>
      </p:sp>
      <p:sp>
        <p:nvSpPr>
          <p:cNvPr id="3" name="">
            <a:extLst xmlns:a="http://schemas.openxmlformats.org/drawingml/2006/main">
              <a:ext uri="{FF2B5EF4-FFF2-40B4-BE49-F238E27FC236}">
                <a16:creationId xmlns:a16="http://schemas.microsoft.com/office/drawing/2014/main" id="{551FD655-AD40-4313-B7BC-33B88AE2E4F3}"/>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03   K-MEANS   /   16 MIN</a:t>
            </a:r>
          </a:p>
        </p:txBody>
      </p:sp>
      <p:sp>
        <p:nvSpPr>
          <p:cNvPr id="4" name="">
            <a:extLst xmlns:a="http://schemas.openxmlformats.org/drawingml/2006/main">
              <a:ext uri="{FF2B5EF4-FFF2-40B4-BE49-F238E27FC236}">
                <a16:creationId xmlns:a16="http://schemas.microsoft.com/office/drawing/2014/main" id="{105C36E5-056E-487F-AB8E-D3C92A7B94E9}"/>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13</a:t>
            </a:r>
          </a:p>
        </p:txBody>
      </p:sp>
      <p:sp>
        <p:nvSpPr>
          <p:cNvPr id="5" name="">
            <a:extLst xmlns:a="http://schemas.openxmlformats.org/drawingml/2006/main">
              <a:ext uri="{FF2B5EF4-FFF2-40B4-BE49-F238E27FC236}">
                <a16:creationId xmlns:a16="http://schemas.microsoft.com/office/drawing/2014/main" id="{E848EA7E-41E5-4C3D-B0AC-BEC29BE2B537}"/>
              </a:ext>
            </a:extLst>
          </p:cNvPr>
          <p:cNvSpPr>
            <a:spLocks xmlns:a="http://schemas.openxmlformats.org/drawingml/2006/main" noGrp="1"/>
          </p:cNvSpPr>
          <p:nvPr/>
        </p:nvSpPr>
        <p:spPr>
          <a:xfrm xmlns:a="http://schemas.openxmlformats.org/drawingml/2006/main">
            <a:off x="647700" y="143827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xmlns:a="http://schemas.openxmlformats.org/drawingml/2006/main">
            <a:pPr>
              <a:defRPr sz="1800" b="0">
                <a:solidFill>
                  <a:srgbClr val="5A6E71"/>
                </a:solidFill>
              </a:defRPr>
            </a:pPr>
            <a:r>
              <a:rPr sz="1800" b="0">
                <a:solidFill>
                  <a:srgbClr val="5A6E71"/>
                </a:solidFill>
              </a:rPr>
              <a:t>Inertie : dispersion à l’intérieur des groupes</a:t>
            </a:r>
          </a:p>
        </p:txBody>
      </p:sp>
      <p:graphicFrame>
        <p:nvGraphicFramePr>
          <p:cNvPr id="6" name="Chart">
            <a:extLst xmlns:a="http://schemas.openxmlformats.org/drawingml/2006/main">
              <a:ext uri="{FF2B5EF4-FFF2-40B4-BE49-F238E27FC236}">
                <a16:creationId xmlns:a16="http://schemas.microsoft.com/office/drawing/2014/main" id="{EBC97F8E-A0F4-406D-B4D3-2C1F9B30C090}"/>
              </a:ext>
            </a:extLst>
          </p:cNvPr>
          <p:cNvGraphicFramePr/>
          <p:nvPr/>
        </p:nvGraphicFramePr>
        <p:xfrm>
          <a:off xmlns:a="http://schemas.openxmlformats.org/drawingml/2006/main" x="619125" y="1952625"/>
          <a:ext xmlns:a="http://schemas.openxmlformats.org/drawingml/2006/main" cx="10953750" cy="3476625"/>
        </p:xfrm>
        <a:graphic xmlns:a="http://schemas.openxmlformats.org/drawingml/2006/main">
          <a:graphicData uri="http://schemas.openxmlformats.org/drawingml/2006/chart">
            <c:chart xmlns:r="http://schemas.openxmlformats.org/officeDocument/2006/relationships" xmlns:c="http://schemas.openxmlformats.org/drawingml/2006/chart" r:id="R19b25fca574c41cb"/>
          </a:graphicData>
        </a:graphic>
      </p:graphicFrame>
      <p:sp>
        <p:nvSpPr>
          <p:cNvPr id="7" name="">
            <a:extLst xmlns:a="http://schemas.openxmlformats.org/drawingml/2006/main">
              <a:ext uri="{FF2B5EF4-FFF2-40B4-BE49-F238E27FC236}">
                <a16:creationId xmlns:a16="http://schemas.microsoft.com/office/drawing/2014/main" id="{36B5F083-35E2-4DA7-8612-E5AC9229220F}"/>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K = 3 apporte un gain marqué, puis les gains ralentissent</a:t>
            </a:r>
          </a:p>
        </p:txBody>
      </p:sp>
    </p:spTree>
    <p:extLst>
      <p:ext uri="{BB962C8B-B14F-4D97-AF65-F5344CB8AC3E}">
        <p14:creationId xmlns:p14="http://schemas.microsoft.com/office/powerpoint/2010/main" val="1196255794"/>
      </p:ext>
    </p:extLst>
  </p:cSld>
</p:sld>
</file>

<file path=ppt/slides/slide14.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A2BF3B1E-4EAF-49F2-AD0B-7613850882D4}"/>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Le score de silhouette</a:t>
            </a:r>
          </a:p>
        </p:txBody>
      </p:sp>
      <p:sp>
        <p:nvSpPr>
          <p:cNvPr id="3" name="">
            <a:extLst xmlns:a="http://schemas.openxmlformats.org/drawingml/2006/main">
              <a:ext uri="{FF2B5EF4-FFF2-40B4-BE49-F238E27FC236}">
                <a16:creationId xmlns:a16="http://schemas.microsoft.com/office/drawing/2014/main" id="{B439A47A-E5C4-4BC6-A8D2-EEEAF19FBE4E}"/>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03   K-MEANS   /   16 MIN</a:t>
            </a:r>
          </a:p>
        </p:txBody>
      </p:sp>
      <p:sp>
        <p:nvSpPr>
          <p:cNvPr id="4" name="">
            <a:extLst xmlns:a="http://schemas.openxmlformats.org/drawingml/2006/main">
              <a:ext uri="{FF2B5EF4-FFF2-40B4-BE49-F238E27FC236}">
                <a16:creationId xmlns:a16="http://schemas.microsoft.com/office/drawing/2014/main" id="{33720831-09FB-4D5B-9D3C-7557245A69B3}"/>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14</a:t>
            </a:r>
          </a:p>
        </p:txBody>
      </p:sp>
      <p:sp>
        <p:nvSpPr>
          <p:cNvPr id="5" name="">
            <a:extLst xmlns:a="http://schemas.openxmlformats.org/drawingml/2006/main">
              <a:ext uri="{FF2B5EF4-FFF2-40B4-BE49-F238E27FC236}">
                <a16:creationId xmlns:a16="http://schemas.microsoft.com/office/drawing/2014/main" id="{44C076F5-365E-49F5-8A7B-40906622B4B7}"/>
              </a:ext>
            </a:extLst>
          </p:cNvPr>
          <p:cNvSpPr>
            <a:spLocks xmlns:a="http://schemas.openxmlformats.org/drawingml/2006/main" noGrp="1"/>
          </p:cNvSpPr>
          <p:nvPr/>
        </p:nvSpPr>
        <p:spPr>
          <a:xfrm xmlns:a="http://schemas.openxmlformats.org/drawingml/2006/main">
            <a:off x="647700" y="143827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xmlns:a="http://schemas.openxmlformats.org/drawingml/2006/main">
            <a:pPr>
              <a:defRPr sz="1800" b="0">
                <a:solidFill>
                  <a:srgbClr val="5A6E71"/>
                </a:solidFill>
              </a:defRPr>
            </a:pPr>
            <a:r>
              <a:rPr sz="1800" b="0">
                <a:solidFill>
                  <a:srgbClr val="5A6E71"/>
                </a:solidFill>
              </a:rPr>
              <a:t>Silhouette : cohésion et séparation</a:t>
            </a:r>
          </a:p>
        </p:txBody>
      </p:sp>
      <p:graphicFrame>
        <p:nvGraphicFramePr>
          <p:cNvPr id="6" name="Chart">
            <a:extLst xmlns:a="http://schemas.openxmlformats.org/drawingml/2006/main">
              <a:ext uri="{FF2B5EF4-FFF2-40B4-BE49-F238E27FC236}">
                <a16:creationId xmlns:a16="http://schemas.microsoft.com/office/drawing/2014/main" id="{B8293091-6ED2-43D3-8988-6E5B8C61EAB5}"/>
              </a:ext>
            </a:extLst>
          </p:cNvPr>
          <p:cNvGraphicFramePr/>
          <p:nvPr/>
        </p:nvGraphicFramePr>
        <p:xfrm>
          <a:off xmlns:a="http://schemas.openxmlformats.org/drawingml/2006/main" x="619125" y="1933575"/>
          <a:ext xmlns:a="http://schemas.openxmlformats.org/drawingml/2006/main" cx="10953750" cy="3476625"/>
        </p:xfrm>
        <a:graphic xmlns:a="http://schemas.openxmlformats.org/drawingml/2006/main">
          <a:graphicData uri="http://schemas.openxmlformats.org/drawingml/2006/chart">
            <c:chart xmlns:r="http://schemas.openxmlformats.org/officeDocument/2006/relationships" xmlns:c="http://schemas.openxmlformats.org/drawingml/2006/chart" r:id="R4d7266cfa01c44ad"/>
          </a:graphicData>
        </a:graphic>
      </p:graphicFrame>
      <p:sp>
        <p:nvSpPr>
          <p:cNvPr id="7" name="">
            <a:extLst xmlns:a="http://schemas.openxmlformats.org/drawingml/2006/main">
              <a:ext uri="{FF2B5EF4-FFF2-40B4-BE49-F238E27FC236}">
                <a16:creationId xmlns:a16="http://schemas.microsoft.com/office/drawing/2014/main" id="{0CA6B430-552C-4D0F-8DCE-ABEDA3F79F6F}"/>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K = 3 : silhouette 0,470 sur 5 000 observations</a:t>
            </a:r>
          </a:p>
        </p:txBody>
      </p:sp>
    </p:spTree>
    <p:extLst>
      <p:ext uri="{BB962C8B-B14F-4D97-AF65-F5344CB8AC3E}">
        <p14:creationId xmlns:p14="http://schemas.microsoft.com/office/powerpoint/2010/main" val="593495283"/>
      </p:ext>
    </p:extLst>
  </p:cSld>
</p:sld>
</file>

<file path=ppt/slides/slide15.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CBC85D0E-C050-43BC-8AA6-072EE1D5442A}"/>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Les profils moyens des clusters</a:t>
            </a:r>
          </a:p>
        </p:txBody>
      </p:sp>
      <p:sp>
        <p:nvSpPr>
          <p:cNvPr id="3" name="">
            <a:extLst xmlns:a="http://schemas.openxmlformats.org/drawingml/2006/main">
              <a:ext uri="{FF2B5EF4-FFF2-40B4-BE49-F238E27FC236}">
                <a16:creationId xmlns:a16="http://schemas.microsoft.com/office/drawing/2014/main" id="{6EA65F27-DE24-4766-9CB2-EF9861788B6B}"/>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03   K-MEANS   /   16 MIN</a:t>
            </a:r>
          </a:p>
        </p:txBody>
      </p:sp>
      <p:sp>
        <p:nvSpPr>
          <p:cNvPr id="4" name="">
            <a:extLst xmlns:a="http://schemas.openxmlformats.org/drawingml/2006/main">
              <a:ext uri="{FF2B5EF4-FFF2-40B4-BE49-F238E27FC236}">
                <a16:creationId xmlns:a16="http://schemas.microsoft.com/office/drawing/2014/main" id="{8E248295-E883-4F79-B579-571818D87017}"/>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15</a:t>
            </a:r>
          </a:p>
        </p:txBody>
      </p:sp>
      <p:graphicFrame>
        <p:nvGraphicFramePr>
          <p:cNvPr id="5" name="">
            <a:extLst xmlns:a="http://schemas.openxmlformats.org/drawingml/2006/main">
              <a:ext uri="{FF2B5EF4-FFF2-40B4-BE49-F238E27FC236}">
                <a16:creationId xmlns:a16="http://schemas.microsoft.com/office/drawing/2014/main" id="{1AAEB726-F619-41CA-9D3F-9C47E21D33E9}"/>
              </a:ext>
            </a:extLst>
          </p:cNvPr>
          <p:cNvGraphicFramePr/>
          <p:nvPr/>
        </p:nvGraphicFramePr>
        <p:xfrm>
          <a:off xmlns:a="http://schemas.openxmlformats.org/drawingml/2006/main" x="619125" y="1809750"/>
          <a:ext xmlns:a="http://schemas.openxmlformats.org/drawingml/2006/main" cx="10953750" cy="2857500"/>
        </p:xfrm>
        <a:graphic xmlns:a="http://schemas.openxmlformats.org/drawingml/2006/main">
          <a:graphicData uri="http://schemas.openxmlformats.org/drawingml/2006/table">
            <a:tbl>
              <a:tblPr/>
              <a:tblGrid>
                <a:gridCol w="1714500"/>
                <a:gridCol w="2286000"/>
                <a:gridCol w="2476500"/>
                <a:gridCol w="2286000"/>
                <a:gridCol w="2190750"/>
              </a:tblGrid>
              <a:tr h="714375">
                <a:tc>
                  <a:txBody>
                    <a:bodyPr/>
                    <a:lstStyle/>
                    <a:p>
                      <a:r>
                        <a:rPr sz="1800" b="1">
                          <a:solidFill>
                            <a:srgbClr val="FFFFFF"/>
                          </a:solidFill>
                        </a:rPr>
                        <a:t>Profil</a:t>
                      </a:r>
                    </a:p>
                  </a:txBody>
                  <a:tcPr marL="91440" marR="91440" marT="45720" marB="45720">
                    <a:lnL w="9525">
                      <a:solidFill>
                        <a:srgbClr val="DCE6E5"/>
                      </a:solidFill>
                    </a:lnL>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Variantes</a:t>
                      </a:r>
                    </a:p>
                  </a:txBody>
                  <a:tcPr marL="91440" marR="91440" marT="45720" marB="45720">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Puissance (kW)</a:t>
                      </a:r>
                    </a:p>
                  </a:txBody>
                  <a:tcPr marL="91440" marR="91440" marT="45720" marB="45720">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Masse (kg)</a:t>
                      </a:r>
                    </a:p>
                  </a:txBody>
                  <a:tcPr marL="91440" marR="91440" marT="45720" marB="45720">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CO₂ (g/km)</a:t>
                      </a:r>
                    </a:p>
                  </a:txBody>
                  <a:tcPr marL="91440" marR="91440" marT="45720" marB="45720">
                    <a:lnR w="9525">
                      <a:solidFill>
                        <a:srgbClr val="DCE6E5"/>
                      </a:solidFill>
                    </a:lnR>
                    <a:lnT w="9525">
                      <a:solidFill>
                        <a:srgbClr val="DCE6E5"/>
                      </a:solidFill>
                    </a:lnT>
                    <a:lnB w="9525">
                      <a:solidFill>
                        <a:srgbClr val="DCE6E5"/>
                      </a:solidFill>
                    </a:lnB>
                    <a:solidFill>
                      <a:srgbClr val="17363A"/>
                    </a:solidFill>
                  </a:tcPr>
                </a:tc>
              </a:tr>
              <a:tr h="714375">
                <a:tc>
                  <a:txBody>
                    <a:bodyPr/>
                    <a:lstStyle/>
                    <a:p>
                      <a:r>
                        <a:rPr sz="1875" b="0">
                          <a:solidFill>
                            <a:srgbClr val="17363A"/>
                          </a:solidFill>
                        </a:rPr>
                        <a:t>C0</a:t>
                      </a:r>
                    </a:p>
                  </a:txBody>
                  <a:tcPr marL="91440" marR="91440" marT="45720" marB="45720">
                    <a:lnL w="9525">
                      <a:solidFill>
                        <a:srgbClr val="DCE6E5"/>
                      </a:solidFill>
                    </a:lnL>
                    <a:lnR w="9525">
                      <a:solidFill>
                        <a:srgbClr val="DCE6E5"/>
                      </a:solidFill>
                    </a:lnR>
                    <a:lnB w="9525">
                      <a:solidFill>
                        <a:srgbClr val="DCE6E5"/>
                      </a:solidFill>
                    </a:lnB>
                    <a:solidFill>
                      <a:srgbClr val="FAFCFB"/>
                    </a:solidFill>
                  </a:tcPr>
                </a:tc>
                <a:tc>
                  <a:txBody>
                    <a:bodyPr/>
                    <a:lstStyle/>
                    <a:p>
                      <a:r>
                        <a:rPr sz="1875" b="0">
                          <a:solidFill>
                            <a:srgbClr val="17363A"/>
                          </a:solidFill>
                        </a:rPr>
                        <a:t>11 060</a:t>
                      </a:r>
                    </a:p>
                  </a:txBody>
                  <a:tcPr marL="91440" marR="91440" marT="45720" marB="45720">
                    <a:lnR w="9525">
                      <a:solidFill>
                        <a:srgbClr val="DCE6E5"/>
                      </a:solidFill>
                    </a:lnR>
                    <a:lnB w="9525">
                      <a:solidFill>
                        <a:srgbClr val="DCE6E5"/>
                      </a:solidFill>
                    </a:lnB>
                    <a:solidFill>
                      <a:srgbClr val="FAFCFB"/>
                    </a:solidFill>
                  </a:tcPr>
                </a:tc>
                <a:tc>
                  <a:txBody>
                    <a:bodyPr/>
                    <a:lstStyle/>
                    <a:p>
                      <a:r>
                        <a:rPr sz="1875" b="0">
                          <a:solidFill>
                            <a:srgbClr val="17363A"/>
                          </a:solidFill>
                        </a:rPr>
                        <a:t>115,7</a:t>
                      </a:r>
                    </a:p>
                  </a:txBody>
                  <a:tcPr marL="91440" marR="91440" marT="45720" marB="45720">
                    <a:lnR w="9525">
                      <a:solidFill>
                        <a:srgbClr val="DCE6E5"/>
                      </a:solidFill>
                    </a:lnR>
                    <a:lnB w="9525">
                      <a:solidFill>
                        <a:srgbClr val="DCE6E5"/>
                      </a:solidFill>
                    </a:lnB>
                    <a:solidFill>
                      <a:srgbClr val="FAFCFB"/>
                    </a:solidFill>
                  </a:tcPr>
                </a:tc>
                <a:tc>
                  <a:txBody>
                    <a:bodyPr/>
                    <a:lstStyle/>
                    <a:p>
                      <a:r>
                        <a:rPr sz="1875" b="0">
                          <a:solidFill>
                            <a:srgbClr val="17363A"/>
                          </a:solidFill>
                        </a:rPr>
                        <a:t>1 541</a:t>
                      </a:r>
                    </a:p>
                  </a:txBody>
                  <a:tcPr marL="91440" marR="91440" marT="45720" marB="45720">
                    <a:lnR w="9525">
                      <a:solidFill>
                        <a:srgbClr val="DCE6E5"/>
                      </a:solidFill>
                    </a:lnR>
                    <a:lnB w="9525">
                      <a:solidFill>
                        <a:srgbClr val="DCE6E5"/>
                      </a:solidFill>
                    </a:lnB>
                    <a:solidFill>
                      <a:srgbClr val="FAFCFB"/>
                    </a:solidFill>
                  </a:tcPr>
                </a:tc>
                <a:tc>
                  <a:txBody>
                    <a:bodyPr/>
                    <a:lstStyle/>
                    <a:p>
                      <a:r>
                        <a:rPr sz="1875" b="0">
                          <a:solidFill>
                            <a:srgbClr val="17363A"/>
                          </a:solidFill>
                        </a:rPr>
                        <a:t>123,9</a:t>
                      </a:r>
                    </a:p>
                  </a:txBody>
                  <a:tcPr marL="91440" marR="91440" marT="45720" marB="45720">
                    <a:lnR w="9525">
                      <a:solidFill>
                        <a:srgbClr val="DCE6E5"/>
                      </a:solidFill>
                    </a:lnR>
                    <a:lnB w="9525">
                      <a:solidFill>
                        <a:srgbClr val="DCE6E5"/>
                      </a:solidFill>
                    </a:lnB>
                    <a:solidFill>
                      <a:srgbClr val="FAFCFB"/>
                    </a:solidFill>
                  </a:tcPr>
                </a:tc>
              </a:tr>
              <a:tr h="714375">
                <a:tc>
                  <a:txBody>
                    <a:bodyPr/>
                    <a:lstStyle/>
                    <a:p>
                      <a:r>
                        <a:rPr sz="1875" b="0">
                          <a:solidFill>
                            <a:srgbClr val="17363A"/>
                          </a:solidFill>
                        </a:rPr>
                        <a:t>C1</a:t>
                      </a:r>
                    </a:p>
                  </a:txBody>
                  <a:tcPr marL="91440" marR="91440" marT="45720" marB="45720">
                    <a:lnL w="9525">
                      <a:solidFill>
                        <a:srgbClr val="DCE6E5"/>
                      </a:solidFill>
                    </a:lnL>
                    <a:lnR w="9525">
                      <a:solidFill>
                        <a:srgbClr val="DCE6E5"/>
                      </a:solidFill>
                    </a:lnR>
                    <a:lnB w="9525">
                      <a:solidFill>
                        <a:srgbClr val="DCE6E5"/>
                      </a:solidFill>
                    </a:lnB>
                    <a:solidFill>
                      <a:srgbClr val="FAFCFB"/>
                    </a:solidFill>
                  </a:tcPr>
                </a:tc>
                <a:tc>
                  <a:txBody>
                    <a:bodyPr/>
                    <a:lstStyle/>
                    <a:p>
                      <a:r>
                        <a:rPr sz="1875" b="0">
                          <a:solidFill>
                            <a:srgbClr val="17363A"/>
                          </a:solidFill>
                        </a:rPr>
                        <a:t>7 963</a:t>
                      </a:r>
                    </a:p>
                  </a:txBody>
                  <a:tcPr marL="91440" marR="91440" marT="45720" marB="45720">
                    <a:lnR w="9525">
                      <a:solidFill>
                        <a:srgbClr val="DCE6E5"/>
                      </a:solidFill>
                    </a:lnR>
                    <a:lnB w="9525">
                      <a:solidFill>
                        <a:srgbClr val="DCE6E5"/>
                      </a:solidFill>
                    </a:lnB>
                    <a:solidFill>
                      <a:srgbClr val="FAFCFB"/>
                    </a:solidFill>
                  </a:tcPr>
                </a:tc>
                <a:tc>
                  <a:txBody>
                    <a:bodyPr/>
                    <a:lstStyle/>
                    <a:p>
                      <a:r>
                        <a:rPr sz="1875" b="0">
                          <a:solidFill>
                            <a:srgbClr val="17363A"/>
                          </a:solidFill>
                        </a:rPr>
                        <a:t>139,2</a:t>
                      </a:r>
                    </a:p>
                  </a:txBody>
                  <a:tcPr marL="91440" marR="91440" marT="45720" marB="45720">
                    <a:lnR w="9525">
                      <a:solidFill>
                        <a:srgbClr val="DCE6E5"/>
                      </a:solidFill>
                    </a:lnR>
                    <a:lnB w="9525">
                      <a:solidFill>
                        <a:srgbClr val="DCE6E5"/>
                      </a:solidFill>
                    </a:lnB>
                    <a:solidFill>
                      <a:srgbClr val="FAFCFB"/>
                    </a:solidFill>
                  </a:tcPr>
                </a:tc>
                <a:tc>
                  <a:txBody>
                    <a:bodyPr/>
                    <a:lstStyle/>
                    <a:p>
                      <a:r>
                        <a:rPr sz="1875" b="0">
                          <a:solidFill>
                            <a:srgbClr val="17363A"/>
                          </a:solidFill>
                        </a:rPr>
                        <a:t>2 147</a:t>
                      </a:r>
                    </a:p>
                  </a:txBody>
                  <a:tcPr marL="91440" marR="91440" marT="45720" marB="45720">
                    <a:lnR w="9525">
                      <a:solidFill>
                        <a:srgbClr val="DCE6E5"/>
                      </a:solidFill>
                    </a:lnR>
                    <a:lnB w="9525">
                      <a:solidFill>
                        <a:srgbClr val="DCE6E5"/>
                      </a:solidFill>
                    </a:lnB>
                    <a:solidFill>
                      <a:srgbClr val="FAFCFB"/>
                    </a:solidFill>
                  </a:tcPr>
                </a:tc>
                <a:tc>
                  <a:txBody>
                    <a:bodyPr/>
                    <a:lstStyle/>
                    <a:p>
                      <a:r>
                        <a:rPr sz="1875" b="0">
                          <a:solidFill>
                            <a:srgbClr val="17363A"/>
                          </a:solidFill>
                        </a:rPr>
                        <a:t>176,9</a:t>
                      </a:r>
                    </a:p>
                  </a:txBody>
                  <a:tcPr marL="91440" marR="91440" marT="45720" marB="45720">
                    <a:lnR w="9525">
                      <a:solidFill>
                        <a:srgbClr val="DCE6E5"/>
                      </a:solidFill>
                    </a:lnR>
                    <a:lnB w="9525">
                      <a:solidFill>
                        <a:srgbClr val="DCE6E5"/>
                      </a:solidFill>
                    </a:lnB>
                    <a:solidFill>
                      <a:srgbClr val="FAFCFB"/>
                    </a:solidFill>
                  </a:tcPr>
                </a:tc>
              </a:tr>
              <a:tr h="714375">
                <a:tc>
                  <a:txBody>
                    <a:bodyPr/>
                    <a:lstStyle/>
                    <a:p>
                      <a:r>
                        <a:rPr sz="1875" b="0">
                          <a:solidFill>
                            <a:srgbClr val="17363A"/>
                          </a:solidFill>
                        </a:rPr>
                        <a:t>C2</a:t>
                      </a:r>
                    </a:p>
                  </a:txBody>
                  <a:tcPr marL="91440" marR="91440" marT="45720" marB="45720">
                    <a:lnL w="9525">
                      <a:solidFill>
                        <a:srgbClr val="DCE6E5"/>
                      </a:solidFill>
                    </a:lnL>
                    <a:lnR w="9525">
                      <a:solidFill>
                        <a:srgbClr val="DCE6E5"/>
                      </a:solidFill>
                    </a:lnR>
                    <a:lnB w="9525">
                      <a:solidFill>
                        <a:srgbClr val="DCE6E5"/>
                      </a:solidFill>
                    </a:lnB>
                    <a:solidFill>
                      <a:srgbClr val="FAFCFB"/>
                    </a:solidFill>
                  </a:tcPr>
                </a:tc>
                <a:tc>
                  <a:txBody>
                    <a:bodyPr/>
                    <a:lstStyle/>
                    <a:p>
                      <a:r>
                        <a:rPr sz="1875" b="0">
                          <a:solidFill>
                            <a:srgbClr val="17363A"/>
                          </a:solidFill>
                        </a:rPr>
                        <a:t>1 801</a:t>
                      </a:r>
                    </a:p>
                  </a:txBody>
                  <a:tcPr marL="91440" marR="91440" marT="45720" marB="45720">
                    <a:lnR w="9525">
                      <a:solidFill>
                        <a:srgbClr val="DCE6E5"/>
                      </a:solidFill>
                    </a:lnR>
                    <a:lnB w="9525">
                      <a:solidFill>
                        <a:srgbClr val="DCE6E5"/>
                      </a:solidFill>
                    </a:lnB>
                    <a:solidFill>
                      <a:srgbClr val="FAFCFB"/>
                    </a:solidFill>
                  </a:tcPr>
                </a:tc>
                <a:tc>
                  <a:txBody>
                    <a:bodyPr/>
                    <a:lstStyle/>
                    <a:p>
                      <a:r>
                        <a:rPr sz="1875" b="0">
                          <a:solidFill>
                            <a:srgbClr val="17363A"/>
                          </a:solidFill>
                        </a:rPr>
                        <a:t>363,2</a:t>
                      </a:r>
                    </a:p>
                  </a:txBody>
                  <a:tcPr marL="91440" marR="91440" marT="45720" marB="45720">
                    <a:lnR w="9525">
                      <a:solidFill>
                        <a:srgbClr val="DCE6E5"/>
                      </a:solidFill>
                    </a:lnR>
                    <a:lnB w="9525">
                      <a:solidFill>
                        <a:srgbClr val="DCE6E5"/>
                      </a:solidFill>
                    </a:lnB>
                    <a:solidFill>
                      <a:srgbClr val="FAFCFB"/>
                    </a:solidFill>
                  </a:tcPr>
                </a:tc>
                <a:tc>
                  <a:txBody>
                    <a:bodyPr/>
                    <a:lstStyle/>
                    <a:p>
                      <a:r>
                        <a:rPr sz="1875" b="0">
                          <a:solidFill>
                            <a:srgbClr val="17363A"/>
                          </a:solidFill>
                        </a:rPr>
                        <a:t>1 977</a:t>
                      </a:r>
                    </a:p>
                  </a:txBody>
                  <a:tcPr marL="91440" marR="91440" marT="45720" marB="45720">
                    <a:lnR w="9525">
                      <a:solidFill>
                        <a:srgbClr val="DCE6E5"/>
                      </a:solidFill>
                    </a:lnR>
                    <a:lnB w="9525">
                      <a:solidFill>
                        <a:srgbClr val="DCE6E5"/>
                      </a:solidFill>
                    </a:lnB>
                    <a:solidFill>
                      <a:srgbClr val="FAFCFB"/>
                    </a:solidFill>
                  </a:tcPr>
                </a:tc>
                <a:tc>
                  <a:txBody>
                    <a:bodyPr/>
                    <a:lstStyle/>
                    <a:p>
                      <a:r>
                        <a:rPr sz="1875" b="0">
                          <a:solidFill>
                            <a:srgbClr val="17363A"/>
                          </a:solidFill>
                        </a:rPr>
                        <a:t>244,6</a:t>
                      </a:r>
                    </a:p>
                  </a:txBody>
                  <a:tcPr marL="91440" marR="91440" marT="45720" marB="45720">
                    <a:lnR w="9525">
                      <a:solidFill>
                        <a:srgbClr val="DCE6E5"/>
                      </a:solidFill>
                    </a:lnR>
                    <a:lnB w="9525">
                      <a:solidFill>
                        <a:srgbClr val="DCE6E5"/>
                      </a:solidFill>
                    </a:lnB>
                    <a:solidFill>
                      <a:srgbClr val="FAFCFB"/>
                    </a:solidFill>
                  </a:tcPr>
                </a:tc>
              </a:tr>
            </a:tbl>
          </a:graphicData>
        </a:graphic>
      </p:graphicFrame>
      <p:sp>
        <p:nvSpPr>
          <p:cNvPr id="6" name="">
            <a:extLst xmlns:a="http://schemas.openxmlformats.org/drawingml/2006/main">
              <a:ext uri="{FF2B5EF4-FFF2-40B4-BE49-F238E27FC236}">
                <a16:creationId xmlns:a16="http://schemas.microsoft.com/office/drawing/2014/main" id="{C3410B4A-A860-418B-A162-7A6A110027CD}"/>
              </a:ext>
            </a:extLst>
          </p:cNvPr>
          <p:cNvSpPr>
            <a:spLocks xmlns:a="http://schemas.openxmlformats.org/drawingml/2006/main" noGrp="1"/>
          </p:cNvSpPr>
          <p:nvPr/>
        </p:nvSpPr>
        <p:spPr>
          <a:xfrm xmlns:a="http://schemas.openxmlformats.org/drawingml/2006/main">
            <a:off x="714375" y="5019675"/>
            <a:ext cx="3524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08C85"/>
                </a:solidFill>
              </a:defRPr>
            </a:defPPr>
            <a:lvl1pPr>
              <a:defRPr sz="2025" b="1">
                <a:solidFill>
                  <a:srgbClr val="008C85"/>
                </a:solidFill>
              </a:defRPr>
            </a:lvl1pPr>
            <a:lvl2pPr>
              <a:defRPr sz="2025" b="1">
                <a:solidFill>
                  <a:srgbClr val="008C85"/>
                </a:solidFill>
              </a:defRPr>
            </a:lvl2pPr>
            <a:lvl3pPr>
              <a:defRPr sz="2025" b="1">
                <a:solidFill>
                  <a:srgbClr val="008C85"/>
                </a:solidFill>
              </a:defRPr>
            </a:lvl3pPr>
            <a:lvl4pPr>
              <a:defRPr sz="2025" b="1">
                <a:solidFill>
                  <a:srgbClr val="008C85"/>
                </a:solidFill>
              </a:defRPr>
            </a:lvl4pPr>
            <a:lvl5pPr>
              <a:defRPr sz="2025" b="1">
                <a:solidFill>
                  <a:srgbClr val="008C85"/>
                </a:solidFill>
              </a:defRPr>
            </a:lvl5pPr>
            <a:lvl6pPr>
              <a:defRPr sz="2025" b="1">
                <a:solidFill>
                  <a:srgbClr val="008C85"/>
                </a:solidFill>
              </a:defRPr>
            </a:lvl6pPr>
            <a:lvl7pPr>
              <a:defRPr sz="2025" b="1">
                <a:solidFill>
                  <a:srgbClr val="008C85"/>
                </a:solidFill>
              </a:defRPr>
            </a:lvl7pPr>
            <a:lvl8pPr>
              <a:defRPr sz="2025" b="1">
                <a:solidFill>
                  <a:srgbClr val="008C85"/>
                </a:solidFill>
              </a:defRPr>
            </a:lvl8pPr>
            <a:lvl9pPr>
              <a:defRPr sz="2025" b="1">
                <a:solidFill>
                  <a:srgbClr val="008C85"/>
                </a:solidFill>
              </a:defRPr>
            </a:lvl9pPr>
          </a:lstStyle>
          <a:p xmlns:a="http://schemas.openxmlformats.org/drawingml/2006/main">
            <a:pPr>
              <a:defRPr sz="2025" b="1">
                <a:solidFill>
                  <a:srgbClr val="008C85"/>
                </a:solidFill>
              </a:defRPr>
            </a:pPr>
            <a:r>
              <a:rPr sz="2025" b="1">
                <a:solidFill>
                  <a:srgbClr val="008C85"/>
                </a:solidFill>
              </a:rPr>
              <a:t>C0 : moins émetteurs</a:t>
            </a:r>
          </a:p>
        </p:txBody>
      </p:sp>
      <p:sp>
        <p:nvSpPr>
          <p:cNvPr id="7" name="">
            <a:extLst xmlns:a="http://schemas.openxmlformats.org/drawingml/2006/main">
              <a:ext uri="{FF2B5EF4-FFF2-40B4-BE49-F238E27FC236}">
                <a16:creationId xmlns:a16="http://schemas.microsoft.com/office/drawing/2014/main" id="{6493C6DD-56BC-4A97-A891-07CBDBE48826}"/>
              </a:ext>
            </a:extLst>
          </p:cNvPr>
          <p:cNvSpPr>
            <a:spLocks xmlns:a="http://schemas.openxmlformats.org/drawingml/2006/main" noGrp="1"/>
          </p:cNvSpPr>
          <p:nvPr/>
        </p:nvSpPr>
        <p:spPr>
          <a:xfrm xmlns:a="http://schemas.openxmlformats.org/drawingml/2006/main">
            <a:off x="4572000" y="501967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4179B7"/>
                </a:solidFill>
              </a:defRPr>
            </a:defPPr>
            <a:lvl1pPr>
              <a:defRPr sz="2025" b="1">
                <a:solidFill>
                  <a:srgbClr val="4179B7"/>
                </a:solidFill>
              </a:defRPr>
            </a:lvl1pPr>
            <a:lvl2pPr>
              <a:defRPr sz="2025" b="1">
                <a:solidFill>
                  <a:srgbClr val="4179B7"/>
                </a:solidFill>
              </a:defRPr>
            </a:lvl2pPr>
            <a:lvl3pPr>
              <a:defRPr sz="2025" b="1">
                <a:solidFill>
                  <a:srgbClr val="4179B7"/>
                </a:solidFill>
              </a:defRPr>
            </a:lvl3pPr>
            <a:lvl4pPr>
              <a:defRPr sz="2025" b="1">
                <a:solidFill>
                  <a:srgbClr val="4179B7"/>
                </a:solidFill>
              </a:defRPr>
            </a:lvl4pPr>
            <a:lvl5pPr>
              <a:defRPr sz="2025" b="1">
                <a:solidFill>
                  <a:srgbClr val="4179B7"/>
                </a:solidFill>
              </a:defRPr>
            </a:lvl5pPr>
            <a:lvl6pPr>
              <a:defRPr sz="2025" b="1">
                <a:solidFill>
                  <a:srgbClr val="4179B7"/>
                </a:solidFill>
              </a:defRPr>
            </a:lvl6pPr>
            <a:lvl7pPr>
              <a:defRPr sz="2025" b="1">
                <a:solidFill>
                  <a:srgbClr val="4179B7"/>
                </a:solidFill>
              </a:defRPr>
            </a:lvl7pPr>
            <a:lvl8pPr>
              <a:defRPr sz="2025" b="1">
                <a:solidFill>
                  <a:srgbClr val="4179B7"/>
                </a:solidFill>
              </a:defRPr>
            </a:lvl8pPr>
            <a:lvl9pPr>
              <a:defRPr sz="2025" b="1">
                <a:solidFill>
                  <a:srgbClr val="4179B7"/>
                </a:solidFill>
              </a:defRPr>
            </a:lvl9pPr>
          </a:lstStyle>
          <a:p xmlns:a="http://schemas.openxmlformats.org/drawingml/2006/main">
            <a:pPr>
              <a:defRPr sz="2025" b="1">
                <a:solidFill>
                  <a:srgbClr val="4179B7"/>
                </a:solidFill>
              </a:defRPr>
            </a:pPr>
            <a:r>
              <a:rPr sz="2025" b="1">
                <a:solidFill>
                  <a:srgbClr val="4179B7"/>
                </a:solidFill>
              </a:rPr>
              <a:t>C1 : plus lourds</a:t>
            </a:r>
          </a:p>
        </p:txBody>
      </p:sp>
      <p:sp>
        <p:nvSpPr>
          <p:cNvPr id="8" name="">
            <a:extLst xmlns:a="http://schemas.openxmlformats.org/drawingml/2006/main">
              <a:ext uri="{FF2B5EF4-FFF2-40B4-BE49-F238E27FC236}">
                <a16:creationId xmlns:a16="http://schemas.microsoft.com/office/drawing/2014/main" id="{E27A48AA-07F1-46E3-A34B-410CD73CDF1E}"/>
              </a:ext>
            </a:extLst>
          </p:cNvPr>
          <p:cNvSpPr>
            <a:spLocks xmlns:a="http://schemas.openxmlformats.org/drawingml/2006/main" noGrp="1"/>
          </p:cNvSpPr>
          <p:nvPr/>
        </p:nvSpPr>
        <p:spPr>
          <a:xfrm xmlns:a="http://schemas.openxmlformats.org/drawingml/2006/main">
            <a:off x="8239125" y="501967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DE8736"/>
                </a:solidFill>
              </a:defRPr>
            </a:defPPr>
            <a:lvl1pPr>
              <a:defRPr sz="2025" b="1">
                <a:solidFill>
                  <a:srgbClr val="DE8736"/>
                </a:solidFill>
              </a:defRPr>
            </a:lvl1pPr>
            <a:lvl2pPr>
              <a:defRPr sz="2025" b="1">
                <a:solidFill>
                  <a:srgbClr val="DE8736"/>
                </a:solidFill>
              </a:defRPr>
            </a:lvl2pPr>
            <a:lvl3pPr>
              <a:defRPr sz="2025" b="1">
                <a:solidFill>
                  <a:srgbClr val="DE8736"/>
                </a:solidFill>
              </a:defRPr>
            </a:lvl3pPr>
            <a:lvl4pPr>
              <a:defRPr sz="2025" b="1">
                <a:solidFill>
                  <a:srgbClr val="DE8736"/>
                </a:solidFill>
              </a:defRPr>
            </a:lvl4pPr>
            <a:lvl5pPr>
              <a:defRPr sz="2025" b="1">
                <a:solidFill>
                  <a:srgbClr val="DE8736"/>
                </a:solidFill>
              </a:defRPr>
            </a:lvl5pPr>
            <a:lvl6pPr>
              <a:defRPr sz="2025" b="1">
                <a:solidFill>
                  <a:srgbClr val="DE8736"/>
                </a:solidFill>
              </a:defRPr>
            </a:lvl6pPr>
            <a:lvl7pPr>
              <a:defRPr sz="2025" b="1">
                <a:solidFill>
                  <a:srgbClr val="DE8736"/>
                </a:solidFill>
              </a:defRPr>
            </a:lvl7pPr>
            <a:lvl8pPr>
              <a:defRPr sz="2025" b="1">
                <a:solidFill>
                  <a:srgbClr val="DE8736"/>
                </a:solidFill>
              </a:defRPr>
            </a:lvl8pPr>
            <a:lvl9pPr>
              <a:defRPr sz="2025" b="1">
                <a:solidFill>
                  <a:srgbClr val="DE8736"/>
                </a:solidFill>
              </a:defRPr>
            </a:lvl9pPr>
          </a:lstStyle>
          <a:p xmlns:a="http://schemas.openxmlformats.org/drawingml/2006/main">
            <a:pPr>
              <a:defRPr sz="2025" b="1">
                <a:solidFill>
                  <a:srgbClr val="DE8736"/>
                </a:solidFill>
              </a:defRPr>
            </a:pPr>
            <a:r>
              <a:rPr sz="2025" b="1">
                <a:solidFill>
                  <a:srgbClr val="DE8736"/>
                </a:solidFill>
              </a:rPr>
              <a:t>C2 : plus puissants</a:t>
            </a:r>
          </a:p>
        </p:txBody>
      </p:sp>
      <p:sp>
        <p:nvSpPr>
          <p:cNvPr id="9" name="">
            <a:extLst xmlns:a="http://schemas.openxmlformats.org/drawingml/2006/main">
              <a:ext uri="{FF2B5EF4-FFF2-40B4-BE49-F238E27FC236}">
                <a16:creationId xmlns:a16="http://schemas.microsoft.com/office/drawing/2014/main" id="{6E9760A2-3889-4FDE-BE4B-3DC782F2EEBF}"/>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Les moyennes résument des distributions qui peuvent se chevaucher</a:t>
            </a:r>
          </a:p>
        </p:txBody>
      </p:sp>
    </p:spTree>
    <p:extLst>
      <p:ext uri="{BB962C8B-B14F-4D97-AF65-F5344CB8AC3E}">
        <p14:creationId xmlns:p14="http://schemas.microsoft.com/office/powerpoint/2010/main" val="1176109379"/>
      </p:ext>
    </p:extLst>
  </p:cSld>
</p:sld>
</file>

<file path=ppt/slides/slide16.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9ED561E0-2552-42EA-98D9-602B7C9951A7}"/>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Une vue des clusters en deux dimensions</a:t>
            </a:r>
          </a:p>
        </p:txBody>
      </p:sp>
      <p:sp>
        <p:nvSpPr>
          <p:cNvPr id="3" name="">
            <a:extLst xmlns:a="http://schemas.openxmlformats.org/drawingml/2006/main">
              <a:ext uri="{FF2B5EF4-FFF2-40B4-BE49-F238E27FC236}">
                <a16:creationId xmlns:a16="http://schemas.microsoft.com/office/drawing/2014/main" id="{54B8CF76-6721-4DF7-A262-A58C7142AE42}"/>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03   K-MEANS   /   16 MIN</a:t>
            </a:r>
          </a:p>
        </p:txBody>
      </p:sp>
      <p:sp>
        <p:nvSpPr>
          <p:cNvPr id="4" name="">
            <a:extLst xmlns:a="http://schemas.openxmlformats.org/drawingml/2006/main">
              <a:ext uri="{FF2B5EF4-FFF2-40B4-BE49-F238E27FC236}">
                <a16:creationId xmlns:a16="http://schemas.microsoft.com/office/drawing/2014/main" id="{79734870-0EB0-4305-9651-E79F79029212}"/>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16</a:t>
            </a:r>
          </a:p>
        </p:txBody>
      </p:sp>
      <p:sp>
        <p:nvSpPr>
          <p:cNvPr id="5" name="">
            <a:extLst xmlns:a="http://schemas.openxmlformats.org/drawingml/2006/main">
              <a:ext uri="{FF2B5EF4-FFF2-40B4-BE49-F238E27FC236}">
                <a16:creationId xmlns:a16="http://schemas.microsoft.com/office/drawing/2014/main" id="{6BADD1A2-9C74-4A12-BFA1-D22EA31485C2}"/>
              </a:ext>
            </a:extLst>
          </p:cNvPr>
          <p:cNvSpPr>
            <a:spLocks xmlns:a="http://schemas.openxmlformats.org/drawingml/2006/main" noGrp="1"/>
          </p:cNvSpPr>
          <p:nvPr/>
        </p:nvSpPr>
        <p:spPr>
          <a:xfrm xmlns:a="http://schemas.openxmlformats.org/drawingml/2006/main">
            <a:off x="647700" y="143827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xmlns:a="http://schemas.openxmlformats.org/drawingml/2006/main">
            <a:pPr>
              <a:defRPr sz="1800" b="0">
                <a:solidFill>
                  <a:srgbClr val="5A6E71"/>
                </a:solidFill>
              </a:defRPr>
            </a:pPr>
            <a:r>
              <a:rPr sz="1800" b="0">
                <a:solidFill>
                  <a:srgbClr val="5A6E71"/>
                </a:solidFill>
              </a:rPr>
              <a:t>ACP : projection synthétique</a:t>
            </a:r>
          </a:p>
        </p:txBody>
      </p:sp>
      <p:sp>
        <p:nvSpPr>
          <p:cNvPr id="6" name="">
            <a:extLst xmlns:a="http://schemas.openxmlformats.org/drawingml/2006/main">
              <a:ext uri="{FF2B5EF4-FFF2-40B4-BE49-F238E27FC236}">
                <a16:creationId xmlns:a16="http://schemas.microsoft.com/office/drawing/2014/main" id="{95EB7826-F24E-4F2B-8A0C-D7E88155C54C}"/>
              </a:ext>
            </a:extLst>
          </p:cNvPr>
          <p:cNvSpPr>
            <a:spLocks xmlns:a="http://schemas.openxmlformats.org/drawingml/2006/main" noGrp="1"/>
          </p:cNvSpPr>
          <p:nvPr/>
        </p:nvSpPr>
        <p:spPr>
          <a:xfrm xmlns:a="http://schemas.openxmlformats.org/drawingml/2006/main">
            <a:off x="7620000" y="1438275"/>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A6E71"/>
                </a:solidFill>
              </a:defRPr>
            </a:defPPr>
            <a:lvl1pPr>
              <a:defRPr sz="1500" b="0">
                <a:solidFill>
                  <a:srgbClr val="5A6E71"/>
                </a:solidFill>
              </a:defRPr>
            </a:lvl1pPr>
            <a:lvl2pPr>
              <a:defRPr sz="1500" b="0">
                <a:solidFill>
                  <a:srgbClr val="5A6E71"/>
                </a:solidFill>
              </a:defRPr>
            </a:lvl2pPr>
            <a:lvl3pPr>
              <a:defRPr sz="1500" b="0">
                <a:solidFill>
                  <a:srgbClr val="5A6E71"/>
                </a:solidFill>
              </a:defRPr>
            </a:lvl3pPr>
            <a:lvl4pPr>
              <a:defRPr sz="1500" b="0">
                <a:solidFill>
                  <a:srgbClr val="5A6E71"/>
                </a:solidFill>
              </a:defRPr>
            </a:lvl4pPr>
            <a:lvl5pPr>
              <a:defRPr sz="1500" b="0">
                <a:solidFill>
                  <a:srgbClr val="5A6E71"/>
                </a:solidFill>
              </a:defRPr>
            </a:lvl5pPr>
            <a:lvl6pPr>
              <a:defRPr sz="1500" b="0">
                <a:solidFill>
                  <a:srgbClr val="5A6E71"/>
                </a:solidFill>
              </a:defRPr>
            </a:lvl6pPr>
            <a:lvl7pPr>
              <a:defRPr sz="1500" b="0">
                <a:solidFill>
                  <a:srgbClr val="5A6E71"/>
                </a:solidFill>
              </a:defRPr>
            </a:lvl7pPr>
            <a:lvl8pPr>
              <a:defRPr sz="1500" b="0">
                <a:solidFill>
                  <a:srgbClr val="5A6E71"/>
                </a:solidFill>
              </a:defRPr>
            </a:lvl8pPr>
            <a:lvl9pPr>
              <a:defRPr sz="1500" b="0">
                <a:solidFill>
                  <a:srgbClr val="5A6E71"/>
                </a:solidFill>
              </a:defRPr>
            </a:lvl9pPr>
          </a:lstStyle>
          <a:p xmlns:a="http://schemas.openxmlformats.org/drawingml/2006/main">
            <a:pPr>
              <a:defRPr sz="1500" b="0">
                <a:solidFill>
                  <a:srgbClr val="5A6E71"/>
                </a:solidFill>
              </a:defRPr>
            </a:pPr>
            <a:r>
              <a:rPr sz="1500" b="0">
                <a:solidFill>
                  <a:srgbClr val="5A6E71"/>
                </a:solidFill>
              </a:rPr>
              <a:t>Tirage équilibré : 220 / groupe</a:t>
            </a:r>
          </a:p>
        </p:txBody>
      </p:sp>
      <p:graphicFrame>
        <p:nvGraphicFramePr>
          <p:cNvPr id="7" name="Chart">
            <a:extLst xmlns:a="http://schemas.openxmlformats.org/drawingml/2006/main">
              <a:ext uri="{FF2B5EF4-FFF2-40B4-BE49-F238E27FC236}">
                <a16:creationId xmlns:a16="http://schemas.microsoft.com/office/drawing/2014/main" id="{EBF8DFAB-AF34-4BB6-A3AC-6EEFFA972207}"/>
              </a:ext>
            </a:extLst>
          </p:cNvPr>
          <p:cNvGraphicFramePr/>
          <p:nvPr/>
        </p:nvGraphicFramePr>
        <p:xfrm>
          <a:off xmlns:a="http://schemas.openxmlformats.org/drawingml/2006/main" x="619125" y="1809750"/>
          <a:ext xmlns:a="http://schemas.openxmlformats.org/drawingml/2006/main" cx="10953750" cy="3714750"/>
        </p:xfrm>
        <a:graphic xmlns:a="http://schemas.openxmlformats.org/drawingml/2006/main">
          <a:graphicData uri="http://schemas.openxmlformats.org/drawingml/2006/chart">
            <c:chart xmlns:r="http://schemas.openxmlformats.org/officeDocument/2006/relationships" xmlns:c="http://schemas.openxmlformats.org/drawingml/2006/chart" r:id="R17fbbeef78b04ac3"/>
          </a:graphicData>
        </a:graphic>
      </p:graphicFrame>
      <p:sp>
        <p:nvSpPr>
          <p:cNvPr id="8" name="">
            <a:extLst xmlns:a="http://schemas.openxmlformats.org/drawingml/2006/main">
              <a:ext uri="{FF2B5EF4-FFF2-40B4-BE49-F238E27FC236}">
                <a16:creationId xmlns:a16="http://schemas.microsoft.com/office/drawing/2014/main" id="{5626A45B-8322-4086-A75D-3B955DB61C86}"/>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93,3 % de variance conservée. La projection reste descriptive</a:t>
            </a:r>
          </a:p>
        </p:txBody>
      </p:sp>
    </p:spTree>
    <p:extLst>
      <p:ext uri="{BB962C8B-B14F-4D97-AF65-F5344CB8AC3E}">
        <p14:creationId xmlns:p14="http://schemas.microsoft.com/office/powerpoint/2010/main" val="13889739"/>
      </p:ext>
    </p:extLst>
  </p:cSld>
</p:sld>
</file>

<file path=ppt/slides/slide17.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8FF211C-9FB4-4C89-AFDF-A0F45E5F1A48}"/>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Les motorisations dans chaque groupe</a:t>
            </a:r>
          </a:p>
        </p:txBody>
      </p:sp>
      <p:sp>
        <p:nvSpPr>
          <p:cNvPr id="3" name="">
            <a:extLst xmlns:a="http://schemas.openxmlformats.org/drawingml/2006/main">
              <a:ext uri="{FF2B5EF4-FFF2-40B4-BE49-F238E27FC236}">
                <a16:creationId xmlns:a16="http://schemas.microsoft.com/office/drawing/2014/main" id="{E914E685-2FC6-44DC-9973-5F419CE85DC6}"/>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03   K-MEANS   /   16 MIN</a:t>
            </a:r>
          </a:p>
        </p:txBody>
      </p:sp>
      <p:sp>
        <p:nvSpPr>
          <p:cNvPr id="4" name="">
            <a:extLst xmlns:a="http://schemas.openxmlformats.org/drawingml/2006/main">
              <a:ext uri="{FF2B5EF4-FFF2-40B4-BE49-F238E27FC236}">
                <a16:creationId xmlns:a16="http://schemas.microsoft.com/office/drawing/2014/main" id="{51A0EA82-4E1A-4CB4-8FFA-F92E40EC1FEE}"/>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17</a:t>
            </a:r>
          </a:p>
        </p:txBody>
      </p:sp>
      <p:sp>
        <p:nvSpPr>
          <p:cNvPr id="5" name="">
            <a:extLst xmlns:a="http://schemas.openxmlformats.org/drawingml/2006/main">
              <a:ext uri="{FF2B5EF4-FFF2-40B4-BE49-F238E27FC236}">
                <a16:creationId xmlns:a16="http://schemas.microsoft.com/office/drawing/2014/main" id="{FDD45057-939A-4522-BBBC-55F5324FE724}"/>
              </a:ext>
            </a:extLst>
          </p:cNvPr>
          <p:cNvSpPr>
            <a:spLocks xmlns:a="http://schemas.openxmlformats.org/drawingml/2006/main" noGrp="1"/>
          </p:cNvSpPr>
          <p:nvPr/>
        </p:nvSpPr>
        <p:spPr>
          <a:xfrm xmlns:a="http://schemas.openxmlformats.org/drawingml/2006/main">
            <a:off x="647700" y="143827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xmlns:a="http://schemas.openxmlformats.org/drawingml/2006/main">
            <a:pPr>
              <a:defRPr sz="1800" b="0">
                <a:solidFill>
                  <a:srgbClr val="5A6E71"/>
                </a:solidFill>
              </a:defRPr>
            </a:pPr>
            <a:r>
              <a:rPr sz="1800" b="0">
                <a:solidFill>
                  <a:srgbClr val="5A6E71"/>
                </a:solidFill>
              </a:rPr>
              <a:t>Composition du catalogue au sein de chaque cluster</a:t>
            </a:r>
          </a:p>
        </p:txBody>
      </p:sp>
      <p:graphicFrame>
        <p:nvGraphicFramePr>
          <p:cNvPr id="6" name="Chart">
            <a:extLst xmlns:a="http://schemas.openxmlformats.org/drawingml/2006/main">
              <a:ext uri="{FF2B5EF4-FFF2-40B4-BE49-F238E27FC236}">
                <a16:creationId xmlns:a16="http://schemas.microsoft.com/office/drawing/2014/main" id="{F3F6E56F-C30E-4253-8300-4A3497C2846A}"/>
              </a:ext>
            </a:extLst>
          </p:cNvPr>
          <p:cNvGraphicFramePr/>
          <p:nvPr/>
        </p:nvGraphicFramePr>
        <p:xfrm>
          <a:off xmlns:a="http://schemas.openxmlformats.org/drawingml/2006/main" x="619125" y="1952625"/>
          <a:ext xmlns:a="http://schemas.openxmlformats.org/drawingml/2006/main" cx="10953750" cy="3476625"/>
        </p:xfrm>
        <a:graphic xmlns:a="http://schemas.openxmlformats.org/drawingml/2006/main">
          <a:graphicData uri="http://schemas.openxmlformats.org/drawingml/2006/chart">
            <c:chart xmlns:r="http://schemas.openxmlformats.org/officeDocument/2006/relationships" xmlns:c="http://schemas.openxmlformats.org/drawingml/2006/chart" r:id="R1102712857824330"/>
          </a:graphicData>
        </a:graphic>
      </p:graphicFrame>
      <p:sp>
        <p:nvSpPr>
          <p:cNvPr id="7" name="">
            <a:extLst xmlns:a="http://schemas.openxmlformats.org/drawingml/2006/main">
              <a:ext uri="{FF2B5EF4-FFF2-40B4-BE49-F238E27FC236}">
                <a16:creationId xmlns:a16="http://schemas.microsoft.com/office/drawing/2014/main" id="{36388738-8A96-4338-B936-D114FFD9835E}"/>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Les catégories décrivent les groupes après leur construction</a:t>
            </a:r>
          </a:p>
        </p:txBody>
      </p:sp>
    </p:spTree>
    <p:extLst>
      <p:ext uri="{BB962C8B-B14F-4D97-AF65-F5344CB8AC3E}">
        <p14:creationId xmlns:p14="http://schemas.microsoft.com/office/powerpoint/2010/main" val="1713433665"/>
      </p:ext>
    </p:extLst>
  </p:cSld>
</p:sld>
</file>

<file path=ppt/slides/slide18.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64F94771-ED57-472D-94E3-87D28B07CC73}"/>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La stabilité selon l’initialisation</a:t>
            </a:r>
          </a:p>
        </p:txBody>
      </p:sp>
      <p:sp>
        <p:nvSpPr>
          <p:cNvPr id="3" name="">
            <a:extLst xmlns:a="http://schemas.openxmlformats.org/drawingml/2006/main">
              <a:ext uri="{FF2B5EF4-FFF2-40B4-BE49-F238E27FC236}">
                <a16:creationId xmlns:a16="http://schemas.microsoft.com/office/drawing/2014/main" id="{88E85C36-DC8F-4587-B419-F1488F2B33C3}"/>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03   K-MEANS   /   16 MIN</a:t>
            </a:r>
          </a:p>
        </p:txBody>
      </p:sp>
      <p:sp>
        <p:nvSpPr>
          <p:cNvPr id="4" name="">
            <a:extLst xmlns:a="http://schemas.openxmlformats.org/drawingml/2006/main">
              <a:ext uri="{FF2B5EF4-FFF2-40B4-BE49-F238E27FC236}">
                <a16:creationId xmlns:a16="http://schemas.microsoft.com/office/drawing/2014/main" id="{64290EB7-08E6-493E-BB54-19B09A6B1EA0}"/>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18</a:t>
            </a:r>
          </a:p>
        </p:txBody>
      </p:sp>
      <p:sp>
        <p:nvSpPr>
          <p:cNvPr id="5" name="">
            <a:extLst xmlns:a="http://schemas.openxmlformats.org/drawingml/2006/main">
              <a:ext uri="{FF2B5EF4-FFF2-40B4-BE49-F238E27FC236}">
                <a16:creationId xmlns:a16="http://schemas.microsoft.com/office/drawing/2014/main" id="{D894D21C-9634-4A97-9D54-2B9DD849A294}"/>
              </a:ext>
            </a:extLst>
          </p:cNvPr>
          <p:cNvSpPr>
            <a:spLocks xmlns:a="http://schemas.openxmlformats.org/drawingml/2006/main" noGrp="1"/>
          </p:cNvSpPr>
          <p:nvPr/>
        </p:nvSpPr>
        <p:spPr>
          <a:xfrm xmlns:a="http://schemas.openxmlformats.org/drawingml/2006/main">
            <a:off x="647700" y="143827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xmlns:a="http://schemas.openxmlformats.org/drawingml/2006/main">
            <a:pPr>
              <a:defRPr sz="1800" b="0">
                <a:solidFill>
                  <a:srgbClr val="5A6E71"/>
                </a:solidFill>
              </a:defRPr>
            </a:pPr>
            <a:r>
              <a:rPr sz="1800" b="0">
                <a:solidFill>
                  <a:srgbClr val="5A6E71"/>
                </a:solidFill>
              </a:rPr>
              <a:t>ARI : accord corrigé du hasard</a:t>
            </a:r>
          </a:p>
        </p:txBody>
      </p:sp>
      <p:graphicFrame>
        <p:nvGraphicFramePr>
          <p:cNvPr id="6" name="Chart">
            <a:extLst xmlns:a="http://schemas.openxmlformats.org/drawingml/2006/main">
              <a:ext uri="{FF2B5EF4-FFF2-40B4-BE49-F238E27FC236}">
                <a16:creationId xmlns:a16="http://schemas.microsoft.com/office/drawing/2014/main" id="{DF5ACBE6-4E1E-4E72-8B9D-82ED859EAEF2}"/>
              </a:ext>
            </a:extLst>
          </p:cNvPr>
          <p:cNvGraphicFramePr/>
          <p:nvPr/>
        </p:nvGraphicFramePr>
        <p:xfrm>
          <a:off xmlns:a="http://schemas.openxmlformats.org/drawingml/2006/main" x="619125" y="1905000"/>
          <a:ext xmlns:a="http://schemas.openxmlformats.org/drawingml/2006/main" cx="10953750" cy="3476625"/>
        </p:xfrm>
        <a:graphic xmlns:a="http://schemas.openxmlformats.org/drawingml/2006/main">
          <a:graphicData uri="http://schemas.openxmlformats.org/drawingml/2006/chart">
            <c:chart xmlns:r="http://schemas.openxmlformats.org/officeDocument/2006/relationships" xmlns:c="http://schemas.openxmlformats.org/drawingml/2006/chart" r:id="R4bc47cf931db47b3"/>
          </a:graphicData>
        </a:graphic>
      </p:graphicFrame>
      <p:sp>
        <p:nvSpPr>
          <p:cNvPr id="7" name="">
            <a:extLst xmlns:a="http://schemas.openxmlformats.org/drawingml/2006/main">
              <a:ext uri="{FF2B5EF4-FFF2-40B4-BE49-F238E27FC236}">
                <a16:creationId xmlns:a16="http://schemas.microsoft.com/office/drawing/2014/main" id="{ABC9019F-791E-493A-AD3D-2CFCDDF660C9}"/>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ARI ≥ 0,9948 sur ces essais. La population reste déterminante</a:t>
            </a:r>
          </a:p>
        </p:txBody>
      </p:sp>
    </p:spTree>
    <p:extLst>
      <p:ext uri="{BB962C8B-B14F-4D97-AF65-F5344CB8AC3E}">
        <p14:creationId xmlns:p14="http://schemas.microsoft.com/office/powerpoint/2010/main" val="985493944"/>
      </p:ext>
    </p:extLst>
  </p:cSld>
</p:sld>
</file>

<file path=ppt/slides/slide19.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7C60F938-A070-4523-8B66-B849CADB705E}"/>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Le poids des familles dominantes</a:t>
            </a:r>
          </a:p>
        </p:txBody>
      </p:sp>
      <p:sp>
        <p:nvSpPr>
          <p:cNvPr id="3" name="">
            <a:extLst xmlns:a="http://schemas.openxmlformats.org/drawingml/2006/main">
              <a:ext uri="{FF2B5EF4-FFF2-40B4-BE49-F238E27FC236}">
                <a16:creationId xmlns:a16="http://schemas.microsoft.com/office/drawing/2014/main" id="{0E794826-5758-4CFD-9A98-C516CCB215EF}"/>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03   K-MEANS   /   16 MIN</a:t>
            </a:r>
          </a:p>
        </p:txBody>
      </p:sp>
      <p:sp>
        <p:nvSpPr>
          <p:cNvPr id="4" name="">
            <a:extLst xmlns:a="http://schemas.openxmlformats.org/drawingml/2006/main">
              <a:ext uri="{FF2B5EF4-FFF2-40B4-BE49-F238E27FC236}">
                <a16:creationId xmlns:a16="http://schemas.microsoft.com/office/drawing/2014/main" id="{E8850B96-72D1-4860-BE9F-B4E9F2EA224F}"/>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19</a:t>
            </a:r>
          </a:p>
        </p:txBody>
      </p:sp>
      <p:graphicFrame>
        <p:nvGraphicFramePr>
          <p:cNvPr id="5" name="Chart">
            <a:extLst xmlns:a="http://schemas.openxmlformats.org/drawingml/2006/main">
              <a:ext uri="{FF2B5EF4-FFF2-40B4-BE49-F238E27FC236}">
                <a16:creationId xmlns:a16="http://schemas.microsoft.com/office/drawing/2014/main" id="{FB940E65-228C-4F86-A404-6F20BFDFE098}"/>
              </a:ext>
            </a:extLst>
          </p:cNvPr>
          <p:cNvGraphicFramePr/>
          <p:nvPr/>
        </p:nvGraphicFramePr>
        <p:xfrm>
          <a:off xmlns:a="http://schemas.openxmlformats.org/drawingml/2006/main" x="619125" y="1857375"/>
          <a:ext xmlns:a="http://schemas.openxmlformats.org/drawingml/2006/main" cx="10953750" cy="3619500"/>
        </p:xfrm>
        <a:graphic xmlns:a="http://schemas.openxmlformats.org/drawingml/2006/main">
          <a:graphicData uri="http://schemas.openxmlformats.org/drawingml/2006/chart">
            <c:chart xmlns:r="http://schemas.openxmlformats.org/officeDocument/2006/relationships" xmlns:c="http://schemas.openxmlformats.org/drawingml/2006/chart" r:id="R2d2f30f415d84fd3"/>
          </a:graphicData>
        </a:graphic>
      </p:graphicFrame>
      <p:sp>
        <p:nvSpPr>
          <p:cNvPr id="6" name="">
            <a:extLst xmlns:a="http://schemas.openxmlformats.org/drawingml/2006/main">
              <a:ext uri="{FF2B5EF4-FFF2-40B4-BE49-F238E27FC236}">
                <a16:creationId xmlns:a16="http://schemas.microsoft.com/office/drawing/2014/main" id="{8E72A22D-7B07-46E7-B534-AE7CB7E10F99}"/>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Une solution stable à l’initialisation reste sensible à l’échantillon</a:t>
            </a:r>
          </a:p>
        </p:txBody>
      </p:sp>
    </p:spTree>
    <p:extLst>
      <p:ext uri="{BB962C8B-B14F-4D97-AF65-F5344CB8AC3E}">
        <p14:creationId xmlns:p14="http://schemas.microsoft.com/office/powerpoint/2010/main" val="1083724599"/>
      </p:ext>
    </p:extLst>
  </p:cSld>
</p:sld>
</file>

<file path=ppt/slides/slide20.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B4243A7B-3456-46B2-A472-3E627DFC72E3}"/>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L’utilité environnementale de la segmentation</a:t>
            </a:r>
          </a:p>
        </p:txBody>
      </p:sp>
      <p:sp>
        <p:nvSpPr>
          <p:cNvPr id="3" name="">
            <a:extLst xmlns:a="http://schemas.openxmlformats.org/drawingml/2006/main">
              <a:ext uri="{FF2B5EF4-FFF2-40B4-BE49-F238E27FC236}">
                <a16:creationId xmlns:a16="http://schemas.microsoft.com/office/drawing/2014/main" id="{472BA488-3B40-49AC-9210-ABCF7DAA8874}"/>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03   K-MEANS   /   16 MIN</a:t>
            </a:r>
          </a:p>
        </p:txBody>
      </p:sp>
      <p:sp>
        <p:nvSpPr>
          <p:cNvPr id="4" name="">
            <a:extLst xmlns:a="http://schemas.openxmlformats.org/drawingml/2006/main">
              <a:ext uri="{FF2B5EF4-FFF2-40B4-BE49-F238E27FC236}">
                <a16:creationId xmlns:a16="http://schemas.microsoft.com/office/drawing/2014/main" id="{44EC812B-EEC6-4EFC-9FCF-6435B7001EA7}"/>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20</a:t>
            </a:r>
          </a:p>
        </p:txBody>
      </p:sp>
      <p:graphicFrame>
        <p:nvGraphicFramePr>
          <p:cNvPr id="5" name="Chart">
            <a:extLst xmlns:a="http://schemas.openxmlformats.org/drawingml/2006/main">
              <a:ext uri="{FF2B5EF4-FFF2-40B4-BE49-F238E27FC236}">
                <a16:creationId xmlns:a16="http://schemas.microsoft.com/office/drawing/2014/main" id="{A9E9EDC7-CAB6-473F-92CF-0D5B336B60A3}"/>
              </a:ext>
            </a:extLst>
          </p:cNvPr>
          <p:cNvGraphicFramePr/>
          <p:nvPr/>
        </p:nvGraphicFramePr>
        <p:xfrm>
          <a:off xmlns:a="http://schemas.openxmlformats.org/drawingml/2006/main" x="619125" y="1809750"/>
          <a:ext xmlns:a="http://schemas.openxmlformats.org/drawingml/2006/main" cx="7239000" cy="3667125"/>
        </p:xfrm>
        <a:graphic xmlns:a="http://schemas.openxmlformats.org/drawingml/2006/main">
          <a:graphicData uri="http://schemas.openxmlformats.org/drawingml/2006/chart">
            <c:chart xmlns:r="http://schemas.openxmlformats.org/officeDocument/2006/relationships" xmlns:c="http://schemas.openxmlformats.org/drawingml/2006/chart" r:id="Rf6735d91636d4695"/>
          </a:graphicData>
        </a:graphic>
      </p:graphicFrame>
      <p:sp>
        <p:nvSpPr>
          <p:cNvPr id="6" name="">
            <a:extLst xmlns:a="http://schemas.openxmlformats.org/drawingml/2006/main">
              <a:ext uri="{FF2B5EF4-FFF2-40B4-BE49-F238E27FC236}">
                <a16:creationId xmlns:a16="http://schemas.microsoft.com/office/drawing/2014/main" id="{9A38BCFB-69F4-4E40-94A8-D0B127203E25}"/>
              </a:ext>
            </a:extLst>
          </p:cNvPr>
          <p:cNvSpPr>
            <a:spLocks xmlns:a="http://schemas.openxmlformats.org/drawingml/2006/main" noGrp="1"/>
          </p:cNvSpPr>
          <p:nvPr/>
        </p:nvSpPr>
        <p:spPr>
          <a:xfrm xmlns:a="http://schemas.openxmlformats.org/drawingml/2006/main">
            <a:off x="8429625" y="2143125"/>
            <a:ext cx="295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363A"/>
                </a:solidFill>
              </a:defRPr>
            </a:defPPr>
            <a:lvl1pPr>
              <a:defRPr sz="2325" b="1">
                <a:solidFill>
                  <a:srgbClr val="17363A"/>
                </a:solidFill>
              </a:defRPr>
            </a:lvl1pPr>
            <a:lvl2pPr>
              <a:defRPr sz="2325" b="1">
                <a:solidFill>
                  <a:srgbClr val="17363A"/>
                </a:solidFill>
              </a:defRPr>
            </a:lvl2pPr>
            <a:lvl3pPr>
              <a:defRPr sz="2325" b="1">
                <a:solidFill>
                  <a:srgbClr val="17363A"/>
                </a:solidFill>
              </a:defRPr>
            </a:lvl3pPr>
            <a:lvl4pPr>
              <a:defRPr sz="2325" b="1">
                <a:solidFill>
                  <a:srgbClr val="17363A"/>
                </a:solidFill>
              </a:defRPr>
            </a:lvl4pPr>
            <a:lvl5pPr>
              <a:defRPr sz="2325" b="1">
                <a:solidFill>
                  <a:srgbClr val="17363A"/>
                </a:solidFill>
              </a:defRPr>
            </a:lvl5pPr>
            <a:lvl6pPr>
              <a:defRPr sz="2325" b="1">
                <a:solidFill>
                  <a:srgbClr val="17363A"/>
                </a:solidFill>
              </a:defRPr>
            </a:lvl6pPr>
            <a:lvl7pPr>
              <a:defRPr sz="2325" b="1">
                <a:solidFill>
                  <a:srgbClr val="17363A"/>
                </a:solidFill>
              </a:defRPr>
            </a:lvl7pPr>
            <a:lvl8pPr>
              <a:defRPr sz="2325" b="1">
                <a:solidFill>
                  <a:srgbClr val="17363A"/>
                </a:solidFill>
              </a:defRPr>
            </a:lvl8pPr>
            <a:lvl9pPr>
              <a:defRPr sz="2325" b="1">
                <a:solidFill>
                  <a:srgbClr val="17363A"/>
                </a:solidFill>
              </a:defRPr>
            </a:lvl9pPr>
          </a:lstStyle>
          <a:p xmlns:a="http://schemas.openxmlformats.org/drawingml/2006/main">
            <a:pPr>
              <a:defRPr sz="2325" b="1">
                <a:solidFill>
                  <a:srgbClr val="17363A"/>
                </a:solidFill>
              </a:defRPr>
            </a:pPr>
            <a:r>
              <a:rPr sz="2325" b="1">
                <a:solidFill>
                  <a:srgbClr val="17363A"/>
                </a:solidFill>
              </a:rPr>
              <a:t>Comparer des profils</a:t>
            </a:r>
          </a:p>
        </p:txBody>
      </p:sp>
      <p:sp>
        <p:nvSpPr>
          <p:cNvPr id="7" name="">
            <a:extLst xmlns:a="http://schemas.openxmlformats.org/drawingml/2006/main">
              <a:ext uri="{FF2B5EF4-FFF2-40B4-BE49-F238E27FC236}">
                <a16:creationId xmlns:a16="http://schemas.microsoft.com/office/drawing/2014/main" id="{08D5438C-031D-46EA-B4CD-C7B2BDFB7C81}"/>
              </a:ext>
            </a:extLst>
          </p:cNvPr>
          <p:cNvSpPr>
            <a:spLocks xmlns:a="http://schemas.openxmlformats.org/drawingml/2006/main" noGrp="1"/>
          </p:cNvSpPr>
          <p:nvPr/>
        </p:nvSpPr>
        <p:spPr>
          <a:xfrm xmlns:a="http://schemas.openxmlformats.org/drawingml/2006/main">
            <a:off x="8429625" y="3543300"/>
            <a:ext cx="295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008C85"/>
                </a:solidFill>
              </a:defRPr>
            </a:defPPr>
            <a:lvl1pPr>
              <a:defRPr sz="2325" b="1">
                <a:solidFill>
                  <a:srgbClr val="008C85"/>
                </a:solidFill>
              </a:defRPr>
            </a:lvl1pPr>
            <a:lvl2pPr>
              <a:defRPr sz="2325" b="1">
                <a:solidFill>
                  <a:srgbClr val="008C85"/>
                </a:solidFill>
              </a:defRPr>
            </a:lvl2pPr>
            <a:lvl3pPr>
              <a:defRPr sz="2325" b="1">
                <a:solidFill>
                  <a:srgbClr val="008C85"/>
                </a:solidFill>
              </a:defRPr>
            </a:lvl3pPr>
            <a:lvl4pPr>
              <a:defRPr sz="2325" b="1">
                <a:solidFill>
                  <a:srgbClr val="008C85"/>
                </a:solidFill>
              </a:defRPr>
            </a:lvl4pPr>
            <a:lvl5pPr>
              <a:defRPr sz="2325" b="1">
                <a:solidFill>
                  <a:srgbClr val="008C85"/>
                </a:solidFill>
              </a:defRPr>
            </a:lvl5pPr>
            <a:lvl6pPr>
              <a:defRPr sz="2325" b="1">
                <a:solidFill>
                  <a:srgbClr val="008C85"/>
                </a:solidFill>
              </a:defRPr>
            </a:lvl6pPr>
            <a:lvl7pPr>
              <a:defRPr sz="2325" b="1">
                <a:solidFill>
                  <a:srgbClr val="008C85"/>
                </a:solidFill>
              </a:defRPr>
            </a:lvl7pPr>
            <a:lvl8pPr>
              <a:defRPr sz="2325" b="1">
                <a:solidFill>
                  <a:srgbClr val="008C85"/>
                </a:solidFill>
              </a:defRPr>
            </a:lvl8pPr>
            <a:lvl9pPr>
              <a:defRPr sz="2325" b="1">
                <a:solidFill>
                  <a:srgbClr val="008C85"/>
                </a:solidFill>
              </a:defRPr>
            </a:lvl9pPr>
          </a:lstStyle>
          <a:p xmlns:a="http://schemas.openxmlformats.org/drawingml/2006/main">
            <a:pPr>
              <a:defRPr sz="2325" b="1">
                <a:solidFill>
                  <a:srgbClr val="008C85"/>
                </a:solidFill>
              </a:defRPr>
            </a:pPr>
            <a:r>
              <a:rPr sz="2325" b="1">
                <a:solidFill>
                  <a:srgbClr val="008C85"/>
                </a:solidFill>
              </a:rPr>
              <a:t>Prioriser un audit</a:t>
            </a:r>
          </a:p>
        </p:txBody>
      </p:sp>
      <p:sp>
        <p:nvSpPr>
          <p:cNvPr id="8" name="">
            <a:extLst xmlns:a="http://schemas.openxmlformats.org/drawingml/2006/main">
              <a:ext uri="{FF2B5EF4-FFF2-40B4-BE49-F238E27FC236}">
                <a16:creationId xmlns:a16="http://schemas.microsoft.com/office/drawing/2014/main" id="{59674B2F-0256-4789-B174-EA095608401A}"/>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CO₂ inclus : l’écart d’émissions participe à la construction des groupes</a:t>
            </a:r>
          </a:p>
        </p:txBody>
      </p:sp>
    </p:spTree>
    <p:extLst>
      <p:ext uri="{BB962C8B-B14F-4D97-AF65-F5344CB8AC3E}">
        <p14:creationId xmlns:p14="http://schemas.microsoft.com/office/powerpoint/2010/main" val="653749177"/>
      </p:ext>
    </p:extLst>
  </p:cSld>
</p:sld>
</file>

<file path=ppt/slides/slide21.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B9DB8A3C-D622-435C-B40F-0E2CB3EEFD91}"/>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L’usage change la lecture environnementale</a:t>
            </a:r>
          </a:p>
        </p:txBody>
      </p:sp>
      <p:sp>
        <p:nvSpPr>
          <p:cNvPr id="3" name="">
            <a:extLst xmlns:a="http://schemas.openxmlformats.org/drawingml/2006/main">
              <a:ext uri="{FF2B5EF4-FFF2-40B4-BE49-F238E27FC236}">
                <a16:creationId xmlns:a16="http://schemas.microsoft.com/office/drawing/2014/main" id="{50DA053C-54EA-4078-8E2D-FB4A5839E6E9}"/>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04   RECUL ET CONCLUSION   /   5 MIN</a:t>
            </a:r>
          </a:p>
        </p:txBody>
      </p:sp>
      <p:sp>
        <p:nvSpPr>
          <p:cNvPr id="4" name="">
            <a:extLst xmlns:a="http://schemas.openxmlformats.org/drawingml/2006/main">
              <a:ext uri="{FF2B5EF4-FFF2-40B4-BE49-F238E27FC236}">
                <a16:creationId xmlns:a16="http://schemas.microsoft.com/office/drawing/2014/main" id="{CF868F1D-EBC0-42DE-B498-44FBA3B96DEF}"/>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21</a:t>
            </a:r>
          </a:p>
        </p:txBody>
      </p:sp>
      <p:sp>
        <p:nvSpPr>
          <p:cNvPr id="5" name="">
            <a:extLst xmlns:a="http://schemas.openxmlformats.org/drawingml/2006/main">
              <a:ext uri="{FF2B5EF4-FFF2-40B4-BE49-F238E27FC236}">
                <a16:creationId xmlns:a16="http://schemas.microsoft.com/office/drawing/2014/main" id="{21CBF1EC-779A-4B3C-9920-214E554A92F8}"/>
              </a:ext>
            </a:extLst>
          </p:cNvPr>
          <p:cNvSpPr>
            <a:spLocks xmlns:a="http://schemas.openxmlformats.org/drawingml/2006/main" noGrp="1"/>
          </p:cNvSpPr>
          <p:nvPr/>
        </p:nvSpPr>
        <p:spPr>
          <a:xfrm xmlns:a="http://schemas.openxmlformats.org/drawingml/2006/main">
            <a:off x="647700" y="143827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xmlns:a="http://schemas.openxmlformats.org/drawingml/2006/main">
            <a:pPr>
              <a:defRPr sz="1800" b="0">
                <a:solidFill>
                  <a:srgbClr val="5A6E71"/>
                </a:solidFill>
              </a:defRPr>
            </a:pPr>
            <a:r>
              <a:rPr sz="1800" b="0">
                <a:solidFill>
                  <a:srgbClr val="5A6E71"/>
                </a:solidFill>
              </a:rPr>
              <a:t>Scénario illustratif : émission déclarée × kilométrage</a:t>
            </a:r>
          </a:p>
        </p:txBody>
      </p:sp>
      <p:graphicFrame>
        <p:nvGraphicFramePr>
          <p:cNvPr id="6" name="Chart">
            <a:extLst xmlns:a="http://schemas.openxmlformats.org/drawingml/2006/main">
              <a:ext uri="{FF2B5EF4-FFF2-40B4-BE49-F238E27FC236}">
                <a16:creationId xmlns:a16="http://schemas.microsoft.com/office/drawing/2014/main" id="{54F1011C-195F-4863-82F5-57C545678E08}"/>
              </a:ext>
            </a:extLst>
          </p:cNvPr>
          <p:cNvGraphicFramePr/>
          <p:nvPr/>
        </p:nvGraphicFramePr>
        <p:xfrm>
          <a:off xmlns:a="http://schemas.openxmlformats.org/drawingml/2006/main" x="619125" y="2000250"/>
          <a:ext xmlns:a="http://schemas.openxmlformats.org/drawingml/2006/main" cx="10953750" cy="3333750"/>
        </p:xfrm>
        <a:graphic xmlns:a="http://schemas.openxmlformats.org/drawingml/2006/main">
          <a:graphicData uri="http://schemas.openxmlformats.org/drawingml/2006/chart">
            <c:chart xmlns:r="http://schemas.openxmlformats.org/officeDocument/2006/relationships" xmlns:c="http://schemas.openxmlformats.org/drawingml/2006/chart" r:id="R8f0674659abd48fe"/>
          </a:graphicData>
        </a:graphic>
      </p:graphicFrame>
      <p:sp>
        <p:nvSpPr>
          <p:cNvPr id="7" name="">
            <a:extLst xmlns:a="http://schemas.openxmlformats.org/drawingml/2006/main">
              <a:ext uri="{FF2B5EF4-FFF2-40B4-BE49-F238E27FC236}">
                <a16:creationId xmlns:a16="http://schemas.microsoft.com/office/drawing/2014/main" id="{16925260-A678-4825-A7BD-6100C302F9BC}"/>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Kilométrages hypothétiques. Ni émissions réelles ni cycle de vie</a:t>
            </a:r>
          </a:p>
        </p:txBody>
      </p:sp>
    </p:spTree>
    <p:extLst>
      <p:ext uri="{BB962C8B-B14F-4D97-AF65-F5344CB8AC3E}">
        <p14:creationId xmlns:p14="http://schemas.microsoft.com/office/powerpoint/2010/main" val="764394903"/>
      </p:ext>
    </p:extLst>
  </p:cSld>
</p:sld>
</file>

<file path=ppt/slides/slide22.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07EF433B-E90B-4834-B7B7-9AF1CECE8091}"/>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Les prochaines expériences</a:t>
            </a:r>
          </a:p>
        </p:txBody>
      </p:sp>
      <p:sp>
        <p:nvSpPr>
          <p:cNvPr id="3" name="">
            <a:extLst xmlns:a="http://schemas.openxmlformats.org/drawingml/2006/main">
              <a:ext uri="{FF2B5EF4-FFF2-40B4-BE49-F238E27FC236}">
                <a16:creationId xmlns:a16="http://schemas.microsoft.com/office/drawing/2014/main" id="{A4C7A411-4571-4D4C-B855-A7CBF3710F57}"/>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04   RECUL ET CONCLUSION   /   5 MIN</a:t>
            </a:r>
          </a:p>
        </p:txBody>
      </p:sp>
      <p:sp>
        <p:nvSpPr>
          <p:cNvPr id="4" name="">
            <a:extLst xmlns:a="http://schemas.openxmlformats.org/drawingml/2006/main">
              <a:ext uri="{FF2B5EF4-FFF2-40B4-BE49-F238E27FC236}">
                <a16:creationId xmlns:a16="http://schemas.microsoft.com/office/drawing/2014/main" id="{E4BF99C6-F325-4D57-80A9-63929DEB2EF7}"/>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22</a:t>
            </a:r>
          </a:p>
        </p:txBody>
      </p:sp>
      <p:graphicFrame>
        <p:nvGraphicFramePr>
          <p:cNvPr id="5" name="">
            <a:extLst xmlns:a="http://schemas.openxmlformats.org/drawingml/2006/main">
              <a:ext uri="{FF2B5EF4-FFF2-40B4-BE49-F238E27FC236}">
                <a16:creationId xmlns:a16="http://schemas.microsoft.com/office/drawing/2014/main" id="{8D7C850C-745B-445C-91E6-17FE0A44F212}"/>
              </a:ext>
            </a:extLst>
          </p:cNvPr>
          <p:cNvGraphicFramePr/>
          <p:nvPr/>
        </p:nvGraphicFramePr>
        <p:xfrm>
          <a:off xmlns:a="http://schemas.openxmlformats.org/drawingml/2006/main" x="619125" y="1714500"/>
          <a:ext xmlns:a="http://schemas.openxmlformats.org/drawingml/2006/main" cx="10953750" cy="3619500"/>
        </p:xfrm>
        <a:graphic xmlns:a="http://schemas.openxmlformats.org/drawingml/2006/main">
          <a:graphicData uri="http://schemas.openxmlformats.org/drawingml/2006/table">
            <a:tbl>
              <a:tblPr/>
              <a:tblGrid>
                <a:gridCol w="5048250"/>
                <a:gridCol w="5905500"/>
              </a:tblGrid>
              <a:tr h="723900">
                <a:tc>
                  <a:txBody>
                    <a:bodyPr/>
                    <a:lstStyle/>
                    <a:p>
                      <a:r>
                        <a:rPr sz="1800" b="1">
                          <a:solidFill>
                            <a:srgbClr val="FFFFFF"/>
                          </a:solidFill>
                        </a:rPr>
                        <a:t>Limite observée</a:t>
                      </a:r>
                    </a:p>
                  </a:txBody>
                  <a:tcPr marL="91440" marR="91440" marT="45720" marB="45720">
                    <a:lnL w="9525">
                      <a:solidFill>
                        <a:srgbClr val="DCE6E5"/>
                      </a:solidFill>
                    </a:lnL>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Expérience suivante</a:t>
                      </a:r>
                    </a:p>
                  </a:txBody>
                  <a:tcPr marL="91440" marR="91440" marT="45720" marB="45720">
                    <a:lnR w="9525">
                      <a:solidFill>
                        <a:srgbClr val="DCE6E5"/>
                      </a:solidFill>
                    </a:lnR>
                    <a:lnT w="9525">
                      <a:solidFill>
                        <a:srgbClr val="DCE6E5"/>
                      </a:solidFill>
                    </a:lnT>
                    <a:lnB w="9525">
                      <a:solidFill>
                        <a:srgbClr val="DCE6E5"/>
                      </a:solidFill>
                    </a:lnB>
                    <a:solidFill>
                      <a:srgbClr val="17363A"/>
                    </a:solidFill>
                  </a:tcPr>
                </a:tc>
              </a:tr>
              <a:tr h="723900">
                <a:tc>
                  <a:txBody>
                    <a:bodyPr/>
                    <a:lstStyle/>
                    <a:p>
                      <a:r>
                        <a:rPr sz="1875" b="0">
                          <a:solidFill>
                            <a:srgbClr val="17363A"/>
                          </a:solidFill>
                        </a:rPr>
                        <a:t>Catalogue de 2015</a:t>
                      </a:r>
                    </a:p>
                  </a:txBody>
                  <a:tcPr marL="91440" marR="91440" marT="45720" marB="45720">
                    <a:lnL w="9525">
                      <a:solidFill>
                        <a:srgbClr val="DCE6E5"/>
                      </a:solidFill>
                    </a:lnL>
                    <a:lnR w="9525">
                      <a:solidFill>
                        <a:srgbClr val="DCE6E5"/>
                      </a:solidFill>
                    </a:lnR>
                    <a:lnB w="9525">
                      <a:solidFill>
                        <a:srgbClr val="DCE6E5"/>
                      </a:solidFill>
                    </a:lnB>
                    <a:solidFill>
                      <a:srgbClr val="FAFCFB"/>
                    </a:solidFill>
                  </a:tcPr>
                </a:tc>
                <a:tc>
                  <a:txBody>
                    <a:bodyPr/>
                    <a:lstStyle/>
                    <a:p>
                      <a:r>
                        <a:rPr sz="1875" b="0">
                          <a:solidFill>
                            <a:srgbClr val="17363A"/>
                          </a:solidFill>
                        </a:rPr>
                        <a:t>Données récentes et test temporel</a:t>
                      </a:r>
                    </a:p>
                  </a:txBody>
                  <a:tcPr marL="91440" marR="91440" marT="45720" marB="45720">
                    <a:lnR w="9525">
                      <a:solidFill>
                        <a:srgbClr val="DCE6E5"/>
                      </a:solidFill>
                    </a:lnR>
                    <a:lnB w="9525">
                      <a:solidFill>
                        <a:srgbClr val="DCE6E5"/>
                      </a:solidFill>
                    </a:lnB>
                    <a:solidFill>
                      <a:srgbClr val="FAFCFB"/>
                    </a:solidFill>
                  </a:tcPr>
                </a:tc>
              </a:tr>
              <a:tr h="723900">
                <a:tc>
                  <a:txBody>
                    <a:bodyPr/>
                    <a:lstStyle/>
                    <a:p>
                      <a:r>
                        <a:rPr sz="1875" b="0">
                          <a:solidFill>
                            <a:srgbClr val="17363A"/>
                          </a:solidFill>
                        </a:rPr>
                        <a:t>Familles dominantes</a:t>
                      </a:r>
                    </a:p>
                  </a:txBody>
                  <a:tcPr marL="91440" marR="91440" marT="45720" marB="45720">
                    <a:lnL w="9525">
                      <a:solidFill>
                        <a:srgbClr val="DCE6E5"/>
                      </a:solidFill>
                    </a:lnL>
                    <a:lnR w="9525">
                      <a:solidFill>
                        <a:srgbClr val="DCE6E5"/>
                      </a:solidFill>
                    </a:lnR>
                    <a:lnB w="9525">
                      <a:solidFill>
                        <a:srgbClr val="DCE6E5"/>
                      </a:solidFill>
                    </a:lnB>
                    <a:solidFill>
                      <a:srgbClr val="FAFCFB"/>
                    </a:solidFill>
                  </a:tcPr>
                </a:tc>
                <a:tc>
                  <a:txBody>
                    <a:bodyPr/>
                    <a:lstStyle/>
                    <a:p>
                      <a:r>
                        <a:rPr sz="1875" b="0">
                          <a:solidFill>
                            <a:srgbClr val="17363A"/>
                          </a:solidFill>
                        </a:rPr>
                        <a:t>Pondération liée à l’usage</a:t>
                      </a:r>
                    </a:p>
                  </a:txBody>
                  <a:tcPr marL="91440" marR="91440" marT="45720" marB="45720">
                    <a:lnR w="9525">
                      <a:solidFill>
                        <a:srgbClr val="DCE6E5"/>
                      </a:solidFill>
                    </a:lnR>
                    <a:lnB w="9525">
                      <a:solidFill>
                        <a:srgbClr val="DCE6E5"/>
                      </a:solidFill>
                    </a:lnB>
                    <a:solidFill>
                      <a:srgbClr val="FAFCFB"/>
                    </a:solidFill>
                  </a:tcPr>
                </a:tc>
              </a:tr>
              <a:tr h="723900">
                <a:tc>
                  <a:txBody>
                    <a:bodyPr/>
                    <a:lstStyle/>
                    <a:p>
                      <a:r>
                        <a:rPr sz="1875" b="0">
                          <a:solidFill>
                            <a:srgbClr val="17363A"/>
                          </a:solidFill>
                        </a:rPr>
                        <a:t>Distance et valeurs extrêmes</a:t>
                      </a:r>
                    </a:p>
                  </a:txBody>
                  <a:tcPr marL="91440" marR="91440" marT="45720" marB="45720">
                    <a:lnL w="9525">
                      <a:solidFill>
                        <a:srgbClr val="DCE6E5"/>
                      </a:solidFill>
                    </a:lnL>
                    <a:lnR w="9525">
                      <a:solidFill>
                        <a:srgbClr val="DCE6E5"/>
                      </a:solidFill>
                    </a:lnR>
                    <a:lnB w="9525">
                      <a:solidFill>
                        <a:srgbClr val="DCE6E5"/>
                      </a:solidFill>
                    </a:lnB>
                    <a:solidFill>
                      <a:srgbClr val="FAFCFB"/>
                    </a:solidFill>
                  </a:tcPr>
                </a:tc>
                <a:tc>
                  <a:txBody>
                    <a:bodyPr/>
                    <a:lstStyle/>
                    <a:p>
                      <a:r>
                        <a:rPr sz="1875" b="0">
                          <a:solidFill>
                            <a:srgbClr val="17363A"/>
                          </a:solidFill>
                        </a:rPr>
                        <a:t>Standardisation robuste, autres méthodes</a:t>
                      </a:r>
                    </a:p>
                  </a:txBody>
                  <a:tcPr marL="91440" marR="91440" marT="45720" marB="45720">
                    <a:lnR w="9525">
                      <a:solidFill>
                        <a:srgbClr val="DCE6E5"/>
                      </a:solidFill>
                    </a:lnR>
                    <a:lnB w="9525">
                      <a:solidFill>
                        <a:srgbClr val="DCE6E5"/>
                      </a:solidFill>
                    </a:lnB>
                    <a:solidFill>
                      <a:srgbClr val="FAFCFB"/>
                    </a:solidFill>
                  </a:tcPr>
                </a:tc>
              </a:tr>
              <a:tr h="723900">
                <a:tc>
                  <a:txBody>
                    <a:bodyPr/>
                    <a:lstStyle/>
                    <a:p>
                      <a:r>
                        <a:rPr sz="1875" b="0">
                          <a:solidFill>
                            <a:srgbClr val="17363A"/>
                          </a:solidFill>
                        </a:rPr>
                        <a:t>Usage et cycle de vie absents</a:t>
                      </a:r>
                    </a:p>
                  </a:txBody>
                  <a:tcPr marL="91440" marR="91440" marT="45720" marB="45720">
                    <a:lnL w="9525">
                      <a:solidFill>
                        <a:srgbClr val="DCE6E5"/>
                      </a:solidFill>
                    </a:lnL>
                    <a:lnR w="9525">
                      <a:solidFill>
                        <a:srgbClr val="DCE6E5"/>
                      </a:solidFill>
                    </a:lnR>
                    <a:lnB w="9525">
                      <a:solidFill>
                        <a:srgbClr val="DCE6E5"/>
                      </a:solidFill>
                    </a:lnB>
                    <a:solidFill>
                      <a:srgbClr val="FAFCFB"/>
                    </a:solidFill>
                  </a:tcPr>
                </a:tc>
                <a:tc>
                  <a:txBody>
                    <a:bodyPr/>
                    <a:lstStyle/>
                    <a:p>
                      <a:r>
                        <a:rPr sz="1875" b="0">
                          <a:solidFill>
                            <a:srgbClr val="17363A"/>
                          </a:solidFill>
                        </a:rPr>
                        <a:t>Kilométrage, recharge, données amont</a:t>
                      </a:r>
                    </a:p>
                  </a:txBody>
                  <a:tcPr marL="91440" marR="91440" marT="45720" marB="45720">
                    <a:lnR w="9525">
                      <a:solidFill>
                        <a:srgbClr val="DCE6E5"/>
                      </a:solidFill>
                    </a:lnR>
                    <a:lnB w="9525">
                      <a:solidFill>
                        <a:srgbClr val="DCE6E5"/>
                      </a:solidFill>
                    </a:lnB>
                    <a:solidFill>
                      <a:srgbClr val="FAFCFB"/>
                    </a:solidFill>
                  </a:tcPr>
                </a:tc>
              </a:tr>
            </a:tbl>
          </a:graphicData>
        </a:graphic>
      </p:graphicFrame>
      <p:sp>
        <p:nvSpPr>
          <p:cNvPr id="6" name="">
            <a:extLst xmlns:a="http://schemas.openxmlformats.org/drawingml/2006/main">
              <a:ext uri="{FF2B5EF4-FFF2-40B4-BE49-F238E27FC236}">
                <a16:creationId xmlns:a16="http://schemas.microsoft.com/office/drawing/2014/main" id="{A3B17C31-B74D-4B45-B100-EAC1E20E1EAF}"/>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Une amélioration répond à une limite mesurée</a:t>
            </a:r>
          </a:p>
        </p:txBody>
      </p:sp>
    </p:spTree>
    <p:extLst>
      <p:ext uri="{BB962C8B-B14F-4D97-AF65-F5344CB8AC3E}">
        <p14:creationId xmlns:p14="http://schemas.microsoft.com/office/powerpoint/2010/main" val="983687267"/>
      </p:ext>
    </p:extLst>
  </p:cSld>
</p:sld>
</file>

<file path=ppt/slides/slide23.xml><?xml version="1.0" encoding="utf-8"?>
<p:sld xmlns:p="http://schemas.openxmlformats.org/presentationml/2006/main">
  <p:cSld>
    <p:bg>
      <p:bgPr>
        <a:solidFill xmlns:a="http://schemas.openxmlformats.org/drawingml/2006/main">
          <a:srgbClr val="FAFCFB"/>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55042ADD-D02D-4672-8B4D-0D2D1A6F87C4}"/>
              </a:ext>
            </a:extLst>
          </p:cNvPr>
          <p:cNvSpPr>
            <a:spLocks xmlns:a="http://schemas.openxmlformats.org/drawingml/2006/main" noGrp="1"/>
          </p:cNvSpPr>
          <p:nvPr/>
        </p:nvSpPr>
        <p:spPr>
          <a:xfrm xmlns:a="http://schemas.openxmlformats.org/drawingml/2006/main">
            <a:off x="619125" y="4572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xmlns:a="http://schemas.openxmlformats.org/drawingml/2006/main">
            <a:pPr>
              <a:defRPr sz="3225" b="1">
                <a:solidFill>
                  <a:srgbClr val="17363A"/>
                </a:solidFill>
              </a:defRPr>
            </a:pPr>
            <a:r>
              <a:rPr sz="3225" b="1">
                <a:solidFill>
                  <a:srgbClr val="17363A"/>
                </a:solidFill>
              </a:rPr>
              <a:t>Ce que permet cette étude</a:t>
            </a:r>
          </a:p>
        </p:txBody>
      </p:sp>
      <p:sp>
        <p:nvSpPr>
          <p:cNvPr id="3" name="">
            <a:extLst xmlns:a="http://schemas.openxmlformats.org/drawingml/2006/main">
              <a:ext uri="{FF2B5EF4-FFF2-40B4-BE49-F238E27FC236}">
                <a16:creationId xmlns:a16="http://schemas.microsoft.com/office/drawing/2014/main" id="{906D810B-8564-415F-99BF-834A6137DE3E}"/>
              </a:ext>
            </a:extLst>
          </p:cNvPr>
          <p:cNvSpPr>
            <a:spLocks xmlns:a="http://schemas.openxmlformats.org/drawingml/2006/main" noGrp="1"/>
          </p:cNvSpPr>
          <p:nvPr/>
        </p:nvSpPr>
        <p:spPr>
          <a:xfrm xmlns:a="http://schemas.openxmlformats.org/drawingml/2006/main">
            <a:off x="628650" y="6362700"/>
            <a:ext cx="971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04   RECUL ET CONCLUSION   /   5 MIN</a:t>
            </a:r>
          </a:p>
        </p:txBody>
      </p:sp>
      <p:sp>
        <p:nvSpPr>
          <p:cNvPr id="4" name="">
            <a:extLst xmlns:a="http://schemas.openxmlformats.org/drawingml/2006/main">
              <a:ext uri="{FF2B5EF4-FFF2-40B4-BE49-F238E27FC236}">
                <a16:creationId xmlns:a16="http://schemas.microsoft.com/office/drawing/2014/main" id="{9225A956-513C-435C-A0B7-CC7632919D6F}"/>
              </a:ext>
            </a:extLst>
          </p:cNvPr>
          <p:cNvSpPr>
            <a:spLocks xmlns:a="http://schemas.openxmlformats.org/drawingml/2006/main" noGrp="1"/>
          </p:cNvSpPr>
          <p:nvPr/>
        </p:nvSpPr>
        <p:spPr>
          <a:xfrm xmlns:a="http://schemas.openxmlformats.org/drawingml/2006/main">
            <a:off x="110299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xmlns:a="http://schemas.openxmlformats.org/drawingml/2006/main">
            <a:pPr>
              <a:defRPr sz="1275" b="0">
                <a:solidFill>
                  <a:srgbClr val="5A6E71"/>
                </a:solidFill>
              </a:defRPr>
            </a:pPr>
            <a:r>
              <a:rPr sz="1275" b="0">
                <a:solidFill>
                  <a:srgbClr val="5A6E71"/>
                </a:solidFill>
              </a:rPr>
              <a:t>23</a:t>
            </a:r>
          </a:p>
        </p:txBody>
      </p:sp>
      <p:sp>
        <p:nvSpPr>
          <p:cNvPr id="5" name="">
            <a:extLst xmlns:a="http://schemas.openxmlformats.org/drawingml/2006/main">
              <a:ext uri="{FF2B5EF4-FFF2-40B4-BE49-F238E27FC236}">
                <a16:creationId xmlns:a16="http://schemas.microsoft.com/office/drawing/2014/main" id="{1D04BDEE-6A36-41E6-A891-DE0A35B37E7E}"/>
              </a:ext>
            </a:extLst>
          </p:cNvPr>
          <p:cNvSpPr>
            <a:spLocks xmlns:a="http://schemas.openxmlformats.org/drawingml/2006/main" noGrp="1"/>
          </p:cNvSpPr>
          <p:nvPr/>
        </p:nvSpPr>
        <p:spPr>
          <a:xfrm xmlns:a="http://schemas.openxmlformats.org/drawingml/2006/main">
            <a:off x="714375" y="1714500"/>
            <a:ext cx="4286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008C85"/>
                </a:solidFill>
              </a:defRPr>
            </a:defPPr>
            <a:lvl1pPr>
              <a:defRPr sz="4350" b="1">
                <a:solidFill>
                  <a:srgbClr val="008C85"/>
                </a:solidFill>
              </a:defRPr>
            </a:lvl1pPr>
            <a:lvl2pPr>
              <a:defRPr sz="4350" b="1">
                <a:solidFill>
                  <a:srgbClr val="008C85"/>
                </a:solidFill>
              </a:defRPr>
            </a:lvl2pPr>
            <a:lvl3pPr>
              <a:defRPr sz="4350" b="1">
                <a:solidFill>
                  <a:srgbClr val="008C85"/>
                </a:solidFill>
              </a:defRPr>
            </a:lvl3pPr>
            <a:lvl4pPr>
              <a:defRPr sz="4350" b="1">
                <a:solidFill>
                  <a:srgbClr val="008C85"/>
                </a:solidFill>
              </a:defRPr>
            </a:lvl4pPr>
            <a:lvl5pPr>
              <a:defRPr sz="4350" b="1">
                <a:solidFill>
                  <a:srgbClr val="008C85"/>
                </a:solidFill>
              </a:defRPr>
            </a:lvl5pPr>
            <a:lvl6pPr>
              <a:defRPr sz="4350" b="1">
                <a:solidFill>
                  <a:srgbClr val="008C85"/>
                </a:solidFill>
              </a:defRPr>
            </a:lvl6pPr>
            <a:lvl7pPr>
              <a:defRPr sz="4350" b="1">
                <a:solidFill>
                  <a:srgbClr val="008C85"/>
                </a:solidFill>
              </a:defRPr>
            </a:lvl7pPr>
            <a:lvl8pPr>
              <a:defRPr sz="4350" b="1">
                <a:solidFill>
                  <a:srgbClr val="008C85"/>
                </a:solidFill>
              </a:defRPr>
            </a:lvl8pPr>
            <a:lvl9pPr>
              <a:defRPr sz="4350" b="1">
                <a:solidFill>
                  <a:srgbClr val="008C85"/>
                </a:solidFill>
              </a:defRPr>
            </a:lvl9pPr>
          </a:lstStyle>
          <a:p xmlns:a="http://schemas.openxmlformats.org/drawingml/2006/main">
            <a:pPr>
              <a:defRPr sz="4350" b="1">
                <a:solidFill>
                  <a:srgbClr val="008C85"/>
                </a:solidFill>
              </a:defRPr>
            </a:pPr>
            <a:r>
              <a:rPr sz="4350" b="1">
                <a:solidFill>
                  <a:srgbClr val="008C85"/>
                </a:solidFill>
              </a:rPr>
              <a:t>16,8 g/km</a:t>
            </a:r>
          </a:p>
        </p:txBody>
      </p:sp>
      <p:sp>
        <p:nvSpPr>
          <p:cNvPr id="6" name="">
            <a:extLst xmlns:a="http://schemas.openxmlformats.org/drawingml/2006/main">
              <a:ext uri="{FF2B5EF4-FFF2-40B4-BE49-F238E27FC236}">
                <a16:creationId xmlns:a16="http://schemas.microsoft.com/office/drawing/2014/main" id="{677AE57B-FF1C-47E7-A82D-7BB1153281D0}"/>
              </a:ext>
            </a:extLst>
          </p:cNvPr>
          <p:cNvSpPr>
            <a:spLocks xmlns:a="http://schemas.openxmlformats.org/drawingml/2006/main" noGrp="1"/>
          </p:cNvSpPr>
          <p:nvPr/>
        </p:nvSpPr>
        <p:spPr>
          <a:xfrm xmlns:a="http://schemas.openxmlformats.org/drawingml/2006/main">
            <a:off x="752475" y="2724150"/>
            <a:ext cx="4476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363A"/>
                </a:solidFill>
              </a:defRPr>
            </a:defPPr>
            <a:lvl1pPr>
              <a:defRPr sz="2175" b="0">
                <a:solidFill>
                  <a:srgbClr val="17363A"/>
                </a:solidFill>
              </a:defRPr>
            </a:lvl1pPr>
            <a:lvl2pPr>
              <a:defRPr sz="2175" b="0">
                <a:solidFill>
                  <a:srgbClr val="17363A"/>
                </a:solidFill>
              </a:defRPr>
            </a:lvl2pPr>
            <a:lvl3pPr>
              <a:defRPr sz="2175" b="0">
                <a:solidFill>
                  <a:srgbClr val="17363A"/>
                </a:solidFill>
              </a:defRPr>
            </a:lvl3pPr>
            <a:lvl4pPr>
              <a:defRPr sz="2175" b="0">
                <a:solidFill>
                  <a:srgbClr val="17363A"/>
                </a:solidFill>
              </a:defRPr>
            </a:lvl4pPr>
            <a:lvl5pPr>
              <a:defRPr sz="2175" b="0">
                <a:solidFill>
                  <a:srgbClr val="17363A"/>
                </a:solidFill>
              </a:defRPr>
            </a:lvl5pPr>
            <a:lvl6pPr>
              <a:defRPr sz="2175" b="0">
                <a:solidFill>
                  <a:srgbClr val="17363A"/>
                </a:solidFill>
              </a:defRPr>
            </a:lvl6pPr>
            <a:lvl7pPr>
              <a:defRPr sz="2175" b="0">
                <a:solidFill>
                  <a:srgbClr val="17363A"/>
                </a:solidFill>
              </a:defRPr>
            </a:lvl7pPr>
            <a:lvl8pPr>
              <a:defRPr sz="2175" b="0">
                <a:solidFill>
                  <a:srgbClr val="17363A"/>
                </a:solidFill>
              </a:defRPr>
            </a:lvl8pPr>
            <a:lvl9pPr>
              <a:defRPr sz="2175" b="0">
                <a:solidFill>
                  <a:srgbClr val="17363A"/>
                </a:solidFill>
              </a:defRPr>
            </a:lvl9pPr>
          </a:lstStyle>
          <a:p xmlns:a="http://schemas.openxmlformats.org/drawingml/2006/main">
            <a:pPr>
              <a:defRPr sz="2175" b="0">
                <a:solidFill>
                  <a:srgbClr val="17363A"/>
                </a:solidFill>
              </a:defRPr>
            </a:pPr>
            <a:r>
              <a:rPr sz="2175" b="0">
                <a:solidFill>
                  <a:srgbClr val="17363A"/>
                </a:solidFill>
              </a:rPr>
              <a:t>MAE sur le test familial</a:t>
            </a:r>
          </a:p>
        </p:txBody>
      </p:sp>
      <p:sp>
        <p:nvSpPr>
          <p:cNvPr id="7" name="">
            <a:extLst xmlns:a="http://schemas.openxmlformats.org/drawingml/2006/main">
              <a:ext uri="{FF2B5EF4-FFF2-40B4-BE49-F238E27FC236}">
                <a16:creationId xmlns:a16="http://schemas.microsoft.com/office/drawing/2014/main" id="{85AEA0A4-D87F-4273-A4B8-9BD0686FB027}"/>
              </a:ext>
            </a:extLst>
          </p:cNvPr>
          <p:cNvSpPr>
            <a:spLocks xmlns:a="http://schemas.openxmlformats.org/drawingml/2006/main" noGrp="1"/>
          </p:cNvSpPr>
          <p:nvPr/>
        </p:nvSpPr>
        <p:spPr>
          <a:xfrm xmlns:a="http://schemas.openxmlformats.org/drawingml/2006/main">
            <a:off x="7096125" y="1714500"/>
            <a:ext cx="44291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4179B7"/>
                </a:solidFill>
              </a:defRPr>
            </a:defPPr>
            <a:lvl1pPr>
              <a:defRPr sz="4350" b="1">
                <a:solidFill>
                  <a:srgbClr val="4179B7"/>
                </a:solidFill>
              </a:defRPr>
            </a:lvl1pPr>
            <a:lvl2pPr>
              <a:defRPr sz="4350" b="1">
                <a:solidFill>
                  <a:srgbClr val="4179B7"/>
                </a:solidFill>
              </a:defRPr>
            </a:lvl2pPr>
            <a:lvl3pPr>
              <a:defRPr sz="4350" b="1">
                <a:solidFill>
                  <a:srgbClr val="4179B7"/>
                </a:solidFill>
              </a:defRPr>
            </a:lvl3pPr>
            <a:lvl4pPr>
              <a:defRPr sz="4350" b="1">
                <a:solidFill>
                  <a:srgbClr val="4179B7"/>
                </a:solidFill>
              </a:defRPr>
            </a:lvl4pPr>
            <a:lvl5pPr>
              <a:defRPr sz="4350" b="1">
                <a:solidFill>
                  <a:srgbClr val="4179B7"/>
                </a:solidFill>
              </a:defRPr>
            </a:lvl5pPr>
            <a:lvl6pPr>
              <a:defRPr sz="4350" b="1">
                <a:solidFill>
                  <a:srgbClr val="4179B7"/>
                </a:solidFill>
              </a:defRPr>
            </a:lvl6pPr>
            <a:lvl7pPr>
              <a:defRPr sz="4350" b="1">
                <a:solidFill>
                  <a:srgbClr val="4179B7"/>
                </a:solidFill>
              </a:defRPr>
            </a:lvl7pPr>
            <a:lvl8pPr>
              <a:defRPr sz="4350" b="1">
                <a:solidFill>
                  <a:srgbClr val="4179B7"/>
                </a:solidFill>
              </a:defRPr>
            </a:lvl8pPr>
            <a:lvl9pPr>
              <a:defRPr sz="4350" b="1">
                <a:solidFill>
                  <a:srgbClr val="4179B7"/>
                </a:solidFill>
              </a:defRPr>
            </a:lvl9pPr>
          </a:lstStyle>
          <a:p xmlns:a="http://schemas.openxmlformats.org/drawingml/2006/main">
            <a:pPr>
              <a:defRPr sz="4350" b="1">
                <a:solidFill>
                  <a:srgbClr val="4179B7"/>
                </a:solidFill>
              </a:defRPr>
            </a:pPr>
            <a:r>
              <a:rPr sz="4350" b="1">
                <a:solidFill>
                  <a:srgbClr val="4179B7"/>
                </a:solidFill>
              </a:rPr>
              <a:t>3 profils</a:t>
            </a:r>
          </a:p>
        </p:txBody>
      </p:sp>
      <p:sp>
        <p:nvSpPr>
          <p:cNvPr id="8" name="">
            <a:extLst xmlns:a="http://schemas.openxmlformats.org/drawingml/2006/main">
              <a:ext uri="{FF2B5EF4-FFF2-40B4-BE49-F238E27FC236}">
                <a16:creationId xmlns:a16="http://schemas.microsoft.com/office/drawing/2014/main" id="{588CD985-82FA-421A-A1A8-7A7E89226334}"/>
              </a:ext>
            </a:extLst>
          </p:cNvPr>
          <p:cNvSpPr>
            <a:spLocks xmlns:a="http://schemas.openxmlformats.org/drawingml/2006/main" noGrp="1"/>
          </p:cNvSpPr>
          <p:nvPr/>
        </p:nvSpPr>
        <p:spPr>
          <a:xfrm xmlns:a="http://schemas.openxmlformats.org/drawingml/2006/main">
            <a:off x="7134225" y="2724150"/>
            <a:ext cx="4381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363A"/>
                </a:solidFill>
              </a:defRPr>
            </a:defPPr>
            <a:lvl1pPr>
              <a:defRPr sz="2175" b="0">
                <a:solidFill>
                  <a:srgbClr val="17363A"/>
                </a:solidFill>
              </a:defRPr>
            </a:lvl1pPr>
            <a:lvl2pPr>
              <a:defRPr sz="2175" b="0">
                <a:solidFill>
                  <a:srgbClr val="17363A"/>
                </a:solidFill>
              </a:defRPr>
            </a:lvl2pPr>
            <a:lvl3pPr>
              <a:defRPr sz="2175" b="0">
                <a:solidFill>
                  <a:srgbClr val="17363A"/>
                </a:solidFill>
              </a:defRPr>
            </a:lvl3pPr>
            <a:lvl4pPr>
              <a:defRPr sz="2175" b="0">
                <a:solidFill>
                  <a:srgbClr val="17363A"/>
                </a:solidFill>
              </a:defRPr>
            </a:lvl4pPr>
            <a:lvl5pPr>
              <a:defRPr sz="2175" b="0">
                <a:solidFill>
                  <a:srgbClr val="17363A"/>
                </a:solidFill>
              </a:defRPr>
            </a:lvl5pPr>
            <a:lvl6pPr>
              <a:defRPr sz="2175" b="0">
                <a:solidFill>
                  <a:srgbClr val="17363A"/>
                </a:solidFill>
              </a:defRPr>
            </a:lvl6pPr>
            <a:lvl7pPr>
              <a:defRPr sz="2175" b="0">
                <a:solidFill>
                  <a:srgbClr val="17363A"/>
                </a:solidFill>
              </a:defRPr>
            </a:lvl7pPr>
            <a:lvl8pPr>
              <a:defRPr sz="2175" b="0">
                <a:solidFill>
                  <a:srgbClr val="17363A"/>
                </a:solidFill>
              </a:defRPr>
            </a:lvl8pPr>
            <a:lvl9pPr>
              <a:defRPr sz="2175" b="0">
                <a:solidFill>
                  <a:srgbClr val="17363A"/>
                </a:solidFill>
              </a:defRPr>
            </a:lvl9pPr>
          </a:lstStyle>
          <a:p xmlns:a="http://schemas.openxmlformats.org/drawingml/2006/main">
            <a:pPr>
              <a:defRPr sz="2175" b="0">
                <a:solidFill>
                  <a:srgbClr val="17363A"/>
                </a:solidFill>
              </a:defRPr>
            </a:pPr>
            <a:r>
              <a:rPr sz="2175" b="0">
                <a:solidFill>
                  <a:srgbClr val="17363A"/>
                </a:solidFill>
              </a:rPr>
              <a:t>Cohérents et descriptifs</a:t>
            </a:r>
          </a:p>
        </p:txBody>
      </p:sp>
      <p:sp>
        <p:nvSpPr>
          <p:cNvPr id="9" name="">
            <a:extLst xmlns:a="http://schemas.openxmlformats.org/drawingml/2006/main">
              <a:ext uri="{FF2B5EF4-FFF2-40B4-BE49-F238E27FC236}">
                <a16:creationId xmlns:a16="http://schemas.microsoft.com/office/drawing/2014/main" id="{9D582838-7BB4-4A83-9350-F5A9AC12B950}"/>
              </a:ext>
            </a:extLst>
          </p:cNvPr>
          <p:cNvSpPr>
            <a:spLocks xmlns:a="http://schemas.openxmlformats.org/drawingml/2006/main" noGrp="1"/>
          </p:cNvSpPr>
          <p:nvPr/>
        </p:nvSpPr>
        <p:spPr>
          <a:xfrm xmlns:a="http://schemas.openxmlformats.org/drawingml/2006/main">
            <a:off x="714375" y="3962400"/>
            <a:ext cx="4572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75" b="1">
                <a:solidFill>
                  <a:srgbClr val="DE8736"/>
                </a:solidFill>
              </a:defRPr>
            </a:defPPr>
            <a:lvl1pPr>
              <a:defRPr sz="3975" b="1">
                <a:solidFill>
                  <a:srgbClr val="DE8736"/>
                </a:solidFill>
              </a:defRPr>
            </a:lvl1pPr>
            <a:lvl2pPr>
              <a:defRPr sz="3975" b="1">
                <a:solidFill>
                  <a:srgbClr val="DE8736"/>
                </a:solidFill>
              </a:defRPr>
            </a:lvl2pPr>
            <a:lvl3pPr>
              <a:defRPr sz="3975" b="1">
                <a:solidFill>
                  <a:srgbClr val="DE8736"/>
                </a:solidFill>
              </a:defRPr>
            </a:lvl3pPr>
            <a:lvl4pPr>
              <a:defRPr sz="3975" b="1">
                <a:solidFill>
                  <a:srgbClr val="DE8736"/>
                </a:solidFill>
              </a:defRPr>
            </a:lvl4pPr>
            <a:lvl5pPr>
              <a:defRPr sz="3975" b="1">
                <a:solidFill>
                  <a:srgbClr val="DE8736"/>
                </a:solidFill>
              </a:defRPr>
            </a:lvl5pPr>
            <a:lvl6pPr>
              <a:defRPr sz="3975" b="1">
                <a:solidFill>
                  <a:srgbClr val="DE8736"/>
                </a:solidFill>
              </a:defRPr>
            </a:lvl6pPr>
            <a:lvl7pPr>
              <a:defRPr sz="3975" b="1">
                <a:solidFill>
                  <a:srgbClr val="DE8736"/>
                </a:solidFill>
              </a:defRPr>
            </a:lvl7pPr>
            <a:lvl8pPr>
              <a:defRPr sz="3975" b="1">
                <a:solidFill>
                  <a:srgbClr val="DE8736"/>
                </a:solidFill>
              </a:defRPr>
            </a:lvl8pPr>
            <a:lvl9pPr>
              <a:defRPr sz="3975" b="1">
                <a:solidFill>
                  <a:srgbClr val="DE8736"/>
                </a:solidFill>
              </a:defRPr>
            </a:lvl9pPr>
          </a:lstStyle>
          <a:p xmlns:a="http://schemas.openxmlformats.org/drawingml/2006/main">
            <a:pPr>
              <a:defRPr sz="3975" b="1">
                <a:solidFill>
                  <a:srgbClr val="DE8736"/>
                </a:solidFill>
              </a:defRPr>
            </a:pPr>
            <a:r>
              <a:rPr sz="3975" b="1">
                <a:solidFill>
                  <a:srgbClr val="DE8736"/>
                </a:solidFill>
              </a:rPr>
              <a:t>ARI 0,548</a:t>
            </a:r>
          </a:p>
        </p:txBody>
      </p:sp>
      <p:sp>
        <p:nvSpPr>
          <p:cNvPr id="10" name="">
            <a:extLst xmlns:a="http://schemas.openxmlformats.org/drawingml/2006/main">
              <a:ext uri="{FF2B5EF4-FFF2-40B4-BE49-F238E27FC236}">
                <a16:creationId xmlns:a16="http://schemas.microsoft.com/office/drawing/2014/main" id="{DD2693B0-A809-4352-9E17-FEE1D96B51D8}"/>
              </a:ext>
            </a:extLst>
          </p:cNvPr>
          <p:cNvSpPr>
            <a:spLocks xmlns:a="http://schemas.openxmlformats.org/drawingml/2006/main" noGrp="1"/>
          </p:cNvSpPr>
          <p:nvPr/>
        </p:nvSpPr>
        <p:spPr>
          <a:xfrm xmlns:a="http://schemas.openxmlformats.org/drawingml/2006/main">
            <a:off x="752475" y="485775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63A"/>
                </a:solidFill>
              </a:defRPr>
            </a:defPPr>
            <a:lvl1pPr>
              <a:defRPr sz="2100" b="0">
                <a:solidFill>
                  <a:srgbClr val="17363A"/>
                </a:solidFill>
              </a:defRPr>
            </a:lvl1pPr>
            <a:lvl2pPr>
              <a:defRPr sz="2100" b="0">
                <a:solidFill>
                  <a:srgbClr val="17363A"/>
                </a:solidFill>
              </a:defRPr>
            </a:lvl2pPr>
            <a:lvl3pPr>
              <a:defRPr sz="2100" b="0">
                <a:solidFill>
                  <a:srgbClr val="17363A"/>
                </a:solidFill>
              </a:defRPr>
            </a:lvl3pPr>
            <a:lvl4pPr>
              <a:defRPr sz="2100" b="0">
                <a:solidFill>
                  <a:srgbClr val="17363A"/>
                </a:solidFill>
              </a:defRPr>
            </a:lvl4pPr>
            <a:lvl5pPr>
              <a:defRPr sz="2100" b="0">
                <a:solidFill>
                  <a:srgbClr val="17363A"/>
                </a:solidFill>
              </a:defRPr>
            </a:lvl5pPr>
            <a:lvl6pPr>
              <a:defRPr sz="2100" b="0">
                <a:solidFill>
                  <a:srgbClr val="17363A"/>
                </a:solidFill>
              </a:defRPr>
            </a:lvl6pPr>
            <a:lvl7pPr>
              <a:defRPr sz="2100" b="0">
                <a:solidFill>
                  <a:srgbClr val="17363A"/>
                </a:solidFill>
              </a:defRPr>
            </a:lvl7pPr>
            <a:lvl8pPr>
              <a:defRPr sz="2100" b="0">
                <a:solidFill>
                  <a:srgbClr val="17363A"/>
                </a:solidFill>
              </a:defRPr>
            </a:lvl8pPr>
            <a:lvl9pPr>
              <a:defRPr sz="2100" b="0">
                <a:solidFill>
                  <a:srgbClr val="17363A"/>
                </a:solidFill>
              </a:defRPr>
            </a:lvl9pPr>
          </a:lstStyle>
          <a:p xmlns:a="http://schemas.openxmlformats.org/drawingml/2006/main">
            <a:pPr>
              <a:defRPr sz="2100" b="0">
                <a:solidFill>
                  <a:srgbClr val="17363A"/>
                </a:solidFill>
              </a:defRPr>
            </a:pPr>
            <a:r>
              <a:rPr sz="2100" b="0">
                <a:solidFill>
                  <a:srgbClr val="17363A"/>
                </a:solidFill>
              </a:rPr>
              <a:t>Après plafonnement des familles</a:t>
            </a:r>
          </a:p>
        </p:txBody>
      </p:sp>
      <p:sp>
        <p:nvSpPr>
          <p:cNvPr id="11" name="">
            <a:extLst xmlns:a="http://schemas.openxmlformats.org/drawingml/2006/main">
              <a:ext uri="{FF2B5EF4-FFF2-40B4-BE49-F238E27FC236}">
                <a16:creationId xmlns:a16="http://schemas.microsoft.com/office/drawing/2014/main" id="{FDA8CB61-1383-4886-9246-F0A09FBECEF3}"/>
              </a:ext>
            </a:extLst>
          </p:cNvPr>
          <p:cNvSpPr>
            <a:spLocks xmlns:a="http://schemas.openxmlformats.org/drawingml/2006/main" noGrp="1"/>
          </p:cNvSpPr>
          <p:nvPr/>
        </p:nvSpPr>
        <p:spPr>
          <a:xfrm xmlns:a="http://schemas.openxmlformats.org/drawingml/2006/main">
            <a:off x="7096125" y="4143375"/>
            <a:ext cx="4381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363A"/>
                </a:solidFill>
              </a:defRPr>
            </a:defPPr>
            <a:lvl1pPr>
              <a:defRPr sz="2850" b="1">
                <a:solidFill>
                  <a:srgbClr val="17363A"/>
                </a:solidFill>
              </a:defRPr>
            </a:lvl1pPr>
            <a:lvl2pPr>
              <a:defRPr sz="2850" b="1">
                <a:solidFill>
                  <a:srgbClr val="17363A"/>
                </a:solidFill>
              </a:defRPr>
            </a:lvl2pPr>
            <a:lvl3pPr>
              <a:defRPr sz="2850" b="1">
                <a:solidFill>
                  <a:srgbClr val="17363A"/>
                </a:solidFill>
              </a:defRPr>
            </a:lvl3pPr>
            <a:lvl4pPr>
              <a:defRPr sz="2850" b="1">
                <a:solidFill>
                  <a:srgbClr val="17363A"/>
                </a:solidFill>
              </a:defRPr>
            </a:lvl4pPr>
            <a:lvl5pPr>
              <a:defRPr sz="2850" b="1">
                <a:solidFill>
                  <a:srgbClr val="17363A"/>
                </a:solidFill>
              </a:defRPr>
            </a:lvl5pPr>
            <a:lvl6pPr>
              <a:defRPr sz="2850" b="1">
                <a:solidFill>
                  <a:srgbClr val="17363A"/>
                </a:solidFill>
              </a:defRPr>
            </a:lvl6pPr>
            <a:lvl7pPr>
              <a:defRPr sz="2850" b="1">
                <a:solidFill>
                  <a:srgbClr val="17363A"/>
                </a:solidFill>
              </a:defRPr>
            </a:lvl7pPr>
            <a:lvl8pPr>
              <a:defRPr sz="2850" b="1">
                <a:solidFill>
                  <a:srgbClr val="17363A"/>
                </a:solidFill>
              </a:defRPr>
            </a:lvl8pPr>
            <a:lvl9pPr>
              <a:defRPr sz="2850" b="1">
                <a:solidFill>
                  <a:srgbClr val="17363A"/>
                </a:solidFill>
              </a:defRPr>
            </a:lvl9pPr>
          </a:lstStyle>
          <a:p xmlns:a="http://schemas.openxmlformats.org/drawingml/2006/main">
            <a:pPr>
              <a:defRPr sz="2850" b="1">
                <a:solidFill>
                  <a:srgbClr val="17363A"/>
                </a:solidFill>
              </a:defRPr>
            </a:pPr>
            <a:r>
              <a:rPr sz="2850" b="1">
                <a:solidFill>
                  <a:srgbClr val="17363A"/>
                </a:solidFill>
              </a:rPr>
              <a:t>Un support pour enquêter</a:t>
            </a:r>
          </a:p>
        </p:txBody>
      </p:sp>
      <p:sp>
        <p:nvSpPr>
          <p:cNvPr id="12" name="">
            <a:extLst xmlns:a="http://schemas.openxmlformats.org/drawingml/2006/main">
              <a:ext uri="{FF2B5EF4-FFF2-40B4-BE49-F238E27FC236}">
                <a16:creationId xmlns:a16="http://schemas.microsoft.com/office/drawing/2014/main" id="{9E99D9EA-AFA4-4C2A-9F0A-D5579CEB612D}"/>
              </a:ext>
            </a:extLst>
          </p:cNvPr>
          <p:cNvSpPr>
            <a:spLocks xmlns:a="http://schemas.openxmlformats.org/drawingml/2006/main" noGrp="1"/>
          </p:cNvSpPr>
          <p:nvPr/>
        </p:nvSpPr>
        <p:spPr>
          <a:xfrm xmlns:a="http://schemas.openxmlformats.org/drawingml/2006/main">
            <a:off x="647700" y="56578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xmlns:a="http://schemas.openxmlformats.org/drawingml/2006/main">
            <a:pPr>
              <a:defRPr sz="1950" b="1">
                <a:solidFill>
                  <a:srgbClr val="008C85"/>
                </a:solidFill>
              </a:defRPr>
            </a:pPr>
            <a:r>
              <a:rPr sz="1950" b="1">
                <a:solidFill>
                  <a:srgbClr val="008C85"/>
                </a:solidFill>
              </a:rPr>
              <a:t>La décision exige des données d’usage et une validation indépendante</a:t>
            </a:r>
          </a:p>
        </p:txBody>
      </p:sp>
    </p:spTree>
    <p:extLst>
      <p:ext uri="{BB962C8B-B14F-4D97-AF65-F5344CB8AC3E}">
        <p14:creationId xmlns:p14="http://schemas.microsoft.com/office/powerpoint/2010/main" val="1889547470"/>
      </p:ext>
    </p:extLst>
  </p:cSld>
</p:sld>
</file>

<file path=ppt/theme/theme1.xml><?xml version="1.0" encoding="utf-8"?>
<a:theme xmlns:a="http://schemas.openxmlformats.org/drawingml/2006/main" name="ChatGPT">
  <a:themeElements>
    <a:clrScheme name="Catalogue CO2">
      <a:dk1>
        <a:srgbClr val="000000"/>
      </a:dk1>
      <a:lt1>
        <a:srgbClr val="FFFFFF"/>
      </a:lt1>
      <a:dk2>
        <a:srgbClr val="17363A"/>
      </a:dk2>
      <a:lt2>
        <a:srgbClr val="DCE6E5"/>
      </a:lt2>
      <a:accent1>
        <a:srgbClr val="008C85"/>
      </a:accent1>
      <a:accent2>
        <a:srgbClr val="4179B7"/>
      </a:accent2>
      <a:accent3>
        <a:srgbClr val="DE8736"/>
      </a:accent3>
      <a:accent4>
        <a:srgbClr val="B8564B"/>
      </a:accent4>
      <a:accent5>
        <a:srgbClr val="8B70A1"/>
      </a:accent5>
      <a:accent6>
        <a:srgbClr val="6E9B64"/>
      </a:accent6>
      <a:hlink>
        <a:srgbClr val="008C85"/>
      </a:hlink>
      <a:folHlink>
        <a:srgbClr val="4179B7"/>
      </a:folHlink>
    </a:clrScheme>
    <a:fontScheme name="">
      <a:majorFont>
        <a:latin typeface="Aptos"/>
        <a:ea typeface=""/>
        <a:cs typeface=""/>
      </a:majorFont>
      <a:minorFont>
        <a:latin typeface="Aptos"/>
        <a:ea typeface=""/>
        <a:cs typeface=""/>
      </a:minorFont>
    </a:fontScheme>
    <a:fmtScheme name="Catalogue CO2">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2026-10-27T08:28:15.7440000Z</dcterms:created>
  <dcterms:modified xsi:type="dcterms:W3CDTF">2026-10-27T08:28:15.7440000Z</dcterms:modified>
</coreProperties>
</file>